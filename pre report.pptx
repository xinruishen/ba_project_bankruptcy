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3"/>
  </p:notesMasterIdLst>
  <p:sldIdLst>
    <p:sldId id="256" r:id="rId2"/>
    <p:sldId id="264" r:id="rId3"/>
    <p:sldId id="260" r:id="rId4"/>
    <p:sldId id="259" r:id="rId5"/>
    <p:sldId id="263" r:id="rId6"/>
    <p:sldId id="266" r:id="rId7"/>
    <p:sldId id="286" r:id="rId8"/>
    <p:sldId id="262" r:id="rId9"/>
    <p:sldId id="267" r:id="rId10"/>
    <p:sldId id="265" r:id="rId11"/>
    <p:sldId id="287" r:id="rId12"/>
  </p:sldIdLst>
  <p:sldSz cx="9144000" cy="5143500" type="screen16x9"/>
  <p:notesSz cx="6858000" cy="9144000"/>
  <p:embeddedFontLst>
    <p:embeddedFont>
      <p:font typeface="Chewy" panose="02010600030101010101" charset="0"/>
      <p:regular r:id="rId14"/>
    </p:embeddedFont>
    <p:embeddedFont>
      <p:font typeface="Nunito" pitchFamily="2" charset="0"/>
      <p:regular r:id="rId15"/>
      <p:bold r:id="rId16"/>
      <p:italic r:id="rId17"/>
      <p:boldItalic r:id="rId18"/>
    </p:embeddedFont>
    <p:embeddedFont>
      <p:font typeface="Ubuntu" panose="020B050403060203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05D8AB-0CFD-43CE-972A-9FCCADF23AA8}">
  <a:tblStyle styleId="{7505D8AB-0CFD-43CE-972A-9FCCADF23AA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4" autoAdjust="0"/>
    <p:restoredTop sz="56337" autoAdjust="0"/>
  </p:normalViewPr>
  <p:slideViewPr>
    <p:cSldViewPr snapToGrid="0">
      <p:cViewPr varScale="1">
        <p:scale>
          <a:sx n="66" d="100"/>
          <a:sy n="66" d="100"/>
        </p:scale>
        <p:origin x="1509"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effectLst/>
              </a:rPr>
              <a:t>Hello, everyone. My name is Xinrui Shen and I'm excited to present my Bankruptcy Prediction Project. This work focuses on using predictive analytics to spot early signs of corporate failure, turning raw financial data into actionable warnings for businesses.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dfc0182d06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dfc0182d06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In today’s uncertain economy, companies face serious risks from high debt, falling profits, and shocks like rising interest rates or global supply chain disruptions.</a:t>
            </a:r>
            <a:br>
              <a:rPr lang="en-US" dirty="0"/>
            </a:br>
            <a:r>
              <a:rPr lang="en-US" dirty="0"/>
              <a:t>Traditional financial analysis often reacts too slowly and relies on subjective judgment, so early warning signs are easily missed.</a:t>
            </a:r>
          </a:p>
          <a:p>
            <a:r>
              <a:rPr lang="en-US" dirty="0"/>
              <a:t>Bankruptcy doesn’t only hurt a company—it affects creditors, investors, employees, and even the overall market.</a:t>
            </a:r>
          </a:p>
          <a:p>
            <a:r>
              <a:rPr lang="en-US" dirty="0"/>
              <a:t>So my key question is: </a:t>
            </a:r>
            <a:r>
              <a:rPr lang="en-US" b="1" dirty="0"/>
              <a:t>Can financial statement data and predictive analytics help us forecast the probability of bankruptcy years in advance, so stakeholders can take action before failure happens?</a:t>
            </a:r>
            <a:endParaRPr lang="en-US"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dfab3271ff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dfab3271ff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For this study, I used  U.S. Corporate Bankruptcy Prediction dataset from Kaggle.</a:t>
            </a:r>
          </a:p>
          <a:p>
            <a:r>
              <a:rPr lang="en-US" dirty="0"/>
              <a:t>It contains </a:t>
            </a:r>
            <a:r>
              <a:rPr lang="en-US" b="1" dirty="0"/>
              <a:t>over 70,000 firm-year observations</a:t>
            </a:r>
            <a:r>
              <a:rPr lang="en-US" dirty="0"/>
              <a:t> between 1999 and 2018, with </a:t>
            </a:r>
            <a:r>
              <a:rPr lang="en-US" b="1" dirty="0"/>
              <a:t>21 financial statement variables.</a:t>
            </a:r>
            <a:endParaRPr lang="en-US" dirty="0"/>
          </a:p>
          <a:p>
            <a:r>
              <a:rPr lang="en-US" dirty="0"/>
              <a:t>The target variable is simple: bankrupt = 1, non-bankrupt = 0.</a:t>
            </a:r>
          </a:p>
          <a:p>
            <a:r>
              <a:rPr lang="en-US" dirty="0"/>
              <a:t>For my analysis, I focused on the most recent period, </a:t>
            </a:r>
            <a:r>
              <a:rPr lang="en-US" b="1" dirty="0"/>
              <a:t>2013–2018</a:t>
            </a:r>
            <a:r>
              <a:rPr lang="en-US" dirty="0"/>
              <a:t>, giving me </a:t>
            </a:r>
            <a:r>
              <a:rPr lang="en-US" b="1" dirty="0"/>
              <a:t>19,270 clean and reliable observations</a:t>
            </a:r>
          </a:p>
          <a:p>
            <a:r>
              <a:rPr lang="en-US" dirty="0">
                <a:effectLst/>
              </a:rPr>
              <a:t>Each record features 18 key financial variables from annual statements, and the table below shows the variable names and corresponding financial data.</a:t>
            </a:r>
            <a:endParaRPr lang="en-US" dirty="0"/>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dfab3271ff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dfab3271f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 data cleaning part, I checked for missing values, duplicates, inconsistencies, and abnormal entries. And the dataset was already structured and clean.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effectLst/>
              </a:rPr>
              <a:t>In exploratory data analysis, it is obvious that </a:t>
            </a:r>
            <a:r>
              <a:rPr lang="en-US" dirty="0"/>
              <a:t>Bankrupt companies tend to cluster in the extreme negative areas of key financial ratios.</a:t>
            </a:r>
            <a:r>
              <a:rPr lang="en-US" dirty="0">
                <a:effectLst/>
              </a:rPr>
              <a:t> Box plots shows that the survivors clustered around positive ratios, while failures closed toward the negatives.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dfc0182d06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 name="Google Shape;1025;gdfc0182d06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 faced some major challenges:</a:t>
            </a:r>
          </a:p>
          <a:p>
            <a:r>
              <a:rPr lang="en-US" b="1" dirty="0"/>
              <a:t>First</a:t>
            </a:r>
            <a:r>
              <a:rPr lang="en-US" dirty="0"/>
              <a:t>, bankruptcies are extremely rare, creating a serious class imbalance. A simple model could always predict “non-bankrupt” and show high accuracy—but it would be completely useless for detecting risk..</a:t>
            </a:r>
          </a:p>
          <a:p>
            <a:r>
              <a:rPr lang="en-US" b="1" dirty="0"/>
              <a:t>Second</a:t>
            </a:r>
            <a:r>
              <a:rPr lang="en-US" dirty="0"/>
              <a:t>, High Accuracy Can Be Misleading. The main focus is </a:t>
            </a:r>
            <a:r>
              <a:rPr lang="en-US" b="1" dirty="0"/>
              <a:t>recall</a:t>
            </a:r>
            <a:r>
              <a:rPr lang="en-US" dirty="0"/>
              <a:t> to identify high-risk companies. Missing even a small number of distressed firms could lead to major financial losses.</a:t>
            </a:r>
          </a:p>
          <a:p>
            <a:r>
              <a:rPr lang="en-US" dirty="0"/>
              <a:t>Finally, traditional tools like the Altman Z-Score can be useful, but they don’t always capture today’s fast-changing economic conditions.</a:t>
            </a:r>
          </a:p>
          <a:p>
            <a:r>
              <a:rPr lang="en-US" dirty="0"/>
              <a:t>So the goal was clear: </a:t>
            </a:r>
            <a:r>
              <a:rPr lang="en-US" b="1" dirty="0"/>
              <a:t>Build a model that catches rare bankruptcy cases with high recall, while staying transparent and explainable for real business use.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effectLst/>
              </a:rPr>
              <a:t>The Altman Z-Score is the world’s most famous and battle-tested bankruptcy prediction model. It combines five key financial ratios into a single score — the lower the score, the higher the probability of bankruptcy within the next 1–2 years.</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To overcome these challenges, my methodology follows a structured process.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For the Preprocessing part, </a:t>
            </a:r>
            <a:r>
              <a:rPr lang="en-US" dirty="0">
                <a:effectLst/>
              </a:rPr>
              <a:t>I constructed key financial ratios from the raw data to capture solvency, profitability, efficiency, and growth.</a:t>
            </a:r>
            <a:endParaRPr lang="en-US" dirty="0"/>
          </a:p>
          <a:p>
            <a:r>
              <a:rPr lang="en-US" dirty="0"/>
              <a:t>I standardized all features using the </a:t>
            </a:r>
            <a:r>
              <a:rPr lang="en-US" b="1" dirty="0" err="1"/>
              <a:t>StandardScaler</a:t>
            </a:r>
            <a:r>
              <a:rPr lang="en-US" b="1" dirty="0"/>
              <a:t> to </a:t>
            </a:r>
            <a:r>
              <a:rPr lang="en-US" dirty="0"/>
              <a:t>make the dataset more stable and ensures that features measured on different scales do not dominate the model’s behavior. </a:t>
            </a:r>
          </a:p>
          <a:p>
            <a:r>
              <a:rPr lang="en-US" dirty="0"/>
              <a:t>Then, the dataset was divided into training and testing sets using stratified sampling. I chose 80% for training and 20% for testing.</a:t>
            </a:r>
          </a:p>
          <a:p>
            <a:r>
              <a:rPr lang="en-US" dirty="0"/>
              <a:t>After that, I tested three models:</a:t>
            </a:r>
          </a:p>
          <a:p>
            <a:r>
              <a:rPr lang="en-US" dirty="0"/>
              <a:t>Logistic Regression: It achieved a high </a:t>
            </a:r>
            <a:r>
              <a:rPr lang="en-US" b="1" dirty="0"/>
              <a:t>accuracy</a:t>
            </a:r>
            <a:r>
              <a:rPr lang="en-US" dirty="0"/>
              <a:t>, But the recall for the failed class was 0%</a:t>
            </a:r>
          </a:p>
          <a:p>
            <a:r>
              <a:rPr lang="en-US" dirty="0"/>
              <a:t>Random Forest: The ROC-AUC demonstrates strong global discrimination, but the average precision was low.</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Decision Tree </a:t>
            </a:r>
            <a:r>
              <a:rPr lang="en-US" altLang="zh-CN" dirty="0"/>
              <a:t>is more meaningful and </a:t>
            </a:r>
            <a:r>
              <a:rPr lang="en-US" dirty="0"/>
              <a:t>performed best. It contains high accuracy and understandable financial probability.</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err="1">
                <a:effectLst/>
              </a:rPr>
              <a:t>StandardScaler</a:t>
            </a:r>
            <a:r>
              <a:rPr lang="en-US" dirty="0">
                <a:effectLst/>
              </a:rPr>
              <a:t> transforms each feature to have zero mean and unit variance (z-score), making features comparable regardless of their original scale.</a:t>
            </a: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effectLst/>
              </a:rPr>
              <a:t>Receiver Operating Characteristic Curve &amp; Area Under the Curve: How good is your model at sorting positives above negatives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effectLst/>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effectLst/>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a:extLst>
            <a:ext uri="{FF2B5EF4-FFF2-40B4-BE49-F238E27FC236}">
              <a16:creationId xmlns:a16="http://schemas.microsoft.com/office/drawing/2014/main" id="{4DB51FCE-213A-3AB3-9D61-142EAF544DC4}"/>
            </a:ext>
          </a:extLst>
        </p:cNvPr>
        <p:cNvGrpSpPr/>
        <p:nvPr/>
      </p:nvGrpSpPr>
      <p:grpSpPr>
        <a:xfrm>
          <a:off x="0" y="0"/>
          <a:ext cx="0" cy="0"/>
          <a:chOff x="0" y="0"/>
          <a:chExt cx="0" cy="0"/>
        </a:xfrm>
      </p:grpSpPr>
      <p:sp>
        <p:nvSpPr>
          <p:cNvPr id="1161" name="Google Shape;1161;gdfc0182d06_0_665:notes">
            <a:extLst>
              <a:ext uri="{FF2B5EF4-FFF2-40B4-BE49-F238E27FC236}">
                <a16:creationId xmlns:a16="http://schemas.microsoft.com/office/drawing/2014/main" id="{66422D57-DE23-7312-CA19-304589B22C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a:extLst>
              <a:ext uri="{FF2B5EF4-FFF2-40B4-BE49-F238E27FC236}">
                <a16:creationId xmlns:a16="http://schemas.microsoft.com/office/drawing/2014/main" id="{F4A1D666-4233-F2EC-592A-E3743AECB5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It has best balanced performance for imbalances data. It captured more than one-quarter of all bankrupt companies, improving minority-class recall while maintaining high accuracy.</a:t>
            </a:r>
          </a:p>
          <a:p>
            <a:r>
              <a:rPr lang="en-US" dirty="0"/>
              <a:t> The top-level splits immediately show how financial ratios contribute to bankruptcy risk and reflect classical financial logic—first evaluate profits, then capital structure, then debt-paying ability, and finally liquidity.</a:t>
            </a:r>
          </a:p>
          <a:p>
            <a:r>
              <a:rPr lang="en-US" dirty="0"/>
              <a:t>Here is a visual picture of the module. </a:t>
            </a:r>
          </a:p>
          <a:p>
            <a:r>
              <a:rPr lang="en-US" dirty="0"/>
              <a:t>It reveals the financial deterioration path of distressed companies.</a:t>
            </a:r>
            <a:br>
              <a:rPr lang="en-US" dirty="0"/>
            </a:br>
            <a:r>
              <a:rPr lang="en-US" dirty="0"/>
              <a:t>For example: Managers can see: </a:t>
            </a:r>
            <a:r>
              <a:rPr lang="en-US" i="1" dirty="0"/>
              <a:t>which ratios fail first or how indicators interact</a:t>
            </a:r>
            <a:r>
              <a:rPr lang="en-US" dirty="0"/>
              <a:t>,</a:t>
            </a:r>
          </a:p>
          <a:p>
            <a:endParaRPr dirty="0"/>
          </a:p>
        </p:txBody>
      </p:sp>
    </p:spTree>
    <p:extLst>
      <p:ext uri="{BB962C8B-B14F-4D97-AF65-F5344CB8AC3E}">
        <p14:creationId xmlns:p14="http://schemas.microsoft.com/office/powerpoint/2010/main" val="3158685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dfc0182d06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dfc0182d06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From the model, there ate three main insights:</a:t>
            </a:r>
          </a:p>
          <a:p>
            <a:r>
              <a:rPr lang="en-US" b="1" dirty="0"/>
              <a:t>First, Liquidity and Efficiency.</a:t>
            </a:r>
            <a:br>
              <a:rPr lang="en-US" dirty="0"/>
            </a:br>
            <a:r>
              <a:rPr lang="en-US" dirty="0"/>
              <a:t>Early warning signs often appear when a company struggles with short-term liquidity or uses its assets less effectively. These declines usually indicate that financial pressure is starting to build.</a:t>
            </a:r>
          </a:p>
          <a:p>
            <a:r>
              <a:rPr lang="en-US" b="1" dirty="0"/>
              <a:t>Second, Leverage and Cash Flow.</a:t>
            </a:r>
            <a:br>
              <a:rPr lang="en-US" dirty="0"/>
            </a:br>
            <a:r>
              <a:rPr lang="en-US" dirty="0"/>
              <a:t>When a firm carries high debt but generates weak profitability, financial stress increases quickly. Limited cash flow makes it harder for the company to stabilize and respond to challenges.</a:t>
            </a:r>
          </a:p>
          <a:p>
            <a:r>
              <a:rPr lang="en-US" b="1" dirty="0"/>
              <a:t>Finally, Size is not a guarantee of safety.</a:t>
            </a:r>
            <a:br>
              <a:rPr lang="en-US" dirty="0"/>
            </a:br>
            <a:r>
              <a:rPr lang="en-US" dirty="0"/>
              <a:t>Even large and established companies can fail if their core financial ratios weaken. Past performance cannot replace continuous financial health.</a:t>
            </a:r>
          </a:p>
          <a:p>
            <a:endParaRPr lang="en-US" dirty="0"/>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For </a:t>
            </a:r>
            <a:r>
              <a:rPr lang="en-US" b="1" dirty="0"/>
              <a:t>banks and lenders</a:t>
            </a:r>
            <a:r>
              <a:rPr lang="en-US" dirty="0"/>
              <a:t>, these insights support earlier and smarter credit decisions. They can reduce bad loans and keep the financial system more stable.</a:t>
            </a:r>
          </a:p>
          <a:p>
            <a:r>
              <a:rPr lang="en-US" dirty="0"/>
              <a:t>For </a:t>
            </a:r>
            <a:r>
              <a:rPr lang="en-US" b="1" dirty="0"/>
              <a:t>investors</a:t>
            </a:r>
            <a:r>
              <a:rPr lang="en-US" dirty="0"/>
              <a:t>, the model helps them avoid hidden “financial traps” and choose companies with healthier fundamentals, making their portfolios more resilient.</a:t>
            </a:r>
          </a:p>
          <a:p>
            <a:r>
              <a:rPr lang="en-US" dirty="0"/>
              <a:t>For </a:t>
            </a:r>
            <a:r>
              <a:rPr lang="en-US" b="1" dirty="0"/>
              <a:t>regulators</a:t>
            </a:r>
            <a:r>
              <a:rPr lang="en-US" dirty="0"/>
              <a:t>, it offers a way to monitor risk across entire industries, which helps prevent larger problems, such as supply chain disruptions or rising unemployment.</a:t>
            </a:r>
          </a:p>
          <a:p>
            <a:r>
              <a:rPr lang="en-US" dirty="0"/>
              <a:t>And for </a:t>
            </a:r>
            <a:r>
              <a:rPr lang="en-US" b="1" dirty="0"/>
              <a:t>companies themselves</a:t>
            </a:r>
            <a:r>
              <a:rPr lang="en-US" dirty="0"/>
              <a:t>, early warning signals give management time to take corrective actions—such as adjusting operations or restructuring debt—to protect long-term stability.</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dfc0182d06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dfc0182d06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Finally, Here are some actionable recommendations:</a:t>
            </a:r>
          </a:p>
          <a:p>
            <a:r>
              <a:rPr lang="en-US" b="1" dirty="0"/>
              <a:t>First, an Early-Warning Dashboard.</a:t>
            </a:r>
            <a:br>
              <a:rPr lang="en-US" dirty="0"/>
            </a:br>
            <a:r>
              <a:rPr lang="en-US" dirty="0"/>
              <a:t>Companies should monitor key financial ratios in real time with automated alerts. This helps managers spot problems immediately instead of waiting for yearly financial reports.</a:t>
            </a:r>
          </a:p>
          <a:p>
            <a:r>
              <a:rPr lang="en-US" b="1" dirty="0"/>
              <a:t>Second, a Financial Red-Line Policy.</a:t>
            </a:r>
            <a:br>
              <a:rPr lang="en-US" dirty="0"/>
            </a:br>
            <a:r>
              <a:rPr lang="en-US" dirty="0"/>
              <a:t>Firms should set minimum liquidity levels, leverage limits, and cash-flow thresholds. When these thresholds are crossed, they should act early rather than hoping conditions improve.</a:t>
            </a:r>
          </a:p>
          <a:p>
            <a:r>
              <a:rPr lang="en-US" b="1" dirty="0"/>
              <a:t>Finally, adopting the Decision Tree for risk management.</a:t>
            </a:r>
            <a:br>
              <a:rPr lang="en-US" dirty="0"/>
            </a:br>
            <a:r>
              <a:rPr lang="en-US" dirty="0"/>
              <a:t>The model is simple, transparent, and easy to explain. Because of this, it works well as a core risk-assessment tool for banks, companies, and auditors.</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a:extLst>
            <a:ext uri="{FF2B5EF4-FFF2-40B4-BE49-F238E27FC236}">
              <a16:creationId xmlns:a16="http://schemas.microsoft.com/office/drawing/2014/main" id="{036A56C1-E9F6-3D30-8FC6-94F1AF8A1F4B}"/>
            </a:ext>
          </a:extLst>
        </p:cNvPr>
        <p:cNvGrpSpPr/>
        <p:nvPr/>
      </p:nvGrpSpPr>
      <p:grpSpPr>
        <a:xfrm>
          <a:off x="0" y="0"/>
          <a:ext cx="0" cy="0"/>
          <a:chOff x="0" y="0"/>
          <a:chExt cx="0" cy="0"/>
        </a:xfrm>
      </p:grpSpPr>
      <p:sp>
        <p:nvSpPr>
          <p:cNvPr id="1142" name="Google Shape;1142;gdfc0182d06_0_511:notes">
            <a:extLst>
              <a:ext uri="{FF2B5EF4-FFF2-40B4-BE49-F238E27FC236}">
                <a16:creationId xmlns:a16="http://schemas.microsoft.com/office/drawing/2014/main" id="{82924D7B-7EEF-C25A-0972-E04293DEA0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dfc0182d06_0_511:notes">
            <a:extLst>
              <a:ext uri="{FF2B5EF4-FFF2-40B4-BE49-F238E27FC236}">
                <a16:creationId xmlns:a16="http://schemas.microsoft.com/office/drawing/2014/main" id="{49388466-A4F1-1E6E-8B91-47B69D1973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84372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318425" y="445013"/>
            <a:ext cx="1297450" cy="477875"/>
            <a:chOff x="318425" y="357163"/>
            <a:chExt cx="1297450" cy="477875"/>
          </a:xfrm>
        </p:grpSpPr>
        <p:grpSp>
          <p:nvGrpSpPr>
            <p:cNvPr id="12" name="Google Shape;12;p2"/>
            <p:cNvGrpSpPr/>
            <p:nvPr/>
          </p:nvGrpSpPr>
          <p:grpSpPr>
            <a:xfrm rot="10800000" flipH="1">
              <a:off x="455850" y="467250"/>
              <a:ext cx="1160025" cy="257725"/>
              <a:chOff x="3464600" y="3479675"/>
              <a:chExt cx="1160025" cy="257725"/>
            </a:xfrm>
          </p:grpSpPr>
          <p:sp>
            <p:nvSpPr>
              <p:cNvPr id="13" name="Google Shape;13;p2"/>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318425" y="357163"/>
              <a:ext cx="495375" cy="477875"/>
              <a:chOff x="3881575" y="2684100"/>
              <a:chExt cx="495375" cy="477875"/>
            </a:xfrm>
          </p:grpSpPr>
          <p:sp>
            <p:nvSpPr>
              <p:cNvPr id="16" name="Google Shape;16;p2"/>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 name="Google Shape;19;p2"/>
          <p:cNvSpPr txBox="1">
            <a:spLocks noGrp="1"/>
          </p:cNvSpPr>
          <p:nvPr>
            <p:ph type="ctrTitle"/>
          </p:nvPr>
        </p:nvSpPr>
        <p:spPr>
          <a:xfrm>
            <a:off x="713225" y="1227300"/>
            <a:ext cx="6257700" cy="20733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7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0" name="Google Shape;20;p2"/>
          <p:cNvSpPr txBox="1">
            <a:spLocks noGrp="1"/>
          </p:cNvSpPr>
          <p:nvPr>
            <p:ph type="subTitle" idx="1"/>
          </p:nvPr>
        </p:nvSpPr>
        <p:spPr>
          <a:xfrm>
            <a:off x="713225" y="3300600"/>
            <a:ext cx="2993100" cy="61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21" name="Google Shape;21;p2"/>
          <p:cNvGrpSpPr/>
          <p:nvPr/>
        </p:nvGrpSpPr>
        <p:grpSpPr>
          <a:xfrm rot="8100000" flipH="1">
            <a:off x="414832" y="4360489"/>
            <a:ext cx="495370" cy="477870"/>
            <a:chOff x="3881575" y="2684100"/>
            <a:chExt cx="495375" cy="477875"/>
          </a:xfrm>
        </p:grpSpPr>
        <p:sp>
          <p:nvSpPr>
            <p:cNvPr id="22" name="Google Shape;22;p2"/>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3"/>
          <p:cNvGrpSpPr/>
          <p:nvPr/>
        </p:nvGrpSpPr>
        <p:grpSpPr>
          <a:xfrm>
            <a:off x="7545300" y="445025"/>
            <a:ext cx="1297450" cy="477875"/>
            <a:chOff x="7164300" y="445025"/>
            <a:chExt cx="1297450" cy="477875"/>
          </a:xfrm>
        </p:grpSpPr>
        <p:grpSp>
          <p:nvGrpSpPr>
            <p:cNvPr id="28" name="Google Shape;28;p3"/>
            <p:cNvGrpSpPr/>
            <p:nvPr/>
          </p:nvGrpSpPr>
          <p:grpSpPr>
            <a:xfrm flipH="1">
              <a:off x="7164300" y="555088"/>
              <a:ext cx="1160025" cy="257725"/>
              <a:chOff x="3464600" y="3479675"/>
              <a:chExt cx="1160025" cy="257725"/>
            </a:xfrm>
          </p:grpSpPr>
          <p:sp>
            <p:nvSpPr>
              <p:cNvPr id="29" name="Google Shape;29;p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3"/>
            <p:cNvGrpSpPr/>
            <p:nvPr/>
          </p:nvGrpSpPr>
          <p:grpSpPr>
            <a:xfrm rot="10800000">
              <a:off x="7966375" y="445025"/>
              <a:ext cx="495375" cy="477875"/>
              <a:chOff x="3881575" y="2684100"/>
              <a:chExt cx="495375" cy="477875"/>
            </a:xfrm>
          </p:grpSpPr>
          <p:sp>
            <p:nvSpPr>
              <p:cNvPr id="32" name="Google Shape;32;p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 name="Google Shape;35;p3"/>
          <p:cNvSpPr txBox="1">
            <a:spLocks noGrp="1"/>
          </p:cNvSpPr>
          <p:nvPr>
            <p:ph type="title"/>
          </p:nvPr>
        </p:nvSpPr>
        <p:spPr>
          <a:xfrm>
            <a:off x="3434275" y="2349600"/>
            <a:ext cx="4996500" cy="994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4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6" name="Google Shape;36;p3"/>
          <p:cNvSpPr txBox="1">
            <a:spLocks noGrp="1"/>
          </p:cNvSpPr>
          <p:nvPr>
            <p:ph type="subTitle" idx="1"/>
          </p:nvPr>
        </p:nvSpPr>
        <p:spPr>
          <a:xfrm>
            <a:off x="5348875" y="3321300"/>
            <a:ext cx="3081900" cy="593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3"/>
          <p:cNvSpPr txBox="1">
            <a:spLocks noGrp="1"/>
          </p:cNvSpPr>
          <p:nvPr>
            <p:ph type="title" idx="2" hasCustomPrompt="1"/>
          </p:nvPr>
        </p:nvSpPr>
        <p:spPr>
          <a:xfrm>
            <a:off x="5127175" y="1228800"/>
            <a:ext cx="3303600" cy="1120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8600"/>
              <a:buNone/>
              <a:defRPr sz="8600">
                <a:solidFill>
                  <a:schemeClr val="dk2"/>
                </a:solidFill>
              </a:defRPr>
            </a:lvl1pPr>
            <a:lvl2pPr lvl="1" algn="ctr" rtl="0">
              <a:spcBef>
                <a:spcPts val="0"/>
              </a:spcBef>
              <a:spcAft>
                <a:spcPts val="0"/>
              </a:spcAft>
              <a:buSzPts val="8600"/>
              <a:buNone/>
              <a:defRPr sz="8600"/>
            </a:lvl2pPr>
            <a:lvl3pPr lvl="2" algn="ctr" rtl="0">
              <a:spcBef>
                <a:spcPts val="0"/>
              </a:spcBef>
              <a:spcAft>
                <a:spcPts val="0"/>
              </a:spcAft>
              <a:buSzPts val="8600"/>
              <a:buNone/>
              <a:defRPr sz="8600"/>
            </a:lvl3pPr>
            <a:lvl4pPr lvl="3" algn="ctr" rtl="0">
              <a:spcBef>
                <a:spcPts val="0"/>
              </a:spcBef>
              <a:spcAft>
                <a:spcPts val="0"/>
              </a:spcAft>
              <a:buSzPts val="8600"/>
              <a:buNone/>
              <a:defRPr sz="8600"/>
            </a:lvl4pPr>
            <a:lvl5pPr lvl="4" algn="ctr" rtl="0">
              <a:spcBef>
                <a:spcPts val="0"/>
              </a:spcBef>
              <a:spcAft>
                <a:spcPts val="0"/>
              </a:spcAft>
              <a:buSzPts val="8600"/>
              <a:buNone/>
              <a:defRPr sz="8600"/>
            </a:lvl5pPr>
            <a:lvl6pPr lvl="5" algn="ctr" rtl="0">
              <a:spcBef>
                <a:spcPts val="0"/>
              </a:spcBef>
              <a:spcAft>
                <a:spcPts val="0"/>
              </a:spcAft>
              <a:buSzPts val="8600"/>
              <a:buNone/>
              <a:defRPr sz="8600"/>
            </a:lvl6pPr>
            <a:lvl7pPr lvl="6" algn="ctr" rtl="0">
              <a:spcBef>
                <a:spcPts val="0"/>
              </a:spcBef>
              <a:spcAft>
                <a:spcPts val="0"/>
              </a:spcAft>
              <a:buSzPts val="8600"/>
              <a:buNone/>
              <a:defRPr sz="8600"/>
            </a:lvl7pPr>
            <a:lvl8pPr lvl="7" algn="ctr" rtl="0">
              <a:spcBef>
                <a:spcPts val="0"/>
              </a:spcBef>
              <a:spcAft>
                <a:spcPts val="0"/>
              </a:spcAft>
              <a:buSzPts val="8600"/>
              <a:buNone/>
              <a:defRPr sz="8600"/>
            </a:lvl8pPr>
            <a:lvl9pPr lvl="8" algn="ctr" rtl="0">
              <a:spcBef>
                <a:spcPts val="0"/>
              </a:spcBef>
              <a:spcAft>
                <a:spcPts val="0"/>
              </a:spcAft>
              <a:buSzPts val="8600"/>
              <a:buNone/>
              <a:defRPr sz="86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5"/>
        <p:cNvGrpSpPr/>
        <p:nvPr/>
      </p:nvGrpSpPr>
      <p:grpSpPr>
        <a:xfrm>
          <a:off x="0" y="0"/>
          <a:ext cx="0" cy="0"/>
          <a:chOff x="0" y="0"/>
          <a:chExt cx="0" cy="0"/>
        </a:xfrm>
      </p:grpSpPr>
      <p:sp>
        <p:nvSpPr>
          <p:cNvPr id="106" name="Google Shape;106;p9"/>
          <p:cNvSpPr/>
          <p:nvPr/>
        </p:nvSpPr>
        <p:spPr>
          <a:xfrm flipH="1">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9"/>
          <p:cNvGrpSpPr/>
          <p:nvPr/>
        </p:nvGrpSpPr>
        <p:grpSpPr>
          <a:xfrm rot="8100000" flipH="1">
            <a:off x="414832" y="4360489"/>
            <a:ext cx="495370" cy="477870"/>
            <a:chOff x="3881575" y="2684100"/>
            <a:chExt cx="495375" cy="477875"/>
          </a:xfrm>
        </p:grpSpPr>
        <p:sp>
          <p:nvSpPr>
            <p:cNvPr id="108" name="Google Shape;108;p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 name="Google Shape;111;p9"/>
          <p:cNvGrpSpPr/>
          <p:nvPr/>
        </p:nvGrpSpPr>
        <p:grpSpPr>
          <a:xfrm>
            <a:off x="7545300" y="445025"/>
            <a:ext cx="1297450" cy="477875"/>
            <a:chOff x="7164300" y="445025"/>
            <a:chExt cx="1297450" cy="477875"/>
          </a:xfrm>
        </p:grpSpPr>
        <p:grpSp>
          <p:nvGrpSpPr>
            <p:cNvPr id="112" name="Google Shape;112;p9"/>
            <p:cNvGrpSpPr/>
            <p:nvPr/>
          </p:nvGrpSpPr>
          <p:grpSpPr>
            <a:xfrm flipH="1">
              <a:off x="7164300" y="555088"/>
              <a:ext cx="1160025" cy="257725"/>
              <a:chOff x="3464600" y="3479675"/>
              <a:chExt cx="1160025" cy="257725"/>
            </a:xfrm>
          </p:grpSpPr>
          <p:sp>
            <p:nvSpPr>
              <p:cNvPr id="113" name="Google Shape;113;p9"/>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9"/>
            <p:cNvGrpSpPr/>
            <p:nvPr/>
          </p:nvGrpSpPr>
          <p:grpSpPr>
            <a:xfrm rot="10800000">
              <a:off x="7966375" y="445025"/>
              <a:ext cx="495375" cy="477875"/>
              <a:chOff x="3881575" y="2684100"/>
              <a:chExt cx="495375" cy="477875"/>
            </a:xfrm>
          </p:grpSpPr>
          <p:sp>
            <p:nvSpPr>
              <p:cNvPr id="116" name="Google Shape;116;p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9" name="Google Shape;119;p9"/>
          <p:cNvSpPr txBox="1">
            <a:spLocks noGrp="1"/>
          </p:cNvSpPr>
          <p:nvPr>
            <p:ph type="title"/>
          </p:nvPr>
        </p:nvSpPr>
        <p:spPr>
          <a:xfrm>
            <a:off x="713225" y="1321350"/>
            <a:ext cx="3683700" cy="14823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10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20" name="Google Shape;120;p9"/>
          <p:cNvSpPr txBox="1">
            <a:spLocks noGrp="1"/>
          </p:cNvSpPr>
          <p:nvPr>
            <p:ph type="subTitle" idx="1"/>
          </p:nvPr>
        </p:nvSpPr>
        <p:spPr>
          <a:xfrm>
            <a:off x="713225" y="2803650"/>
            <a:ext cx="3683700" cy="101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76"/>
        <p:cNvGrpSpPr/>
        <p:nvPr/>
      </p:nvGrpSpPr>
      <p:grpSpPr>
        <a:xfrm>
          <a:off x="0" y="0"/>
          <a:ext cx="0" cy="0"/>
          <a:chOff x="0" y="0"/>
          <a:chExt cx="0" cy="0"/>
        </a:xfrm>
      </p:grpSpPr>
      <p:sp>
        <p:nvSpPr>
          <p:cNvPr id="177" name="Google Shape;177;p14"/>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 name="Google Shape;178;p14"/>
          <p:cNvGrpSpPr/>
          <p:nvPr/>
        </p:nvGrpSpPr>
        <p:grpSpPr>
          <a:xfrm rot="-5547522">
            <a:off x="320091" y="4360485"/>
            <a:ext cx="495385" cy="477885"/>
            <a:chOff x="3881575" y="2684100"/>
            <a:chExt cx="495375" cy="477875"/>
          </a:xfrm>
        </p:grpSpPr>
        <p:sp>
          <p:nvSpPr>
            <p:cNvPr id="179" name="Google Shape;179;p1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 name="Google Shape;182;p14"/>
          <p:cNvGrpSpPr/>
          <p:nvPr/>
        </p:nvGrpSpPr>
        <p:grpSpPr>
          <a:xfrm>
            <a:off x="7545300" y="445025"/>
            <a:ext cx="1297450" cy="477875"/>
            <a:chOff x="7164300" y="445025"/>
            <a:chExt cx="1297450" cy="477875"/>
          </a:xfrm>
        </p:grpSpPr>
        <p:grpSp>
          <p:nvGrpSpPr>
            <p:cNvPr id="183" name="Google Shape;183;p14"/>
            <p:cNvGrpSpPr/>
            <p:nvPr/>
          </p:nvGrpSpPr>
          <p:grpSpPr>
            <a:xfrm flipH="1">
              <a:off x="7164300" y="555088"/>
              <a:ext cx="1160025" cy="257725"/>
              <a:chOff x="3464600" y="3479675"/>
              <a:chExt cx="1160025" cy="257725"/>
            </a:xfrm>
          </p:grpSpPr>
          <p:sp>
            <p:nvSpPr>
              <p:cNvPr id="184" name="Google Shape;184;p1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 name="Google Shape;186;p14"/>
            <p:cNvGrpSpPr/>
            <p:nvPr/>
          </p:nvGrpSpPr>
          <p:grpSpPr>
            <a:xfrm rot="10800000">
              <a:off x="7966375" y="445025"/>
              <a:ext cx="495375" cy="477875"/>
              <a:chOff x="3881575" y="2684100"/>
              <a:chExt cx="495375" cy="477875"/>
            </a:xfrm>
          </p:grpSpPr>
          <p:sp>
            <p:nvSpPr>
              <p:cNvPr id="187" name="Google Shape;187;p1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0" name="Google Shape;190;p14"/>
          <p:cNvSpPr txBox="1">
            <a:spLocks noGrp="1"/>
          </p:cNvSpPr>
          <p:nvPr>
            <p:ph type="title"/>
          </p:nvPr>
        </p:nvSpPr>
        <p:spPr>
          <a:xfrm flipH="1">
            <a:off x="713225" y="3071188"/>
            <a:ext cx="3858900" cy="477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800"/>
              <a:buNone/>
              <a:defRPr sz="2000"/>
            </a:lvl1pPr>
            <a:lvl2pPr lvl="1" rtl="0">
              <a:spcBef>
                <a:spcPts val="0"/>
              </a:spcBef>
              <a:spcAft>
                <a:spcPts val="0"/>
              </a:spcAft>
              <a:buClr>
                <a:schemeClr val="accent2"/>
              </a:buClr>
              <a:buSzPts val="1800"/>
              <a:buNone/>
              <a:defRPr sz="1800">
                <a:solidFill>
                  <a:schemeClr val="accent2"/>
                </a:solidFill>
              </a:defRPr>
            </a:lvl2pPr>
            <a:lvl3pPr lvl="2" rtl="0">
              <a:spcBef>
                <a:spcPts val="0"/>
              </a:spcBef>
              <a:spcAft>
                <a:spcPts val="0"/>
              </a:spcAft>
              <a:buClr>
                <a:schemeClr val="accent2"/>
              </a:buClr>
              <a:buSzPts val="1800"/>
              <a:buNone/>
              <a:defRPr sz="1800">
                <a:solidFill>
                  <a:schemeClr val="accent2"/>
                </a:solidFill>
              </a:defRPr>
            </a:lvl3pPr>
            <a:lvl4pPr lvl="3" rtl="0">
              <a:spcBef>
                <a:spcPts val="0"/>
              </a:spcBef>
              <a:spcAft>
                <a:spcPts val="0"/>
              </a:spcAft>
              <a:buClr>
                <a:schemeClr val="accent2"/>
              </a:buClr>
              <a:buSzPts val="1800"/>
              <a:buNone/>
              <a:defRPr sz="1800">
                <a:solidFill>
                  <a:schemeClr val="accent2"/>
                </a:solidFill>
              </a:defRPr>
            </a:lvl4pPr>
            <a:lvl5pPr lvl="4" rtl="0">
              <a:spcBef>
                <a:spcPts val="0"/>
              </a:spcBef>
              <a:spcAft>
                <a:spcPts val="0"/>
              </a:spcAft>
              <a:buClr>
                <a:schemeClr val="accent2"/>
              </a:buClr>
              <a:buSzPts val="1800"/>
              <a:buNone/>
              <a:defRPr sz="1800">
                <a:solidFill>
                  <a:schemeClr val="accent2"/>
                </a:solidFill>
              </a:defRPr>
            </a:lvl5pPr>
            <a:lvl6pPr lvl="5" rtl="0">
              <a:spcBef>
                <a:spcPts val="0"/>
              </a:spcBef>
              <a:spcAft>
                <a:spcPts val="0"/>
              </a:spcAft>
              <a:buClr>
                <a:schemeClr val="accent2"/>
              </a:buClr>
              <a:buSzPts val="1800"/>
              <a:buNone/>
              <a:defRPr sz="1800">
                <a:solidFill>
                  <a:schemeClr val="accent2"/>
                </a:solidFill>
              </a:defRPr>
            </a:lvl6pPr>
            <a:lvl7pPr lvl="6" rtl="0">
              <a:spcBef>
                <a:spcPts val="0"/>
              </a:spcBef>
              <a:spcAft>
                <a:spcPts val="0"/>
              </a:spcAft>
              <a:buClr>
                <a:schemeClr val="accent2"/>
              </a:buClr>
              <a:buSzPts val="1800"/>
              <a:buNone/>
              <a:defRPr sz="1800">
                <a:solidFill>
                  <a:schemeClr val="accent2"/>
                </a:solidFill>
              </a:defRPr>
            </a:lvl7pPr>
            <a:lvl8pPr lvl="7" rtl="0">
              <a:spcBef>
                <a:spcPts val="0"/>
              </a:spcBef>
              <a:spcAft>
                <a:spcPts val="0"/>
              </a:spcAft>
              <a:buClr>
                <a:schemeClr val="accent2"/>
              </a:buClr>
              <a:buSzPts val="1800"/>
              <a:buNone/>
              <a:defRPr sz="1800">
                <a:solidFill>
                  <a:schemeClr val="accent2"/>
                </a:solidFill>
              </a:defRPr>
            </a:lvl8pPr>
            <a:lvl9pPr lvl="8" rtl="0">
              <a:spcBef>
                <a:spcPts val="0"/>
              </a:spcBef>
              <a:spcAft>
                <a:spcPts val="0"/>
              </a:spcAft>
              <a:buClr>
                <a:schemeClr val="accent2"/>
              </a:buClr>
              <a:buSzPts val="1800"/>
              <a:buNone/>
              <a:defRPr sz="1800">
                <a:solidFill>
                  <a:schemeClr val="accent2"/>
                </a:solidFill>
              </a:defRPr>
            </a:lvl9pPr>
          </a:lstStyle>
          <a:p>
            <a:endParaRPr/>
          </a:p>
        </p:txBody>
      </p:sp>
      <p:sp>
        <p:nvSpPr>
          <p:cNvPr id="191" name="Google Shape;191;p14"/>
          <p:cNvSpPr txBox="1">
            <a:spLocks noGrp="1"/>
          </p:cNvSpPr>
          <p:nvPr>
            <p:ph type="subTitle" idx="1"/>
          </p:nvPr>
        </p:nvSpPr>
        <p:spPr>
          <a:xfrm flipH="1">
            <a:off x="713100" y="1594413"/>
            <a:ext cx="3858900" cy="13641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1">
  <p:cSld name="CUSTOM_3">
    <p:spTree>
      <p:nvGrpSpPr>
        <p:cNvPr id="1" name="Shape 192"/>
        <p:cNvGrpSpPr/>
        <p:nvPr/>
      </p:nvGrpSpPr>
      <p:grpSpPr>
        <a:xfrm>
          <a:off x="0" y="0"/>
          <a:ext cx="0" cy="0"/>
          <a:chOff x="0" y="0"/>
          <a:chExt cx="0" cy="0"/>
        </a:xfrm>
      </p:grpSpPr>
      <p:sp>
        <p:nvSpPr>
          <p:cNvPr id="193" name="Google Shape;193;p15"/>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 name="Google Shape;194;p15"/>
          <p:cNvGrpSpPr/>
          <p:nvPr/>
        </p:nvGrpSpPr>
        <p:grpSpPr>
          <a:xfrm rot="10800000">
            <a:off x="470413" y="445025"/>
            <a:ext cx="495375" cy="477875"/>
            <a:chOff x="3881575" y="2684100"/>
            <a:chExt cx="495375" cy="477875"/>
          </a:xfrm>
        </p:grpSpPr>
        <p:sp>
          <p:nvSpPr>
            <p:cNvPr id="195" name="Google Shape;195;p1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5"/>
          <p:cNvGrpSpPr/>
          <p:nvPr/>
        </p:nvGrpSpPr>
        <p:grpSpPr>
          <a:xfrm>
            <a:off x="7545300" y="445025"/>
            <a:ext cx="1297450" cy="477875"/>
            <a:chOff x="7164300" y="445025"/>
            <a:chExt cx="1297450" cy="477875"/>
          </a:xfrm>
        </p:grpSpPr>
        <p:grpSp>
          <p:nvGrpSpPr>
            <p:cNvPr id="199" name="Google Shape;199;p15"/>
            <p:cNvGrpSpPr/>
            <p:nvPr/>
          </p:nvGrpSpPr>
          <p:grpSpPr>
            <a:xfrm flipH="1">
              <a:off x="7164300" y="555088"/>
              <a:ext cx="1160025" cy="257725"/>
              <a:chOff x="3464600" y="3479675"/>
              <a:chExt cx="1160025" cy="257725"/>
            </a:xfrm>
          </p:grpSpPr>
          <p:sp>
            <p:nvSpPr>
              <p:cNvPr id="200" name="Google Shape;200;p1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 name="Google Shape;202;p15"/>
            <p:cNvGrpSpPr/>
            <p:nvPr/>
          </p:nvGrpSpPr>
          <p:grpSpPr>
            <a:xfrm rot="10800000">
              <a:off x="7966375" y="445025"/>
              <a:ext cx="495375" cy="477875"/>
              <a:chOff x="3881575" y="2684100"/>
              <a:chExt cx="495375" cy="477875"/>
            </a:xfrm>
          </p:grpSpPr>
          <p:sp>
            <p:nvSpPr>
              <p:cNvPr id="203" name="Google Shape;203;p1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6" name="Google Shape;206;p15"/>
          <p:cNvSpPr txBox="1">
            <a:spLocks noGrp="1"/>
          </p:cNvSpPr>
          <p:nvPr>
            <p:ph type="title"/>
          </p:nvPr>
        </p:nvSpPr>
        <p:spPr>
          <a:xfrm flipH="1">
            <a:off x="713225" y="2348313"/>
            <a:ext cx="4996500" cy="994800"/>
          </a:xfrm>
          <a:prstGeom prst="rect">
            <a:avLst/>
          </a:prstGeom>
        </p:spPr>
        <p:txBody>
          <a:bodyPr spcFirstLastPara="1" wrap="square" lIns="91425" tIns="91425" rIns="91425" bIns="91425" anchor="ctr" anchorCtr="0">
            <a:noAutofit/>
          </a:bodyPr>
          <a:lstStyle>
            <a:lvl1pPr lvl="0" rtl="0">
              <a:spcBef>
                <a:spcPts val="0"/>
              </a:spcBef>
              <a:spcAft>
                <a:spcPts val="0"/>
              </a:spcAft>
              <a:buSzPts val="54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7" name="Google Shape;207;p15"/>
          <p:cNvSpPr txBox="1">
            <a:spLocks noGrp="1"/>
          </p:cNvSpPr>
          <p:nvPr>
            <p:ph type="subTitle" idx="1"/>
          </p:nvPr>
        </p:nvSpPr>
        <p:spPr>
          <a:xfrm flipH="1">
            <a:off x="713225" y="3322588"/>
            <a:ext cx="30819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08" name="Google Shape;208;p15"/>
          <p:cNvSpPr txBox="1">
            <a:spLocks noGrp="1"/>
          </p:cNvSpPr>
          <p:nvPr>
            <p:ph type="title" idx="2" hasCustomPrompt="1"/>
          </p:nvPr>
        </p:nvSpPr>
        <p:spPr>
          <a:xfrm flipH="1">
            <a:off x="713225" y="1227513"/>
            <a:ext cx="3303600" cy="1120800"/>
          </a:xfrm>
          <a:prstGeom prst="rect">
            <a:avLst/>
          </a:prstGeom>
        </p:spPr>
        <p:txBody>
          <a:bodyPr spcFirstLastPara="1" wrap="square" lIns="91425" tIns="91425" rIns="91425" bIns="91425" anchor="ctr" anchorCtr="0">
            <a:noAutofit/>
          </a:bodyPr>
          <a:lstStyle>
            <a:lvl1pPr lvl="0" rtl="0">
              <a:spcBef>
                <a:spcPts val="0"/>
              </a:spcBef>
              <a:spcAft>
                <a:spcPts val="0"/>
              </a:spcAft>
              <a:buSzPts val="8600"/>
              <a:buNone/>
              <a:defRPr sz="8600">
                <a:solidFill>
                  <a:schemeClr val="dk2"/>
                </a:solidFill>
              </a:defRPr>
            </a:lvl1pPr>
            <a:lvl2pPr lvl="1" algn="ctr" rtl="0">
              <a:spcBef>
                <a:spcPts val="0"/>
              </a:spcBef>
              <a:spcAft>
                <a:spcPts val="0"/>
              </a:spcAft>
              <a:buSzPts val="8600"/>
              <a:buNone/>
              <a:defRPr sz="8600"/>
            </a:lvl2pPr>
            <a:lvl3pPr lvl="2" algn="ctr" rtl="0">
              <a:spcBef>
                <a:spcPts val="0"/>
              </a:spcBef>
              <a:spcAft>
                <a:spcPts val="0"/>
              </a:spcAft>
              <a:buSzPts val="8600"/>
              <a:buNone/>
              <a:defRPr sz="8600"/>
            </a:lvl3pPr>
            <a:lvl4pPr lvl="3" algn="ctr" rtl="0">
              <a:spcBef>
                <a:spcPts val="0"/>
              </a:spcBef>
              <a:spcAft>
                <a:spcPts val="0"/>
              </a:spcAft>
              <a:buSzPts val="8600"/>
              <a:buNone/>
              <a:defRPr sz="8600"/>
            </a:lvl4pPr>
            <a:lvl5pPr lvl="4" algn="ctr" rtl="0">
              <a:spcBef>
                <a:spcPts val="0"/>
              </a:spcBef>
              <a:spcAft>
                <a:spcPts val="0"/>
              </a:spcAft>
              <a:buSzPts val="8600"/>
              <a:buNone/>
              <a:defRPr sz="8600"/>
            </a:lvl5pPr>
            <a:lvl6pPr lvl="5" algn="ctr" rtl="0">
              <a:spcBef>
                <a:spcPts val="0"/>
              </a:spcBef>
              <a:spcAft>
                <a:spcPts val="0"/>
              </a:spcAft>
              <a:buSzPts val="8600"/>
              <a:buNone/>
              <a:defRPr sz="8600"/>
            </a:lvl6pPr>
            <a:lvl7pPr lvl="6" algn="ctr" rtl="0">
              <a:spcBef>
                <a:spcPts val="0"/>
              </a:spcBef>
              <a:spcAft>
                <a:spcPts val="0"/>
              </a:spcAft>
              <a:buSzPts val="8600"/>
              <a:buNone/>
              <a:defRPr sz="8600"/>
            </a:lvl7pPr>
            <a:lvl8pPr lvl="7" algn="ctr" rtl="0">
              <a:spcBef>
                <a:spcPts val="0"/>
              </a:spcBef>
              <a:spcAft>
                <a:spcPts val="0"/>
              </a:spcAft>
              <a:buSzPts val="8600"/>
              <a:buNone/>
              <a:defRPr sz="8600"/>
            </a:lvl8pPr>
            <a:lvl9pPr lvl="8" algn="ctr" rtl="0">
              <a:spcBef>
                <a:spcPts val="0"/>
              </a:spcBef>
              <a:spcAft>
                <a:spcPts val="0"/>
              </a:spcAft>
              <a:buSzPts val="8600"/>
              <a:buNone/>
              <a:defRPr sz="8600"/>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list">
  <p:cSld name="CUSTOM_5">
    <p:spTree>
      <p:nvGrpSpPr>
        <p:cNvPr id="1" name="Shape 246"/>
        <p:cNvGrpSpPr/>
        <p:nvPr/>
      </p:nvGrpSpPr>
      <p:grpSpPr>
        <a:xfrm>
          <a:off x="0" y="0"/>
          <a:ext cx="0" cy="0"/>
          <a:chOff x="0" y="0"/>
          <a:chExt cx="0" cy="0"/>
        </a:xfrm>
      </p:grpSpPr>
      <p:sp>
        <p:nvSpPr>
          <p:cNvPr id="247" name="Google Shape;247;p18"/>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8" name="Google Shape;248;p18"/>
          <p:cNvGrpSpPr/>
          <p:nvPr/>
        </p:nvGrpSpPr>
        <p:grpSpPr>
          <a:xfrm rot="5547522" flipH="1">
            <a:off x="320091" y="4360510"/>
            <a:ext cx="495385" cy="477885"/>
            <a:chOff x="3881575" y="2684100"/>
            <a:chExt cx="495375" cy="477875"/>
          </a:xfrm>
        </p:grpSpPr>
        <p:sp>
          <p:nvSpPr>
            <p:cNvPr id="249" name="Google Shape;249;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 name="Google Shape;252;p18"/>
          <p:cNvGrpSpPr/>
          <p:nvPr/>
        </p:nvGrpSpPr>
        <p:grpSpPr>
          <a:xfrm>
            <a:off x="318425" y="445013"/>
            <a:ext cx="1297450" cy="477875"/>
            <a:chOff x="318425" y="357163"/>
            <a:chExt cx="1297450" cy="477875"/>
          </a:xfrm>
        </p:grpSpPr>
        <p:grpSp>
          <p:nvGrpSpPr>
            <p:cNvPr id="253" name="Google Shape;253;p18"/>
            <p:cNvGrpSpPr/>
            <p:nvPr/>
          </p:nvGrpSpPr>
          <p:grpSpPr>
            <a:xfrm rot="10800000" flipH="1">
              <a:off x="455850" y="467250"/>
              <a:ext cx="1160025" cy="257725"/>
              <a:chOff x="3464600" y="3479675"/>
              <a:chExt cx="1160025" cy="257725"/>
            </a:xfrm>
          </p:grpSpPr>
          <p:sp>
            <p:nvSpPr>
              <p:cNvPr id="254" name="Google Shape;254;p18"/>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256;p18"/>
            <p:cNvGrpSpPr/>
            <p:nvPr/>
          </p:nvGrpSpPr>
          <p:grpSpPr>
            <a:xfrm>
              <a:off x="318425" y="357163"/>
              <a:ext cx="495375" cy="477875"/>
              <a:chOff x="3881575" y="2684100"/>
              <a:chExt cx="495375" cy="477875"/>
            </a:xfrm>
          </p:grpSpPr>
          <p:sp>
            <p:nvSpPr>
              <p:cNvPr id="257" name="Google Shape;257;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0" name="Google Shape;260;p18"/>
          <p:cNvGrpSpPr/>
          <p:nvPr/>
        </p:nvGrpSpPr>
        <p:grpSpPr>
          <a:xfrm rot="8100000" flipH="1">
            <a:off x="8237857" y="4360514"/>
            <a:ext cx="495370" cy="477870"/>
            <a:chOff x="3881575" y="2684100"/>
            <a:chExt cx="495375" cy="477875"/>
          </a:xfrm>
        </p:grpSpPr>
        <p:sp>
          <p:nvSpPr>
            <p:cNvPr id="261" name="Google Shape;261;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 name="Google Shape;264;p18"/>
          <p:cNvSpPr txBox="1">
            <a:spLocks noGrp="1"/>
          </p:cNvSpPr>
          <p:nvPr>
            <p:ph type="title"/>
          </p:nvPr>
        </p:nvSpPr>
        <p:spPr>
          <a:xfrm>
            <a:off x="4602150" y="445025"/>
            <a:ext cx="3828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5" name="Google Shape;265;p18"/>
          <p:cNvSpPr txBox="1">
            <a:spLocks noGrp="1"/>
          </p:cNvSpPr>
          <p:nvPr>
            <p:ph type="subTitle" idx="1"/>
          </p:nvPr>
        </p:nvSpPr>
        <p:spPr>
          <a:xfrm>
            <a:off x="4602175" y="1579800"/>
            <a:ext cx="3828600" cy="24411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600"/>
              <a:buFont typeface="Nunito"/>
              <a:buNone/>
              <a:defRPr sz="1600"/>
            </a:lvl1pPr>
            <a:lvl2pPr lvl="1">
              <a:spcBef>
                <a:spcPts val="0"/>
              </a:spcBef>
              <a:spcAft>
                <a:spcPts val="0"/>
              </a:spcAft>
              <a:buClr>
                <a:schemeClr val="lt1"/>
              </a:buClr>
              <a:buSzPts val="1600"/>
              <a:buFont typeface="Nunito"/>
              <a:buNone/>
              <a:defRPr/>
            </a:lvl2pPr>
            <a:lvl3pPr lvl="2">
              <a:spcBef>
                <a:spcPts val="0"/>
              </a:spcBef>
              <a:spcAft>
                <a:spcPts val="0"/>
              </a:spcAft>
              <a:buClr>
                <a:schemeClr val="lt1"/>
              </a:buClr>
              <a:buSzPts val="1600"/>
              <a:buFont typeface="Nunito"/>
              <a:buNone/>
              <a:defRPr/>
            </a:lvl3pPr>
            <a:lvl4pPr lvl="3">
              <a:spcBef>
                <a:spcPts val="0"/>
              </a:spcBef>
              <a:spcAft>
                <a:spcPts val="0"/>
              </a:spcAft>
              <a:buClr>
                <a:schemeClr val="lt1"/>
              </a:buClr>
              <a:buSzPts val="1600"/>
              <a:buFont typeface="Nunito"/>
              <a:buNone/>
              <a:defRPr/>
            </a:lvl4pPr>
            <a:lvl5pPr lvl="4">
              <a:spcBef>
                <a:spcPts val="0"/>
              </a:spcBef>
              <a:spcAft>
                <a:spcPts val="0"/>
              </a:spcAft>
              <a:buClr>
                <a:schemeClr val="lt1"/>
              </a:buClr>
              <a:buSzPts val="1600"/>
              <a:buFont typeface="Nunito"/>
              <a:buNone/>
              <a:defRPr/>
            </a:lvl5pPr>
            <a:lvl6pPr lvl="5">
              <a:spcBef>
                <a:spcPts val="0"/>
              </a:spcBef>
              <a:spcAft>
                <a:spcPts val="0"/>
              </a:spcAft>
              <a:buClr>
                <a:schemeClr val="lt1"/>
              </a:buClr>
              <a:buSzPts val="1600"/>
              <a:buFont typeface="Nunito"/>
              <a:buNone/>
              <a:defRPr/>
            </a:lvl6pPr>
            <a:lvl7pPr lvl="6">
              <a:spcBef>
                <a:spcPts val="0"/>
              </a:spcBef>
              <a:spcAft>
                <a:spcPts val="0"/>
              </a:spcAft>
              <a:buClr>
                <a:schemeClr val="lt1"/>
              </a:buClr>
              <a:buSzPts val="1600"/>
              <a:buFont typeface="Nunito"/>
              <a:buNone/>
              <a:defRPr/>
            </a:lvl7pPr>
            <a:lvl8pPr lvl="7">
              <a:spcBef>
                <a:spcPts val="0"/>
              </a:spcBef>
              <a:spcAft>
                <a:spcPts val="0"/>
              </a:spcAft>
              <a:buClr>
                <a:schemeClr val="lt1"/>
              </a:buClr>
              <a:buSzPts val="1600"/>
              <a:buFont typeface="Nunito"/>
              <a:buNone/>
              <a:defRPr/>
            </a:lvl8pPr>
            <a:lvl9pPr lvl="8">
              <a:spcBef>
                <a:spcPts val="0"/>
              </a:spcBef>
              <a:spcAft>
                <a:spcPts val="0"/>
              </a:spcAft>
              <a:buClr>
                <a:schemeClr val="lt1"/>
              </a:buClr>
              <a:buSzPts val="1600"/>
              <a:buFont typeface="Nunito"/>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1">
  <p:cSld name="CUSTOM_4">
    <p:spTree>
      <p:nvGrpSpPr>
        <p:cNvPr id="1" name="Shape 334"/>
        <p:cNvGrpSpPr/>
        <p:nvPr/>
      </p:nvGrpSpPr>
      <p:grpSpPr>
        <a:xfrm>
          <a:off x="0" y="0"/>
          <a:ext cx="0" cy="0"/>
          <a:chOff x="0" y="0"/>
          <a:chExt cx="0" cy="0"/>
        </a:xfrm>
      </p:grpSpPr>
      <p:sp>
        <p:nvSpPr>
          <p:cNvPr id="335" name="Google Shape;335;p24"/>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 name="Google Shape;336;p24"/>
          <p:cNvGrpSpPr/>
          <p:nvPr/>
        </p:nvGrpSpPr>
        <p:grpSpPr>
          <a:xfrm rot="5400000" flipH="1">
            <a:off x="8237827" y="4360472"/>
            <a:ext cx="495375" cy="477875"/>
            <a:chOff x="3881575" y="2684100"/>
            <a:chExt cx="495375" cy="477875"/>
          </a:xfrm>
        </p:grpSpPr>
        <p:sp>
          <p:nvSpPr>
            <p:cNvPr id="337" name="Google Shape;337;p2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24"/>
          <p:cNvGrpSpPr/>
          <p:nvPr/>
        </p:nvGrpSpPr>
        <p:grpSpPr>
          <a:xfrm>
            <a:off x="318425" y="445013"/>
            <a:ext cx="1297450" cy="477875"/>
            <a:chOff x="318425" y="357163"/>
            <a:chExt cx="1297450" cy="477875"/>
          </a:xfrm>
        </p:grpSpPr>
        <p:grpSp>
          <p:nvGrpSpPr>
            <p:cNvPr id="341" name="Google Shape;341;p24"/>
            <p:cNvGrpSpPr/>
            <p:nvPr/>
          </p:nvGrpSpPr>
          <p:grpSpPr>
            <a:xfrm rot="10800000" flipH="1">
              <a:off x="455850" y="467250"/>
              <a:ext cx="1160025" cy="257725"/>
              <a:chOff x="3464600" y="3479675"/>
              <a:chExt cx="1160025" cy="257725"/>
            </a:xfrm>
          </p:grpSpPr>
          <p:sp>
            <p:nvSpPr>
              <p:cNvPr id="342" name="Google Shape;342;p2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24"/>
            <p:cNvGrpSpPr/>
            <p:nvPr/>
          </p:nvGrpSpPr>
          <p:grpSpPr>
            <a:xfrm>
              <a:off x="318425" y="357163"/>
              <a:ext cx="495375" cy="477875"/>
              <a:chOff x="3881575" y="2684100"/>
              <a:chExt cx="495375" cy="477875"/>
            </a:xfrm>
          </p:grpSpPr>
          <p:sp>
            <p:nvSpPr>
              <p:cNvPr id="345" name="Google Shape;345;p2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48" name="Google Shape;348;p2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349" name="Google Shape;349;p24"/>
          <p:cNvSpPr txBox="1">
            <a:spLocks noGrp="1"/>
          </p:cNvSpPr>
          <p:nvPr>
            <p:ph type="subTitle" idx="1"/>
          </p:nvPr>
        </p:nvSpPr>
        <p:spPr>
          <a:xfrm>
            <a:off x="5164025" y="2159475"/>
            <a:ext cx="3266400" cy="12030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CUSTOM_7">
    <p:spTree>
      <p:nvGrpSpPr>
        <p:cNvPr id="1" name="Shape 370"/>
        <p:cNvGrpSpPr/>
        <p:nvPr/>
      </p:nvGrpSpPr>
      <p:grpSpPr>
        <a:xfrm>
          <a:off x="0" y="0"/>
          <a:ext cx="0" cy="0"/>
          <a:chOff x="0" y="0"/>
          <a:chExt cx="0" cy="0"/>
        </a:xfrm>
      </p:grpSpPr>
      <p:sp>
        <p:nvSpPr>
          <p:cNvPr id="371" name="Google Shape;371;p26"/>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26"/>
          <p:cNvGrpSpPr/>
          <p:nvPr/>
        </p:nvGrpSpPr>
        <p:grpSpPr>
          <a:xfrm>
            <a:off x="7503650" y="445025"/>
            <a:ext cx="1297450" cy="477875"/>
            <a:chOff x="7164300" y="445025"/>
            <a:chExt cx="1297450" cy="477875"/>
          </a:xfrm>
        </p:grpSpPr>
        <p:grpSp>
          <p:nvGrpSpPr>
            <p:cNvPr id="373" name="Google Shape;373;p26"/>
            <p:cNvGrpSpPr/>
            <p:nvPr/>
          </p:nvGrpSpPr>
          <p:grpSpPr>
            <a:xfrm>
              <a:off x="7301725" y="555088"/>
              <a:ext cx="1160025" cy="257725"/>
              <a:chOff x="3464600" y="3479675"/>
              <a:chExt cx="1160025" cy="257725"/>
            </a:xfrm>
          </p:grpSpPr>
          <p:sp>
            <p:nvSpPr>
              <p:cNvPr id="374" name="Google Shape;374;p26"/>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6"/>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 name="Google Shape;376;p26"/>
            <p:cNvGrpSpPr/>
            <p:nvPr/>
          </p:nvGrpSpPr>
          <p:grpSpPr>
            <a:xfrm rot="10800000" flipH="1">
              <a:off x="7164300" y="445025"/>
              <a:ext cx="495375" cy="477875"/>
              <a:chOff x="3881575" y="2684100"/>
              <a:chExt cx="495375" cy="477875"/>
            </a:xfrm>
          </p:grpSpPr>
          <p:sp>
            <p:nvSpPr>
              <p:cNvPr id="377" name="Google Shape;377;p26"/>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6"/>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6"/>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80" name="Google Shape;380;p2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1" name="Google Shape;381;p26"/>
          <p:cNvSpPr txBox="1">
            <a:spLocks noGrp="1"/>
          </p:cNvSpPr>
          <p:nvPr>
            <p:ph type="subTitle" idx="1"/>
          </p:nvPr>
        </p:nvSpPr>
        <p:spPr>
          <a:xfrm>
            <a:off x="713225" y="1700950"/>
            <a:ext cx="35988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2" name="Google Shape;382;p26"/>
          <p:cNvSpPr txBox="1">
            <a:spLocks noGrp="1"/>
          </p:cNvSpPr>
          <p:nvPr>
            <p:ph type="subTitle" idx="2"/>
          </p:nvPr>
        </p:nvSpPr>
        <p:spPr>
          <a:xfrm>
            <a:off x="713225" y="3275827"/>
            <a:ext cx="35988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3" name="Google Shape;383;p26"/>
          <p:cNvSpPr txBox="1">
            <a:spLocks noGrp="1"/>
          </p:cNvSpPr>
          <p:nvPr>
            <p:ph type="subTitle" idx="3"/>
          </p:nvPr>
        </p:nvSpPr>
        <p:spPr>
          <a:xfrm>
            <a:off x="713225" y="2119474"/>
            <a:ext cx="3598800" cy="6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4" name="Google Shape;384;p26"/>
          <p:cNvSpPr txBox="1">
            <a:spLocks noGrp="1"/>
          </p:cNvSpPr>
          <p:nvPr>
            <p:ph type="subTitle" idx="4"/>
          </p:nvPr>
        </p:nvSpPr>
        <p:spPr>
          <a:xfrm>
            <a:off x="713225" y="3690825"/>
            <a:ext cx="3598800" cy="6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429"/>
        <p:cNvGrpSpPr/>
        <p:nvPr/>
      </p:nvGrpSpPr>
      <p:grpSpPr>
        <a:xfrm>
          <a:off x="0" y="0"/>
          <a:ext cx="0" cy="0"/>
          <a:chOff x="0" y="0"/>
          <a:chExt cx="0" cy="0"/>
        </a:xfrm>
      </p:grpSpPr>
      <p:sp>
        <p:nvSpPr>
          <p:cNvPr id="430" name="Google Shape;430;p29"/>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1" name="Google Shape;431;p29"/>
          <p:cNvGrpSpPr/>
          <p:nvPr/>
        </p:nvGrpSpPr>
        <p:grpSpPr>
          <a:xfrm rot="8100000" flipH="1">
            <a:off x="8237857" y="4360514"/>
            <a:ext cx="495370" cy="477870"/>
            <a:chOff x="3881575" y="2684100"/>
            <a:chExt cx="495375" cy="477875"/>
          </a:xfrm>
        </p:grpSpPr>
        <p:sp>
          <p:nvSpPr>
            <p:cNvPr id="432" name="Google Shape;432;p2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29"/>
          <p:cNvGrpSpPr/>
          <p:nvPr/>
        </p:nvGrpSpPr>
        <p:grpSpPr>
          <a:xfrm>
            <a:off x="7545300" y="445025"/>
            <a:ext cx="1297450" cy="477875"/>
            <a:chOff x="7164300" y="445025"/>
            <a:chExt cx="1297450" cy="477875"/>
          </a:xfrm>
        </p:grpSpPr>
        <p:grpSp>
          <p:nvGrpSpPr>
            <p:cNvPr id="436" name="Google Shape;436;p29"/>
            <p:cNvGrpSpPr/>
            <p:nvPr/>
          </p:nvGrpSpPr>
          <p:grpSpPr>
            <a:xfrm flipH="1">
              <a:off x="7164300" y="555088"/>
              <a:ext cx="1160025" cy="257725"/>
              <a:chOff x="3464600" y="3479675"/>
              <a:chExt cx="1160025" cy="257725"/>
            </a:xfrm>
          </p:grpSpPr>
          <p:sp>
            <p:nvSpPr>
              <p:cNvPr id="437" name="Google Shape;437;p29"/>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9"/>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9"/>
            <p:cNvGrpSpPr/>
            <p:nvPr/>
          </p:nvGrpSpPr>
          <p:grpSpPr>
            <a:xfrm rot="10800000">
              <a:off x="7966375" y="445025"/>
              <a:ext cx="495375" cy="477875"/>
              <a:chOff x="3881575" y="2684100"/>
              <a:chExt cx="495375" cy="477875"/>
            </a:xfrm>
          </p:grpSpPr>
          <p:sp>
            <p:nvSpPr>
              <p:cNvPr id="440" name="Google Shape;440;p2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43" name="Google Shape;443;p2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44" name="Google Shape;444;p29"/>
          <p:cNvSpPr txBox="1">
            <a:spLocks noGrp="1"/>
          </p:cNvSpPr>
          <p:nvPr>
            <p:ph type="subTitle" idx="1"/>
          </p:nvPr>
        </p:nvSpPr>
        <p:spPr>
          <a:xfrm>
            <a:off x="847425" y="2578725"/>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5" name="Google Shape;445;p29"/>
          <p:cNvSpPr txBox="1">
            <a:spLocks noGrp="1"/>
          </p:cNvSpPr>
          <p:nvPr>
            <p:ph type="subTitle" idx="2"/>
          </p:nvPr>
        </p:nvSpPr>
        <p:spPr>
          <a:xfrm>
            <a:off x="5970975" y="2578725"/>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6" name="Google Shape;446;p29"/>
          <p:cNvSpPr txBox="1">
            <a:spLocks noGrp="1"/>
          </p:cNvSpPr>
          <p:nvPr>
            <p:ph type="subTitle" idx="3"/>
          </p:nvPr>
        </p:nvSpPr>
        <p:spPr>
          <a:xfrm>
            <a:off x="3409200" y="1812800"/>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7" name="Google Shape;447;p29"/>
          <p:cNvSpPr txBox="1">
            <a:spLocks noGrp="1"/>
          </p:cNvSpPr>
          <p:nvPr>
            <p:ph type="subTitle" idx="4"/>
          </p:nvPr>
        </p:nvSpPr>
        <p:spPr>
          <a:xfrm>
            <a:off x="847425" y="2996550"/>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8" name="Google Shape;448;p29"/>
          <p:cNvSpPr txBox="1">
            <a:spLocks noGrp="1"/>
          </p:cNvSpPr>
          <p:nvPr>
            <p:ph type="subTitle" idx="5"/>
          </p:nvPr>
        </p:nvSpPr>
        <p:spPr>
          <a:xfrm>
            <a:off x="5970975" y="2996550"/>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9" name="Google Shape;449;p29"/>
          <p:cNvSpPr txBox="1">
            <a:spLocks noGrp="1"/>
          </p:cNvSpPr>
          <p:nvPr>
            <p:ph type="subTitle" idx="6"/>
          </p:nvPr>
        </p:nvSpPr>
        <p:spPr>
          <a:xfrm>
            <a:off x="3409200" y="2227793"/>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
  <p:cSld name="CUSTOM_16">
    <p:spTree>
      <p:nvGrpSpPr>
        <p:cNvPr id="1" name="Shape 514"/>
        <p:cNvGrpSpPr/>
        <p:nvPr/>
      </p:nvGrpSpPr>
      <p:grpSpPr>
        <a:xfrm>
          <a:off x="0" y="0"/>
          <a:ext cx="0" cy="0"/>
          <a:chOff x="0" y="0"/>
          <a:chExt cx="0" cy="0"/>
        </a:xfrm>
      </p:grpSpPr>
      <p:sp>
        <p:nvSpPr>
          <p:cNvPr id="515" name="Google Shape;515;p33"/>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 name="Google Shape;516;p33"/>
          <p:cNvGrpSpPr/>
          <p:nvPr/>
        </p:nvGrpSpPr>
        <p:grpSpPr>
          <a:xfrm>
            <a:off x="7545300" y="445025"/>
            <a:ext cx="1297450" cy="477875"/>
            <a:chOff x="7164300" y="445025"/>
            <a:chExt cx="1297450" cy="477875"/>
          </a:xfrm>
        </p:grpSpPr>
        <p:grpSp>
          <p:nvGrpSpPr>
            <p:cNvPr id="517" name="Google Shape;517;p33"/>
            <p:cNvGrpSpPr/>
            <p:nvPr/>
          </p:nvGrpSpPr>
          <p:grpSpPr>
            <a:xfrm flipH="1">
              <a:off x="7164300" y="555088"/>
              <a:ext cx="1160025" cy="257725"/>
              <a:chOff x="3464600" y="3479675"/>
              <a:chExt cx="1160025" cy="257725"/>
            </a:xfrm>
          </p:grpSpPr>
          <p:sp>
            <p:nvSpPr>
              <p:cNvPr id="518" name="Google Shape;518;p3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p33"/>
            <p:cNvGrpSpPr/>
            <p:nvPr/>
          </p:nvGrpSpPr>
          <p:grpSpPr>
            <a:xfrm rot="10800000">
              <a:off x="7966375" y="445025"/>
              <a:ext cx="495375" cy="477875"/>
              <a:chOff x="3881575" y="2684100"/>
              <a:chExt cx="495375" cy="477875"/>
            </a:xfrm>
          </p:grpSpPr>
          <p:sp>
            <p:nvSpPr>
              <p:cNvPr id="521" name="Google Shape;521;p3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4" name="Google Shape;524;p33"/>
          <p:cNvGrpSpPr/>
          <p:nvPr/>
        </p:nvGrpSpPr>
        <p:grpSpPr>
          <a:xfrm rot="8100000" flipH="1">
            <a:off x="414832" y="4360489"/>
            <a:ext cx="495370" cy="477870"/>
            <a:chOff x="3881575" y="2684100"/>
            <a:chExt cx="495375" cy="477875"/>
          </a:xfrm>
        </p:grpSpPr>
        <p:sp>
          <p:nvSpPr>
            <p:cNvPr id="525" name="Google Shape;525;p3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17">
    <p:spTree>
      <p:nvGrpSpPr>
        <p:cNvPr id="1" name="Shape 528"/>
        <p:cNvGrpSpPr/>
        <p:nvPr/>
      </p:nvGrpSpPr>
      <p:grpSpPr>
        <a:xfrm>
          <a:off x="0" y="0"/>
          <a:ext cx="0" cy="0"/>
          <a:chOff x="0" y="0"/>
          <a:chExt cx="0" cy="0"/>
        </a:xfrm>
      </p:grpSpPr>
      <p:sp>
        <p:nvSpPr>
          <p:cNvPr id="529" name="Google Shape;529;p34"/>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34"/>
          <p:cNvGrpSpPr/>
          <p:nvPr/>
        </p:nvGrpSpPr>
        <p:grpSpPr>
          <a:xfrm>
            <a:off x="7545300" y="445025"/>
            <a:ext cx="1297450" cy="477875"/>
            <a:chOff x="7164300" y="445025"/>
            <a:chExt cx="1297450" cy="477875"/>
          </a:xfrm>
        </p:grpSpPr>
        <p:grpSp>
          <p:nvGrpSpPr>
            <p:cNvPr id="531" name="Google Shape;531;p34"/>
            <p:cNvGrpSpPr/>
            <p:nvPr/>
          </p:nvGrpSpPr>
          <p:grpSpPr>
            <a:xfrm flipH="1">
              <a:off x="7164300" y="555088"/>
              <a:ext cx="1160025" cy="257725"/>
              <a:chOff x="3464600" y="3479675"/>
              <a:chExt cx="1160025" cy="257725"/>
            </a:xfrm>
          </p:grpSpPr>
          <p:sp>
            <p:nvSpPr>
              <p:cNvPr id="532" name="Google Shape;532;p3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34"/>
            <p:cNvGrpSpPr/>
            <p:nvPr/>
          </p:nvGrpSpPr>
          <p:grpSpPr>
            <a:xfrm rot="10800000">
              <a:off x="7966375" y="445025"/>
              <a:ext cx="495375" cy="477875"/>
              <a:chOff x="3881575" y="2684100"/>
              <a:chExt cx="495375" cy="477875"/>
            </a:xfrm>
          </p:grpSpPr>
          <p:sp>
            <p:nvSpPr>
              <p:cNvPr id="535" name="Google Shape;535;p3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8" name="Google Shape;538;p34"/>
          <p:cNvGrpSpPr/>
          <p:nvPr/>
        </p:nvGrpSpPr>
        <p:grpSpPr>
          <a:xfrm>
            <a:off x="318425" y="445013"/>
            <a:ext cx="1297450" cy="477875"/>
            <a:chOff x="318425" y="357163"/>
            <a:chExt cx="1297450" cy="477875"/>
          </a:xfrm>
        </p:grpSpPr>
        <p:grpSp>
          <p:nvGrpSpPr>
            <p:cNvPr id="539" name="Google Shape;539;p34"/>
            <p:cNvGrpSpPr/>
            <p:nvPr/>
          </p:nvGrpSpPr>
          <p:grpSpPr>
            <a:xfrm rot="10800000" flipH="1">
              <a:off x="455850" y="467250"/>
              <a:ext cx="1160025" cy="257725"/>
              <a:chOff x="3464600" y="3479675"/>
              <a:chExt cx="1160025" cy="257725"/>
            </a:xfrm>
          </p:grpSpPr>
          <p:sp>
            <p:nvSpPr>
              <p:cNvPr id="540" name="Google Shape;540;p3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34"/>
            <p:cNvGrpSpPr/>
            <p:nvPr/>
          </p:nvGrpSpPr>
          <p:grpSpPr>
            <a:xfrm>
              <a:off x="318425" y="357163"/>
              <a:ext cx="495375" cy="477875"/>
              <a:chOff x="3881575" y="2684100"/>
              <a:chExt cx="495375" cy="477875"/>
            </a:xfrm>
          </p:grpSpPr>
          <p:sp>
            <p:nvSpPr>
              <p:cNvPr id="543" name="Google Shape;543;p3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8">
    <p:spTree>
      <p:nvGrpSpPr>
        <p:cNvPr id="1" name="Shape 546"/>
        <p:cNvGrpSpPr/>
        <p:nvPr/>
      </p:nvGrpSpPr>
      <p:grpSpPr>
        <a:xfrm>
          <a:off x="0" y="0"/>
          <a:ext cx="0" cy="0"/>
          <a:chOff x="0" y="0"/>
          <a:chExt cx="0" cy="0"/>
        </a:xfrm>
      </p:grpSpPr>
      <p:sp>
        <p:nvSpPr>
          <p:cNvPr id="547" name="Google Shape;547;p35"/>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8" name="Google Shape;548;p35"/>
          <p:cNvGrpSpPr/>
          <p:nvPr/>
        </p:nvGrpSpPr>
        <p:grpSpPr>
          <a:xfrm>
            <a:off x="7503650" y="445025"/>
            <a:ext cx="1297450" cy="477875"/>
            <a:chOff x="7164300" y="445025"/>
            <a:chExt cx="1297450" cy="477875"/>
          </a:xfrm>
        </p:grpSpPr>
        <p:grpSp>
          <p:nvGrpSpPr>
            <p:cNvPr id="549" name="Google Shape;549;p35"/>
            <p:cNvGrpSpPr/>
            <p:nvPr/>
          </p:nvGrpSpPr>
          <p:grpSpPr>
            <a:xfrm>
              <a:off x="7301725" y="555088"/>
              <a:ext cx="1160025" cy="257725"/>
              <a:chOff x="3464600" y="3479675"/>
              <a:chExt cx="1160025" cy="257725"/>
            </a:xfrm>
          </p:grpSpPr>
          <p:sp>
            <p:nvSpPr>
              <p:cNvPr id="550" name="Google Shape;550;p3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35"/>
            <p:cNvGrpSpPr/>
            <p:nvPr/>
          </p:nvGrpSpPr>
          <p:grpSpPr>
            <a:xfrm rot="10800000" flipH="1">
              <a:off x="7164300" y="445025"/>
              <a:ext cx="495375" cy="477875"/>
              <a:chOff x="3881575" y="2684100"/>
              <a:chExt cx="495375" cy="477875"/>
            </a:xfrm>
          </p:grpSpPr>
          <p:sp>
            <p:nvSpPr>
              <p:cNvPr id="553" name="Google Shape;553;p3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6" name="Google Shape;556;p35"/>
          <p:cNvGrpSpPr/>
          <p:nvPr/>
        </p:nvGrpSpPr>
        <p:grpSpPr>
          <a:xfrm rot="-5547522">
            <a:off x="320091" y="4360485"/>
            <a:ext cx="495385" cy="477885"/>
            <a:chOff x="3881575" y="2684100"/>
            <a:chExt cx="495375" cy="477875"/>
          </a:xfrm>
        </p:grpSpPr>
        <p:sp>
          <p:nvSpPr>
            <p:cNvPr id="557" name="Google Shape;557;p3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1pPr>
            <a:lvl2pPr lvl="1">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2pPr>
            <a:lvl3pPr lvl="2">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3pPr>
            <a:lvl4pPr lvl="3">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4pPr>
            <a:lvl5pPr lvl="4">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5pPr>
            <a:lvl6pPr lvl="5">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6pPr>
            <a:lvl7pPr lvl="6">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7pPr>
            <a:lvl8pPr lvl="7">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8pPr>
            <a:lvl9pPr lvl="8">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3"/>
              </a:buClr>
              <a:buSzPts val="1800"/>
              <a:buFont typeface="Ubuntu"/>
              <a:buChar char="●"/>
              <a:defRPr sz="1800">
                <a:solidFill>
                  <a:schemeClr val="accent3"/>
                </a:solidFill>
                <a:latin typeface="Ubuntu"/>
                <a:ea typeface="Ubuntu"/>
                <a:cs typeface="Ubuntu"/>
                <a:sym typeface="Ubuntu"/>
              </a:defRPr>
            </a:lvl1pPr>
            <a:lvl2pPr marL="914400" lvl="1"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2pPr>
            <a:lvl3pPr marL="1371600" lvl="2"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3pPr>
            <a:lvl4pPr marL="1828800" lvl="3"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4pPr>
            <a:lvl5pPr marL="2286000" lvl="4"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5pPr>
            <a:lvl6pPr marL="2743200" lvl="5"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6pPr>
            <a:lvl7pPr marL="3200400" lvl="6"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7pPr>
            <a:lvl8pPr marL="3657600" lvl="7"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8pPr>
            <a:lvl9pPr marL="4114800" lvl="8"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60" r:id="rId5"/>
    <p:sldLayoutId id="2147483661" r:id="rId6"/>
    <p:sldLayoutId id="2147483664" r:id="rId7"/>
    <p:sldLayoutId id="2147483670" r:id="rId8"/>
    <p:sldLayoutId id="2147483672" r:id="rId9"/>
    <p:sldLayoutId id="2147483675" r:id="rId10"/>
    <p:sldLayoutId id="2147483679" r:id="rId11"/>
    <p:sldLayoutId id="2147483680" r:id="rId12"/>
    <p:sldLayoutId id="214748368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67"/>
        <p:cNvGrpSpPr/>
        <p:nvPr/>
      </p:nvGrpSpPr>
      <p:grpSpPr>
        <a:xfrm>
          <a:off x="0" y="0"/>
          <a:ext cx="0" cy="0"/>
          <a:chOff x="0" y="0"/>
          <a:chExt cx="0" cy="0"/>
        </a:xfrm>
      </p:grpSpPr>
      <p:sp>
        <p:nvSpPr>
          <p:cNvPr id="568" name="Google Shape;568;p38"/>
          <p:cNvSpPr txBox="1">
            <a:spLocks noGrp="1"/>
          </p:cNvSpPr>
          <p:nvPr>
            <p:ph type="ctrTitle"/>
          </p:nvPr>
        </p:nvSpPr>
        <p:spPr>
          <a:xfrm>
            <a:off x="914994" y="1084943"/>
            <a:ext cx="6257700" cy="2073300"/>
          </a:xfrm>
          <a:prstGeom prst="rect">
            <a:avLst/>
          </a:prstGeom>
        </p:spPr>
        <p:txBody>
          <a:bodyPr spcFirstLastPara="1" wrap="square" lIns="91425" tIns="91425" rIns="91425" bIns="91425" anchor="ctr" anchorCtr="0">
            <a:noAutofit/>
          </a:bodyPr>
          <a:lstStyle/>
          <a:p>
            <a:pPr fontAlgn="base"/>
            <a:r>
              <a:rPr lang="en-US" b="1" dirty="0"/>
              <a:t>Company Bankruptcy Prediction</a:t>
            </a:r>
          </a:p>
        </p:txBody>
      </p:sp>
      <p:sp>
        <p:nvSpPr>
          <p:cNvPr id="569" name="Google Shape;569;p38"/>
          <p:cNvSpPr txBox="1">
            <a:spLocks noGrp="1"/>
          </p:cNvSpPr>
          <p:nvPr>
            <p:ph type="subTitle" idx="1"/>
          </p:nvPr>
        </p:nvSpPr>
        <p:spPr>
          <a:xfrm>
            <a:off x="836096" y="3678380"/>
            <a:ext cx="29931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E3756"/>
              </a:buClr>
              <a:buSzPts val="1100"/>
              <a:buFont typeface="Arial"/>
              <a:buNone/>
            </a:pPr>
            <a:r>
              <a:rPr lang="en-US" altLang="zh-CN" sz="2400" dirty="0"/>
              <a:t>Xinrui Shen (Piper)</a:t>
            </a:r>
          </a:p>
          <a:p>
            <a:pPr marL="0" lvl="0" indent="0" algn="l" rtl="0">
              <a:spcBef>
                <a:spcPts val="0"/>
              </a:spcBef>
              <a:spcAft>
                <a:spcPts val="0"/>
              </a:spcAft>
              <a:buClr>
                <a:srgbClr val="0E3756"/>
              </a:buClr>
              <a:buSzPts val="1100"/>
              <a:buFont typeface="Arial"/>
              <a:buNone/>
            </a:pPr>
            <a:r>
              <a:rPr lang="en-US" sz="2400" dirty="0"/>
              <a:t>1306233</a:t>
            </a:r>
            <a:endParaRPr sz="2400" dirty="0"/>
          </a:p>
        </p:txBody>
      </p:sp>
      <p:grpSp>
        <p:nvGrpSpPr>
          <p:cNvPr id="570" name="Google Shape;570;p38"/>
          <p:cNvGrpSpPr/>
          <p:nvPr/>
        </p:nvGrpSpPr>
        <p:grpSpPr>
          <a:xfrm>
            <a:off x="4578176" y="1268467"/>
            <a:ext cx="3998401" cy="3482914"/>
            <a:chOff x="4578176" y="1268467"/>
            <a:chExt cx="3998401" cy="3482914"/>
          </a:xfrm>
        </p:grpSpPr>
        <p:grpSp>
          <p:nvGrpSpPr>
            <p:cNvPr id="571" name="Google Shape;571;p38"/>
            <p:cNvGrpSpPr/>
            <p:nvPr/>
          </p:nvGrpSpPr>
          <p:grpSpPr>
            <a:xfrm>
              <a:off x="6769383" y="1268467"/>
              <a:ext cx="1530739" cy="2348789"/>
              <a:chOff x="6699275" y="2327988"/>
              <a:chExt cx="1406025" cy="2157425"/>
            </a:xfrm>
          </p:grpSpPr>
          <p:grpSp>
            <p:nvGrpSpPr>
              <p:cNvPr id="572" name="Google Shape;572;p38"/>
              <p:cNvGrpSpPr/>
              <p:nvPr/>
            </p:nvGrpSpPr>
            <p:grpSpPr>
              <a:xfrm>
                <a:off x="6699275" y="2327988"/>
                <a:ext cx="1406025" cy="2157425"/>
                <a:chOff x="1576300" y="3891550"/>
                <a:chExt cx="1406025" cy="2157425"/>
              </a:xfrm>
            </p:grpSpPr>
            <p:sp>
              <p:nvSpPr>
                <p:cNvPr id="573" name="Google Shape;573;p38"/>
                <p:cNvSpPr/>
                <p:nvPr/>
              </p:nvSpPr>
              <p:spPr>
                <a:xfrm>
                  <a:off x="1576300" y="3891550"/>
                  <a:ext cx="1406025" cy="2157425"/>
                </a:xfrm>
                <a:custGeom>
                  <a:avLst/>
                  <a:gdLst/>
                  <a:ahLst/>
                  <a:cxnLst/>
                  <a:rect l="l" t="t" r="r" b="b"/>
                  <a:pathLst>
                    <a:path w="56241" h="86297" extrusionOk="0">
                      <a:moveTo>
                        <a:pt x="5104" y="1"/>
                      </a:moveTo>
                      <a:cubicBezTo>
                        <a:pt x="2269" y="1"/>
                        <a:pt x="0" y="2303"/>
                        <a:pt x="0" y="5138"/>
                      </a:cubicBezTo>
                      <a:lnTo>
                        <a:pt x="0" y="81159"/>
                      </a:lnTo>
                      <a:cubicBezTo>
                        <a:pt x="0" y="83994"/>
                        <a:pt x="2269" y="86296"/>
                        <a:pt x="5104" y="86296"/>
                      </a:cubicBezTo>
                      <a:lnTo>
                        <a:pt x="51104" y="86296"/>
                      </a:lnTo>
                      <a:cubicBezTo>
                        <a:pt x="53939" y="86296"/>
                        <a:pt x="56241" y="83994"/>
                        <a:pt x="56241" y="81159"/>
                      </a:cubicBezTo>
                      <a:lnTo>
                        <a:pt x="56241" y="5138"/>
                      </a:lnTo>
                      <a:cubicBezTo>
                        <a:pt x="56241" y="2303"/>
                        <a:pt x="53939" y="1"/>
                        <a:pt x="5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8"/>
                <p:cNvSpPr/>
                <p:nvPr/>
              </p:nvSpPr>
              <p:spPr>
                <a:xfrm>
                  <a:off x="1687200" y="4019975"/>
                  <a:ext cx="1183375" cy="1827175"/>
                </a:xfrm>
                <a:custGeom>
                  <a:avLst/>
                  <a:gdLst/>
                  <a:ahLst/>
                  <a:cxnLst/>
                  <a:rect l="l" t="t" r="r" b="b"/>
                  <a:pathLst>
                    <a:path w="47335" h="73087" extrusionOk="0">
                      <a:moveTo>
                        <a:pt x="3603" y="1"/>
                      </a:moveTo>
                      <a:cubicBezTo>
                        <a:pt x="1602" y="1"/>
                        <a:pt x="1" y="1635"/>
                        <a:pt x="1" y="3604"/>
                      </a:cubicBezTo>
                      <a:lnTo>
                        <a:pt x="1" y="69517"/>
                      </a:lnTo>
                      <a:cubicBezTo>
                        <a:pt x="1" y="71519"/>
                        <a:pt x="1635" y="73087"/>
                        <a:pt x="3603" y="73087"/>
                      </a:cubicBezTo>
                      <a:lnTo>
                        <a:pt x="43699" y="73087"/>
                      </a:lnTo>
                      <a:cubicBezTo>
                        <a:pt x="45700" y="73087"/>
                        <a:pt x="47301" y="71485"/>
                        <a:pt x="47301" y="69517"/>
                      </a:cubicBezTo>
                      <a:lnTo>
                        <a:pt x="47301" y="3637"/>
                      </a:lnTo>
                      <a:cubicBezTo>
                        <a:pt x="47335" y="1635"/>
                        <a:pt x="45700" y="1"/>
                        <a:pt x="4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8"/>
                <p:cNvSpPr/>
                <p:nvPr/>
              </p:nvSpPr>
              <p:spPr>
                <a:xfrm>
                  <a:off x="2137525" y="3957450"/>
                  <a:ext cx="281900" cy="25"/>
                </a:xfrm>
                <a:custGeom>
                  <a:avLst/>
                  <a:gdLst/>
                  <a:ahLst/>
                  <a:cxnLst/>
                  <a:rect l="l" t="t" r="r" b="b"/>
                  <a:pathLst>
                    <a:path w="11276" h="1" fill="none" extrusionOk="0">
                      <a:moveTo>
                        <a:pt x="1" y="0"/>
                      </a:moveTo>
                      <a:lnTo>
                        <a:pt x="11275" y="0"/>
                      </a:lnTo>
                    </a:path>
                  </a:pathLst>
                </a:custGeom>
                <a:noFill/>
                <a:ln w="417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 name="Google Shape;576;p38"/>
              <p:cNvGrpSpPr/>
              <p:nvPr/>
            </p:nvGrpSpPr>
            <p:grpSpPr>
              <a:xfrm>
                <a:off x="6908344" y="2913049"/>
                <a:ext cx="987895" cy="987337"/>
                <a:chOff x="889282" y="2874625"/>
                <a:chExt cx="1356253" cy="1355487"/>
              </a:xfrm>
            </p:grpSpPr>
            <p:sp>
              <p:nvSpPr>
                <p:cNvPr id="577" name="Google Shape;577;p38"/>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8"/>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8"/>
                <p:cNvSpPr/>
                <p:nvPr/>
              </p:nvSpPr>
              <p:spPr>
                <a:xfrm>
                  <a:off x="1290539"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0" name="Google Shape;580;p38"/>
            <p:cNvGrpSpPr/>
            <p:nvPr/>
          </p:nvGrpSpPr>
          <p:grpSpPr>
            <a:xfrm>
              <a:off x="7101553" y="3267540"/>
              <a:ext cx="1475024" cy="1356940"/>
              <a:chOff x="2957275" y="3539650"/>
              <a:chExt cx="1156700" cy="1064100"/>
            </a:xfrm>
          </p:grpSpPr>
          <p:sp>
            <p:nvSpPr>
              <p:cNvPr id="581" name="Google Shape;581;p38"/>
              <p:cNvSpPr/>
              <p:nvPr/>
            </p:nvSpPr>
            <p:spPr>
              <a:xfrm>
                <a:off x="2985625" y="3573825"/>
                <a:ext cx="1128350" cy="1029925"/>
              </a:xfrm>
              <a:custGeom>
                <a:avLst/>
                <a:gdLst/>
                <a:ahLst/>
                <a:cxnLst/>
                <a:rect l="l" t="t" r="r" b="b"/>
                <a:pathLst>
                  <a:path w="45134" h="41197" extrusionOk="0">
                    <a:moveTo>
                      <a:pt x="28521" y="1"/>
                    </a:moveTo>
                    <a:cubicBezTo>
                      <a:pt x="27521" y="7173"/>
                      <a:pt x="23251" y="13611"/>
                      <a:pt x="17947" y="18514"/>
                    </a:cubicBezTo>
                    <a:cubicBezTo>
                      <a:pt x="12677" y="23451"/>
                      <a:pt x="6272" y="27054"/>
                      <a:pt x="1" y="30689"/>
                    </a:cubicBezTo>
                    <a:lnTo>
                      <a:pt x="17180" y="41197"/>
                    </a:lnTo>
                    <a:cubicBezTo>
                      <a:pt x="26353" y="36727"/>
                      <a:pt x="34359" y="29856"/>
                      <a:pt x="40096" y="21450"/>
                    </a:cubicBezTo>
                    <a:cubicBezTo>
                      <a:pt x="42865" y="17447"/>
                      <a:pt x="45133" y="12843"/>
                      <a:pt x="45133" y="7973"/>
                    </a:cubicBezTo>
                    <a:lnTo>
                      <a:pt x="28521"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8"/>
              <p:cNvSpPr/>
              <p:nvPr/>
            </p:nvSpPr>
            <p:spPr>
              <a:xfrm>
                <a:off x="3074875" y="3626375"/>
                <a:ext cx="1011575" cy="928175"/>
              </a:xfrm>
              <a:custGeom>
                <a:avLst/>
                <a:gdLst/>
                <a:ahLst/>
                <a:cxnLst/>
                <a:rect l="l" t="t" r="r" b="b"/>
                <a:pathLst>
                  <a:path w="40463" h="37127" extrusionOk="0">
                    <a:moveTo>
                      <a:pt x="26986" y="0"/>
                    </a:moveTo>
                    <a:cubicBezTo>
                      <a:pt x="26876" y="496"/>
                      <a:pt x="26493" y="969"/>
                      <a:pt x="25931" y="969"/>
                    </a:cubicBezTo>
                    <a:cubicBezTo>
                      <a:pt x="25813" y="969"/>
                      <a:pt x="25686" y="948"/>
                      <a:pt x="25552" y="901"/>
                    </a:cubicBezTo>
                    <a:cubicBezTo>
                      <a:pt x="25485" y="901"/>
                      <a:pt x="25452" y="868"/>
                      <a:pt x="25385" y="834"/>
                    </a:cubicBezTo>
                    <a:cubicBezTo>
                      <a:pt x="23550" y="8006"/>
                      <a:pt x="18880" y="13577"/>
                      <a:pt x="15111" y="17113"/>
                    </a:cubicBezTo>
                    <a:cubicBezTo>
                      <a:pt x="10608" y="21282"/>
                      <a:pt x="5437" y="24518"/>
                      <a:pt x="200" y="27553"/>
                    </a:cubicBezTo>
                    <a:cubicBezTo>
                      <a:pt x="968" y="28054"/>
                      <a:pt x="767" y="29221"/>
                      <a:pt x="0" y="29555"/>
                    </a:cubicBezTo>
                    <a:lnTo>
                      <a:pt x="12109" y="37027"/>
                    </a:lnTo>
                    <a:cubicBezTo>
                      <a:pt x="12438" y="36596"/>
                      <a:pt x="12942" y="36300"/>
                      <a:pt x="13545" y="36300"/>
                    </a:cubicBezTo>
                    <a:cubicBezTo>
                      <a:pt x="13735" y="36300"/>
                      <a:pt x="13936" y="36329"/>
                      <a:pt x="14144" y="36393"/>
                    </a:cubicBezTo>
                    <a:cubicBezTo>
                      <a:pt x="14644" y="36560"/>
                      <a:pt x="14978" y="36793"/>
                      <a:pt x="15211" y="37127"/>
                    </a:cubicBezTo>
                    <a:cubicBezTo>
                      <a:pt x="23384" y="32757"/>
                      <a:pt x="30455" y="26419"/>
                      <a:pt x="35692" y="18747"/>
                    </a:cubicBezTo>
                    <a:cubicBezTo>
                      <a:pt x="38494" y="14711"/>
                      <a:pt x="39995" y="11208"/>
                      <a:pt x="40462" y="7873"/>
                    </a:cubicBezTo>
                    <a:lnTo>
                      <a:pt x="40462" y="7873"/>
                    </a:lnTo>
                    <a:cubicBezTo>
                      <a:pt x="40401" y="7885"/>
                      <a:pt x="40331" y="7893"/>
                      <a:pt x="40257" y="7893"/>
                    </a:cubicBezTo>
                    <a:cubicBezTo>
                      <a:pt x="40129" y="7893"/>
                      <a:pt x="39989" y="7869"/>
                      <a:pt x="39862" y="7806"/>
                    </a:cubicBezTo>
                    <a:cubicBezTo>
                      <a:pt x="38895" y="7539"/>
                      <a:pt x="38895" y="6505"/>
                      <a:pt x="39395" y="5905"/>
                    </a:cubicBezTo>
                    <a:lnTo>
                      <a:pt x="269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8"/>
              <p:cNvSpPr/>
              <p:nvPr/>
            </p:nvSpPr>
            <p:spPr>
              <a:xfrm>
                <a:off x="3075700" y="3625525"/>
                <a:ext cx="844800" cy="834800"/>
              </a:xfrm>
              <a:custGeom>
                <a:avLst/>
                <a:gdLst/>
                <a:ahLst/>
                <a:cxnLst/>
                <a:rect l="l" t="t" r="r" b="b"/>
                <a:pathLst>
                  <a:path w="33792" h="33392" extrusionOk="0">
                    <a:moveTo>
                      <a:pt x="26986" y="1"/>
                    </a:moveTo>
                    <a:cubicBezTo>
                      <a:pt x="26875" y="531"/>
                      <a:pt x="26483" y="991"/>
                      <a:pt x="25910" y="991"/>
                    </a:cubicBezTo>
                    <a:cubicBezTo>
                      <a:pt x="25797" y="991"/>
                      <a:pt x="25678" y="973"/>
                      <a:pt x="25552" y="935"/>
                    </a:cubicBezTo>
                    <a:cubicBezTo>
                      <a:pt x="25485" y="935"/>
                      <a:pt x="25452" y="902"/>
                      <a:pt x="25385" y="835"/>
                    </a:cubicBezTo>
                    <a:cubicBezTo>
                      <a:pt x="23551" y="8007"/>
                      <a:pt x="18881" y="13611"/>
                      <a:pt x="15111" y="17147"/>
                    </a:cubicBezTo>
                    <a:cubicBezTo>
                      <a:pt x="10608" y="21316"/>
                      <a:pt x="5438" y="24519"/>
                      <a:pt x="201" y="27587"/>
                    </a:cubicBezTo>
                    <a:cubicBezTo>
                      <a:pt x="968" y="28088"/>
                      <a:pt x="768" y="29255"/>
                      <a:pt x="1" y="29589"/>
                    </a:cubicBezTo>
                    <a:lnTo>
                      <a:pt x="6138" y="33392"/>
                    </a:lnTo>
                    <a:cubicBezTo>
                      <a:pt x="6272" y="33225"/>
                      <a:pt x="6438" y="33058"/>
                      <a:pt x="6639" y="32925"/>
                    </a:cubicBezTo>
                    <a:cubicBezTo>
                      <a:pt x="12243" y="29389"/>
                      <a:pt x="19081" y="26420"/>
                      <a:pt x="23417" y="21416"/>
                    </a:cubicBezTo>
                    <a:cubicBezTo>
                      <a:pt x="27987" y="16113"/>
                      <a:pt x="31356" y="11543"/>
                      <a:pt x="33791" y="3270"/>
                    </a:cubicBezTo>
                    <a:lnTo>
                      <a:pt x="26986" y="1"/>
                    </a:lnTo>
                    <a:close/>
                  </a:path>
                </a:pathLst>
              </a:custGeom>
              <a:solidFill>
                <a:srgbClr val="52A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8"/>
              <p:cNvSpPr/>
              <p:nvPr/>
            </p:nvSpPr>
            <p:spPr>
              <a:xfrm>
                <a:off x="3758700" y="3852850"/>
                <a:ext cx="107600" cy="95725"/>
              </a:xfrm>
              <a:custGeom>
                <a:avLst/>
                <a:gdLst/>
                <a:ahLst/>
                <a:cxnLst/>
                <a:rect l="l" t="t" r="r" b="b"/>
                <a:pathLst>
                  <a:path w="4304" h="3829" extrusionOk="0">
                    <a:moveTo>
                      <a:pt x="2141" y="1"/>
                    </a:moveTo>
                    <a:cubicBezTo>
                      <a:pt x="1306" y="1"/>
                      <a:pt x="546" y="530"/>
                      <a:pt x="300" y="1349"/>
                    </a:cubicBezTo>
                    <a:cubicBezTo>
                      <a:pt x="0" y="2383"/>
                      <a:pt x="600" y="3450"/>
                      <a:pt x="1601" y="3751"/>
                    </a:cubicBezTo>
                    <a:cubicBezTo>
                      <a:pt x="1782" y="3803"/>
                      <a:pt x="1965" y="3828"/>
                      <a:pt x="2143" y="3828"/>
                    </a:cubicBezTo>
                    <a:cubicBezTo>
                      <a:pt x="2986" y="3828"/>
                      <a:pt x="3755" y="3275"/>
                      <a:pt x="4003" y="2450"/>
                    </a:cubicBezTo>
                    <a:cubicBezTo>
                      <a:pt x="4303" y="1416"/>
                      <a:pt x="3703" y="381"/>
                      <a:pt x="2702" y="81"/>
                    </a:cubicBezTo>
                    <a:cubicBezTo>
                      <a:pt x="2515" y="27"/>
                      <a:pt x="2326" y="1"/>
                      <a:pt x="2141"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8"/>
              <p:cNvSpPr/>
              <p:nvPr/>
            </p:nvSpPr>
            <p:spPr>
              <a:xfrm>
                <a:off x="3856775" y="3829700"/>
                <a:ext cx="110550" cy="170900"/>
              </a:xfrm>
              <a:custGeom>
                <a:avLst/>
                <a:gdLst/>
                <a:ahLst/>
                <a:cxnLst/>
                <a:rect l="l" t="t" r="r" b="b"/>
                <a:pathLst>
                  <a:path w="4422" h="6836" extrusionOk="0">
                    <a:moveTo>
                      <a:pt x="4127" y="1"/>
                    </a:moveTo>
                    <a:cubicBezTo>
                      <a:pt x="4018" y="1"/>
                      <a:pt x="3911" y="64"/>
                      <a:pt x="3883" y="207"/>
                    </a:cubicBezTo>
                    <a:cubicBezTo>
                      <a:pt x="3249" y="2608"/>
                      <a:pt x="2048" y="4710"/>
                      <a:pt x="213" y="6411"/>
                    </a:cubicBezTo>
                    <a:cubicBezTo>
                      <a:pt x="1" y="6571"/>
                      <a:pt x="212" y="6836"/>
                      <a:pt x="407" y="6836"/>
                    </a:cubicBezTo>
                    <a:cubicBezTo>
                      <a:pt x="457" y="6836"/>
                      <a:pt x="506" y="6819"/>
                      <a:pt x="547" y="6778"/>
                    </a:cubicBezTo>
                    <a:cubicBezTo>
                      <a:pt x="2415" y="5043"/>
                      <a:pt x="3749" y="2809"/>
                      <a:pt x="4383" y="307"/>
                    </a:cubicBezTo>
                    <a:cubicBezTo>
                      <a:pt x="4421" y="115"/>
                      <a:pt x="4273" y="1"/>
                      <a:pt x="4127"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8"/>
              <p:cNvSpPr/>
              <p:nvPr/>
            </p:nvSpPr>
            <p:spPr>
              <a:xfrm>
                <a:off x="3880975" y="3851700"/>
                <a:ext cx="110575" cy="170600"/>
              </a:xfrm>
              <a:custGeom>
                <a:avLst/>
                <a:gdLst/>
                <a:ahLst/>
                <a:cxnLst/>
                <a:rect l="l" t="t" r="r" b="b"/>
                <a:pathLst>
                  <a:path w="4423" h="6824" extrusionOk="0">
                    <a:moveTo>
                      <a:pt x="4109" y="1"/>
                    </a:moveTo>
                    <a:cubicBezTo>
                      <a:pt x="4007" y="1"/>
                      <a:pt x="3909" y="59"/>
                      <a:pt x="3882" y="194"/>
                    </a:cubicBezTo>
                    <a:cubicBezTo>
                      <a:pt x="3248" y="2596"/>
                      <a:pt x="2047" y="4697"/>
                      <a:pt x="213" y="6398"/>
                    </a:cubicBezTo>
                    <a:cubicBezTo>
                      <a:pt x="0" y="6558"/>
                      <a:pt x="190" y="6823"/>
                      <a:pt x="394" y="6823"/>
                    </a:cubicBezTo>
                    <a:cubicBezTo>
                      <a:pt x="446" y="6823"/>
                      <a:pt x="499" y="6806"/>
                      <a:pt x="546" y="6765"/>
                    </a:cubicBezTo>
                    <a:cubicBezTo>
                      <a:pt x="2448" y="4997"/>
                      <a:pt x="3749" y="2829"/>
                      <a:pt x="4382" y="327"/>
                    </a:cubicBezTo>
                    <a:cubicBezTo>
                      <a:pt x="4422" y="128"/>
                      <a:pt x="4260" y="1"/>
                      <a:pt x="4109"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8"/>
              <p:cNvSpPr/>
              <p:nvPr/>
            </p:nvSpPr>
            <p:spPr>
              <a:xfrm>
                <a:off x="3449300" y="4001425"/>
                <a:ext cx="382800" cy="305675"/>
              </a:xfrm>
              <a:custGeom>
                <a:avLst/>
                <a:gdLst/>
                <a:ahLst/>
                <a:cxnLst/>
                <a:rect l="l" t="t" r="r" b="b"/>
                <a:pathLst>
                  <a:path w="15312" h="12227" extrusionOk="0">
                    <a:moveTo>
                      <a:pt x="6405" y="0"/>
                    </a:moveTo>
                    <a:cubicBezTo>
                      <a:pt x="4440" y="0"/>
                      <a:pt x="2662" y="819"/>
                      <a:pt x="1668" y="2377"/>
                    </a:cubicBezTo>
                    <a:cubicBezTo>
                      <a:pt x="1" y="5046"/>
                      <a:pt x="1335" y="8882"/>
                      <a:pt x="4637" y="10950"/>
                    </a:cubicBezTo>
                    <a:cubicBezTo>
                      <a:pt x="6011" y="11811"/>
                      <a:pt x="7507" y="12227"/>
                      <a:pt x="8907" y="12227"/>
                    </a:cubicBezTo>
                    <a:cubicBezTo>
                      <a:pt x="10872" y="12227"/>
                      <a:pt x="12650" y="11408"/>
                      <a:pt x="13644" y="9849"/>
                    </a:cubicBezTo>
                    <a:cubicBezTo>
                      <a:pt x="15311" y="7181"/>
                      <a:pt x="13977" y="3345"/>
                      <a:pt x="10675" y="1277"/>
                    </a:cubicBezTo>
                    <a:cubicBezTo>
                      <a:pt x="9301" y="416"/>
                      <a:pt x="7805" y="0"/>
                      <a:pt x="6405" y="0"/>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8"/>
              <p:cNvSpPr/>
              <p:nvPr/>
            </p:nvSpPr>
            <p:spPr>
              <a:xfrm>
                <a:off x="3466825" y="4015900"/>
                <a:ext cx="346100" cy="277725"/>
              </a:xfrm>
              <a:custGeom>
                <a:avLst/>
                <a:gdLst/>
                <a:ahLst/>
                <a:cxnLst/>
                <a:rect l="l" t="t" r="r" b="b"/>
                <a:pathLst>
                  <a:path w="13844" h="11109" extrusionOk="0">
                    <a:moveTo>
                      <a:pt x="5856" y="258"/>
                    </a:moveTo>
                    <a:cubicBezTo>
                      <a:pt x="6462" y="258"/>
                      <a:pt x="7087" y="348"/>
                      <a:pt x="7706" y="531"/>
                    </a:cubicBezTo>
                    <a:cubicBezTo>
                      <a:pt x="8339" y="698"/>
                      <a:pt x="8973" y="998"/>
                      <a:pt x="9540" y="1365"/>
                    </a:cubicBezTo>
                    <a:cubicBezTo>
                      <a:pt x="12409" y="3166"/>
                      <a:pt x="13576" y="6502"/>
                      <a:pt x="12142" y="8803"/>
                    </a:cubicBezTo>
                    <a:cubicBezTo>
                      <a:pt x="11306" y="10165"/>
                      <a:pt x="9767" y="10868"/>
                      <a:pt x="8060" y="10868"/>
                    </a:cubicBezTo>
                    <a:cubicBezTo>
                      <a:pt x="6840" y="10868"/>
                      <a:pt x="5533" y="10508"/>
                      <a:pt x="4336" y="9771"/>
                    </a:cubicBezTo>
                    <a:cubicBezTo>
                      <a:pt x="1468" y="7970"/>
                      <a:pt x="300" y="4634"/>
                      <a:pt x="1768" y="2332"/>
                    </a:cubicBezTo>
                    <a:cubicBezTo>
                      <a:pt x="2581" y="977"/>
                      <a:pt x="4141" y="258"/>
                      <a:pt x="5856" y="258"/>
                    </a:cubicBezTo>
                    <a:close/>
                    <a:moveTo>
                      <a:pt x="5798" y="0"/>
                    </a:moveTo>
                    <a:cubicBezTo>
                      <a:pt x="4002" y="0"/>
                      <a:pt x="2380" y="740"/>
                      <a:pt x="1501" y="2165"/>
                    </a:cubicBezTo>
                    <a:cubicBezTo>
                      <a:pt x="0" y="4600"/>
                      <a:pt x="1168" y="8070"/>
                      <a:pt x="4170" y="9971"/>
                    </a:cubicBezTo>
                    <a:cubicBezTo>
                      <a:pt x="4803" y="10371"/>
                      <a:pt x="5437" y="10638"/>
                      <a:pt x="6104" y="10838"/>
                    </a:cubicBezTo>
                    <a:cubicBezTo>
                      <a:pt x="6749" y="11019"/>
                      <a:pt x="7396" y="11108"/>
                      <a:pt x="8022" y="11108"/>
                    </a:cubicBezTo>
                    <a:cubicBezTo>
                      <a:pt x="9824" y="11108"/>
                      <a:pt x="11451" y="10364"/>
                      <a:pt x="12342" y="8904"/>
                    </a:cubicBezTo>
                    <a:cubicBezTo>
                      <a:pt x="13843" y="6502"/>
                      <a:pt x="12676" y="2999"/>
                      <a:pt x="9674" y="1131"/>
                    </a:cubicBezTo>
                    <a:cubicBezTo>
                      <a:pt x="8429" y="371"/>
                      <a:pt x="7070" y="0"/>
                      <a:pt x="5798" y="0"/>
                    </a:cubicBezTo>
                    <a:close/>
                  </a:path>
                </a:pathLst>
              </a:custGeom>
              <a:solidFill>
                <a:srgbClr val="92C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8"/>
              <p:cNvSpPr/>
              <p:nvPr/>
            </p:nvSpPr>
            <p:spPr>
              <a:xfrm>
                <a:off x="3546875" y="4056675"/>
                <a:ext cx="199325" cy="173025"/>
              </a:xfrm>
              <a:custGeom>
                <a:avLst/>
                <a:gdLst/>
                <a:ahLst/>
                <a:cxnLst/>
                <a:rect l="l" t="t" r="r" b="b"/>
                <a:pathLst>
                  <a:path w="7973" h="6921" extrusionOk="0">
                    <a:moveTo>
                      <a:pt x="1501" y="2002"/>
                    </a:moveTo>
                    <a:lnTo>
                      <a:pt x="2836" y="3070"/>
                    </a:lnTo>
                    <a:cubicBezTo>
                      <a:pt x="2602" y="3203"/>
                      <a:pt x="2402" y="3303"/>
                      <a:pt x="2169" y="3303"/>
                    </a:cubicBezTo>
                    <a:cubicBezTo>
                      <a:pt x="2142" y="3308"/>
                      <a:pt x="2115" y="3310"/>
                      <a:pt x="2088" y="3310"/>
                    </a:cubicBezTo>
                    <a:cubicBezTo>
                      <a:pt x="1915" y="3310"/>
                      <a:pt x="1746" y="3223"/>
                      <a:pt x="1601" y="3136"/>
                    </a:cubicBezTo>
                    <a:cubicBezTo>
                      <a:pt x="1435" y="3003"/>
                      <a:pt x="1335" y="2836"/>
                      <a:pt x="1335" y="2636"/>
                    </a:cubicBezTo>
                    <a:cubicBezTo>
                      <a:pt x="1335" y="2402"/>
                      <a:pt x="1401" y="2202"/>
                      <a:pt x="1501" y="2002"/>
                    </a:cubicBezTo>
                    <a:close/>
                    <a:moveTo>
                      <a:pt x="5667" y="3149"/>
                    </a:moveTo>
                    <a:cubicBezTo>
                      <a:pt x="5857" y="3149"/>
                      <a:pt x="6014" y="3239"/>
                      <a:pt x="6171" y="3370"/>
                    </a:cubicBezTo>
                    <a:cubicBezTo>
                      <a:pt x="6405" y="3537"/>
                      <a:pt x="6505" y="3737"/>
                      <a:pt x="6505" y="3970"/>
                    </a:cubicBezTo>
                    <a:cubicBezTo>
                      <a:pt x="6505" y="4170"/>
                      <a:pt x="6438" y="4404"/>
                      <a:pt x="6305" y="4671"/>
                    </a:cubicBezTo>
                    <a:lnTo>
                      <a:pt x="4770" y="3370"/>
                    </a:lnTo>
                    <a:cubicBezTo>
                      <a:pt x="5004" y="3236"/>
                      <a:pt x="5271" y="3203"/>
                      <a:pt x="5504" y="3170"/>
                    </a:cubicBezTo>
                    <a:cubicBezTo>
                      <a:pt x="5561" y="3155"/>
                      <a:pt x="5615" y="3149"/>
                      <a:pt x="5667" y="3149"/>
                    </a:cubicBezTo>
                    <a:close/>
                    <a:moveTo>
                      <a:pt x="667" y="1"/>
                    </a:moveTo>
                    <a:lnTo>
                      <a:pt x="0" y="801"/>
                    </a:lnTo>
                    <a:lnTo>
                      <a:pt x="768" y="1402"/>
                    </a:lnTo>
                    <a:cubicBezTo>
                      <a:pt x="434" y="1902"/>
                      <a:pt x="267" y="2469"/>
                      <a:pt x="301" y="2903"/>
                    </a:cubicBezTo>
                    <a:cubicBezTo>
                      <a:pt x="301" y="3370"/>
                      <a:pt x="501" y="3803"/>
                      <a:pt x="901" y="4070"/>
                    </a:cubicBezTo>
                    <a:cubicBezTo>
                      <a:pt x="1101" y="4237"/>
                      <a:pt x="1335" y="4404"/>
                      <a:pt x="1601" y="4471"/>
                    </a:cubicBezTo>
                    <a:cubicBezTo>
                      <a:pt x="1767" y="4494"/>
                      <a:pt x="1948" y="4518"/>
                      <a:pt x="2123" y="4518"/>
                    </a:cubicBezTo>
                    <a:cubicBezTo>
                      <a:pt x="2196" y="4518"/>
                      <a:pt x="2267" y="4514"/>
                      <a:pt x="2335" y="4504"/>
                    </a:cubicBezTo>
                    <a:cubicBezTo>
                      <a:pt x="2569" y="4471"/>
                      <a:pt x="2802" y="4404"/>
                      <a:pt x="3069" y="4304"/>
                    </a:cubicBezTo>
                    <a:cubicBezTo>
                      <a:pt x="3303" y="4204"/>
                      <a:pt x="3503" y="4070"/>
                      <a:pt x="3770" y="3970"/>
                    </a:cubicBezTo>
                    <a:lnTo>
                      <a:pt x="5638" y="5538"/>
                    </a:lnTo>
                    <a:cubicBezTo>
                      <a:pt x="5382" y="5726"/>
                      <a:pt x="5108" y="5817"/>
                      <a:pt x="4817" y="5817"/>
                    </a:cubicBezTo>
                    <a:cubicBezTo>
                      <a:pt x="4539" y="5817"/>
                      <a:pt x="4246" y="5734"/>
                      <a:pt x="3936" y="5571"/>
                    </a:cubicBezTo>
                    <a:lnTo>
                      <a:pt x="3403" y="6505"/>
                    </a:lnTo>
                    <a:cubicBezTo>
                      <a:pt x="3829" y="6761"/>
                      <a:pt x="4256" y="6920"/>
                      <a:pt x="4703" y="6920"/>
                    </a:cubicBezTo>
                    <a:cubicBezTo>
                      <a:pt x="4780" y="6920"/>
                      <a:pt x="4858" y="6915"/>
                      <a:pt x="4937" y="6906"/>
                    </a:cubicBezTo>
                    <a:cubicBezTo>
                      <a:pt x="5471" y="6872"/>
                      <a:pt x="5971" y="6639"/>
                      <a:pt x="6472" y="6172"/>
                    </a:cubicBezTo>
                    <a:lnTo>
                      <a:pt x="7306" y="6739"/>
                    </a:lnTo>
                    <a:lnTo>
                      <a:pt x="7973" y="5972"/>
                    </a:lnTo>
                    <a:lnTo>
                      <a:pt x="7239" y="5338"/>
                    </a:lnTo>
                    <a:cubicBezTo>
                      <a:pt x="7406" y="5038"/>
                      <a:pt x="7506" y="4804"/>
                      <a:pt x="7606" y="4504"/>
                    </a:cubicBezTo>
                    <a:cubicBezTo>
                      <a:pt x="7672" y="4204"/>
                      <a:pt x="7739" y="3970"/>
                      <a:pt x="7672" y="3703"/>
                    </a:cubicBezTo>
                    <a:cubicBezTo>
                      <a:pt x="7639" y="3470"/>
                      <a:pt x="7606" y="3203"/>
                      <a:pt x="7472" y="3003"/>
                    </a:cubicBezTo>
                    <a:cubicBezTo>
                      <a:pt x="7339" y="2803"/>
                      <a:pt x="7239" y="2636"/>
                      <a:pt x="7005" y="2469"/>
                    </a:cubicBezTo>
                    <a:cubicBezTo>
                      <a:pt x="6772" y="2236"/>
                      <a:pt x="6472" y="2069"/>
                      <a:pt x="6238" y="2035"/>
                    </a:cubicBezTo>
                    <a:cubicBezTo>
                      <a:pt x="6049" y="2012"/>
                      <a:pt x="5877" y="1988"/>
                      <a:pt x="5687" y="1988"/>
                    </a:cubicBezTo>
                    <a:cubicBezTo>
                      <a:pt x="5608" y="1988"/>
                      <a:pt x="5525" y="1992"/>
                      <a:pt x="5438" y="2002"/>
                    </a:cubicBezTo>
                    <a:cubicBezTo>
                      <a:pt x="5137" y="2035"/>
                      <a:pt x="4904" y="2069"/>
                      <a:pt x="4637" y="2202"/>
                    </a:cubicBezTo>
                    <a:lnTo>
                      <a:pt x="3903" y="2569"/>
                    </a:lnTo>
                    <a:lnTo>
                      <a:pt x="2269" y="1235"/>
                    </a:lnTo>
                    <a:cubicBezTo>
                      <a:pt x="2481" y="1129"/>
                      <a:pt x="2687" y="1071"/>
                      <a:pt x="2902" y="1071"/>
                    </a:cubicBezTo>
                    <a:cubicBezTo>
                      <a:pt x="3158" y="1071"/>
                      <a:pt x="3428" y="1153"/>
                      <a:pt x="3736" y="1335"/>
                    </a:cubicBezTo>
                    <a:lnTo>
                      <a:pt x="4303" y="401"/>
                    </a:lnTo>
                    <a:cubicBezTo>
                      <a:pt x="4103" y="301"/>
                      <a:pt x="3903" y="167"/>
                      <a:pt x="3636" y="67"/>
                    </a:cubicBezTo>
                    <a:cubicBezTo>
                      <a:pt x="3403" y="34"/>
                      <a:pt x="3136" y="1"/>
                      <a:pt x="2902" y="1"/>
                    </a:cubicBezTo>
                    <a:cubicBezTo>
                      <a:pt x="2636" y="1"/>
                      <a:pt x="2402" y="34"/>
                      <a:pt x="2135" y="167"/>
                    </a:cubicBezTo>
                    <a:cubicBezTo>
                      <a:pt x="1902" y="301"/>
                      <a:pt x="1668" y="401"/>
                      <a:pt x="1435" y="634"/>
                    </a:cubicBezTo>
                    <a:lnTo>
                      <a:pt x="667" y="1"/>
                    </a:lnTo>
                    <a:close/>
                  </a:path>
                </a:pathLst>
              </a:custGeom>
              <a:solidFill>
                <a:srgbClr val="0095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8"/>
              <p:cNvSpPr/>
              <p:nvPr/>
            </p:nvSpPr>
            <p:spPr>
              <a:xfrm>
                <a:off x="2957275" y="3539650"/>
                <a:ext cx="1088300" cy="1050775"/>
              </a:xfrm>
              <a:custGeom>
                <a:avLst/>
                <a:gdLst/>
                <a:ahLst/>
                <a:cxnLst/>
                <a:rect l="l" t="t" r="r" b="b"/>
                <a:pathLst>
                  <a:path w="43532" h="42031" extrusionOk="0">
                    <a:moveTo>
                      <a:pt x="25853" y="0"/>
                    </a:moveTo>
                    <a:cubicBezTo>
                      <a:pt x="25486" y="7239"/>
                      <a:pt x="21750" y="13977"/>
                      <a:pt x="16880" y="19347"/>
                    </a:cubicBezTo>
                    <a:cubicBezTo>
                      <a:pt x="12009" y="24685"/>
                      <a:pt x="6005" y="28854"/>
                      <a:pt x="1" y="32990"/>
                    </a:cubicBezTo>
                    <a:lnTo>
                      <a:pt x="18047" y="42030"/>
                    </a:lnTo>
                    <a:cubicBezTo>
                      <a:pt x="26820" y="36827"/>
                      <a:pt x="34192" y="29254"/>
                      <a:pt x="39229" y="20381"/>
                    </a:cubicBezTo>
                    <a:cubicBezTo>
                      <a:pt x="41664" y="16145"/>
                      <a:pt x="43532" y="11375"/>
                      <a:pt x="43098" y="6538"/>
                    </a:cubicBezTo>
                    <a:lnTo>
                      <a:pt x="25853" y="0"/>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8"/>
              <p:cNvSpPr/>
              <p:nvPr/>
            </p:nvSpPr>
            <p:spPr>
              <a:xfrm>
                <a:off x="3049025" y="3587175"/>
                <a:ext cx="962375" cy="954050"/>
              </a:xfrm>
              <a:custGeom>
                <a:avLst/>
                <a:gdLst/>
                <a:ahLst/>
                <a:cxnLst/>
                <a:rect l="l" t="t" r="r" b="b"/>
                <a:pathLst>
                  <a:path w="38495" h="38162" extrusionOk="0">
                    <a:moveTo>
                      <a:pt x="24418" y="1"/>
                    </a:moveTo>
                    <a:cubicBezTo>
                      <a:pt x="24359" y="561"/>
                      <a:pt x="23986" y="1096"/>
                      <a:pt x="23346" y="1096"/>
                    </a:cubicBezTo>
                    <a:cubicBezTo>
                      <a:pt x="23263" y="1096"/>
                      <a:pt x="23175" y="1087"/>
                      <a:pt x="23083" y="1068"/>
                    </a:cubicBezTo>
                    <a:cubicBezTo>
                      <a:pt x="23017" y="1068"/>
                      <a:pt x="22983" y="1001"/>
                      <a:pt x="22916" y="1001"/>
                    </a:cubicBezTo>
                    <a:cubicBezTo>
                      <a:pt x="21716" y="8307"/>
                      <a:pt x="17546" y="14277"/>
                      <a:pt x="14010" y="18114"/>
                    </a:cubicBezTo>
                    <a:cubicBezTo>
                      <a:pt x="9874" y="22617"/>
                      <a:pt x="5004" y="26286"/>
                      <a:pt x="33" y="29755"/>
                    </a:cubicBezTo>
                    <a:cubicBezTo>
                      <a:pt x="834" y="30155"/>
                      <a:pt x="701" y="31356"/>
                      <a:pt x="0" y="31757"/>
                    </a:cubicBezTo>
                    <a:lnTo>
                      <a:pt x="12676" y="38161"/>
                    </a:lnTo>
                    <a:cubicBezTo>
                      <a:pt x="13008" y="37690"/>
                      <a:pt x="13525" y="37311"/>
                      <a:pt x="14226" y="37311"/>
                    </a:cubicBezTo>
                    <a:cubicBezTo>
                      <a:pt x="14369" y="37311"/>
                      <a:pt x="14519" y="37327"/>
                      <a:pt x="14677" y="37361"/>
                    </a:cubicBezTo>
                    <a:cubicBezTo>
                      <a:pt x="15178" y="37494"/>
                      <a:pt x="15545" y="37694"/>
                      <a:pt x="15811" y="38028"/>
                    </a:cubicBezTo>
                    <a:cubicBezTo>
                      <a:pt x="23550" y="32991"/>
                      <a:pt x="30055" y="26119"/>
                      <a:pt x="34658" y="18013"/>
                    </a:cubicBezTo>
                    <a:cubicBezTo>
                      <a:pt x="37093" y="13744"/>
                      <a:pt x="38327" y="10108"/>
                      <a:pt x="38494" y="6739"/>
                    </a:cubicBezTo>
                    <a:lnTo>
                      <a:pt x="38494" y="6739"/>
                    </a:lnTo>
                    <a:cubicBezTo>
                      <a:pt x="38376" y="6762"/>
                      <a:pt x="38225" y="6786"/>
                      <a:pt x="38076" y="6786"/>
                    </a:cubicBezTo>
                    <a:cubicBezTo>
                      <a:pt x="38014" y="6786"/>
                      <a:pt x="37952" y="6782"/>
                      <a:pt x="37894" y="6772"/>
                    </a:cubicBezTo>
                    <a:cubicBezTo>
                      <a:pt x="36926" y="6572"/>
                      <a:pt x="36826" y="5505"/>
                      <a:pt x="37260" y="4904"/>
                    </a:cubicBezTo>
                    <a:lnTo>
                      <a:pt x="244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8"/>
              <p:cNvSpPr/>
              <p:nvPr/>
            </p:nvSpPr>
            <p:spPr>
              <a:xfrm>
                <a:off x="3692800" y="3807000"/>
                <a:ext cx="104275" cy="95725"/>
              </a:xfrm>
              <a:custGeom>
                <a:avLst/>
                <a:gdLst/>
                <a:ahLst/>
                <a:cxnLst/>
                <a:rect l="l" t="t" r="r" b="b"/>
                <a:pathLst>
                  <a:path w="4171" h="3829" extrusionOk="0">
                    <a:moveTo>
                      <a:pt x="2052" y="1"/>
                    </a:moveTo>
                    <a:cubicBezTo>
                      <a:pt x="1171" y="1"/>
                      <a:pt x="374" y="621"/>
                      <a:pt x="201" y="1515"/>
                    </a:cubicBezTo>
                    <a:cubicBezTo>
                      <a:pt x="1" y="2549"/>
                      <a:pt x="668" y="3583"/>
                      <a:pt x="1702" y="3783"/>
                    </a:cubicBezTo>
                    <a:cubicBezTo>
                      <a:pt x="1837" y="3814"/>
                      <a:pt x="1971" y="3828"/>
                      <a:pt x="2103" y="3828"/>
                    </a:cubicBezTo>
                    <a:cubicBezTo>
                      <a:pt x="2984" y="3828"/>
                      <a:pt x="3767" y="3181"/>
                      <a:pt x="3970" y="2282"/>
                    </a:cubicBezTo>
                    <a:cubicBezTo>
                      <a:pt x="4170" y="1248"/>
                      <a:pt x="3503" y="247"/>
                      <a:pt x="2469" y="47"/>
                    </a:cubicBezTo>
                    <a:cubicBezTo>
                      <a:pt x="2330" y="16"/>
                      <a:pt x="2190" y="1"/>
                      <a:pt x="2052"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8"/>
              <p:cNvSpPr/>
              <p:nvPr/>
            </p:nvSpPr>
            <p:spPr>
              <a:xfrm>
                <a:off x="3796675" y="3773000"/>
                <a:ext cx="95950" cy="178575"/>
              </a:xfrm>
              <a:custGeom>
                <a:avLst/>
                <a:gdLst/>
                <a:ahLst/>
                <a:cxnLst/>
                <a:rect l="l" t="t" r="r" b="b"/>
                <a:pathLst>
                  <a:path w="3838" h="7143" extrusionOk="0">
                    <a:moveTo>
                      <a:pt x="3538" y="1"/>
                    </a:moveTo>
                    <a:cubicBezTo>
                      <a:pt x="3431" y="1"/>
                      <a:pt x="3332" y="64"/>
                      <a:pt x="3318" y="206"/>
                    </a:cubicBezTo>
                    <a:cubicBezTo>
                      <a:pt x="2918" y="2675"/>
                      <a:pt x="1850" y="4876"/>
                      <a:pt x="149" y="6711"/>
                    </a:cubicBezTo>
                    <a:cubicBezTo>
                      <a:pt x="1" y="6909"/>
                      <a:pt x="163" y="7143"/>
                      <a:pt x="339" y="7143"/>
                    </a:cubicBezTo>
                    <a:cubicBezTo>
                      <a:pt x="401" y="7143"/>
                      <a:pt x="464" y="7114"/>
                      <a:pt x="516" y="7045"/>
                    </a:cubicBezTo>
                    <a:cubicBezTo>
                      <a:pt x="2317" y="5143"/>
                      <a:pt x="3418" y="2875"/>
                      <a:pt x="3818" y="306"/>
                    </a:cubicBezTo>
                    <a:cubicBezTo>
                      <a:pt x="3837" y="115"/>
                      <a:pt x="3681" y="1"/>
                      <a:pt x="3538"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8"/>
              <p:cNvSpPr/>
              <p:nvPr/>
            </p:nvSpPr>
            <p:spPr>
              <a:xfrm>
                <a:off x="3822425" y="3792675"/>
                <a:ext cx="96475" cy="178450"/>
              </a:xfrm>
              <a:custGeom>
                <a:avLst/>
                <a:gdLst/>
                <a:ahLst/>
                <a:cxnLst/>
                <a:rect l="l" t="t" r="r" b="b"/>
                <a:pathLst>
                  <a:path w="3859" h="7138" extrusionOk="0">
                    <a:moveTo>
                      <a:pt x="3571" y="1"/>
                    </a:moveTo>
                    <a:cubicBezTo>
                      <a:pt x="3453" y="1"/>
                      <a:pt x="3337" y="70"/>
                      <a:pt x="3322" y="220"/>
                    </a:cubicBezTo>
                    <a:cubicBezTo>
                      <a:pt x="2922" y="2688"/>
                      <a:pt x="1888" y="4890"/>
                      <a:pt x="153" y="6725"/>
                    </a:cubicBezTo>
                    <a:cubicBezTo>
                      <a:pt x="1" y="6902"/>
                      <a:pt x="176" y="7138"/>
                      <a:pt x="372" y="7138"/>
                    </a:cubicBezTo>
                    <a:cubicBezTo>
                      <a:pt x="434" y="7138"/>
                      <a:pt x="497" y="7114"/>
                      <a:pt x="553" y="7058"/>
                    </a:cubicBezTo>
                    <a:cubicBezTo>
                      <a:pt x="2321" y="5123"/>
                      <a:pt x="3422" y="2855"/>
                      <a:pt x="3822" y="287"/>
                    </a:cubicBezTo>
                    <a:cubicBezTo>
                      <a:pt x="3859" y="103"/>
                      <a:pt x="3714" y="1"/>
                      <a:pt x="357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8"/>
              <p:cNvSpPr/>
              <p:nvPr/>
            </p:nvSpPr>
            <p:spPr>
              <a:xfrm>
                <a:off x="3402600" y="3973450"/>
                <a:ext cx="385300" cy="300750"/>
              </a:xfrm>
              <a:custGeom>
                <a:avLst/>
                <a:gdLst/>
                <a:ahLst/>
                <a:cxnLst/>
                <a:rect l="l" t="t" r="r" b="b"/>
                <a:pathLst>
                  <a:path w="15412" h="12030" extrusionOk="0">
                    <a:moveTo>
                      <a:pt x="6574" y="0"/>
                    </a:moveTo>
                    <a:cubicBezTo>
                      <a:pt x="4353" y="0"/>
                      <a:pt x="2360" y="989"/>
                      <a:pt x="1435" y="2796"/>
                    </a:cubicBezTo>
                    <a:cubicBezTo>
                      <a:pt x="1" y="5598"/>
                      <a:pt x="1635" y="9301"/>
                      <a:pt x="5104" y="11102"/>
                    </a:cubicBezTo>
                    <a:cubicBezTo>
                      <a:pt x="6324" y="11730"/>
                      <a:pt x="7616" y="12029"/>
                      <a:pt x="8838" y="12029"/>
                    </a:cubicBezTo>
                    <a:cubicBezTo>
                      <a:pt x="11059" y="12029"/>
                      <a:pt x="13052" y="11041"/>
                      <a:pt x="13977" y="9234"/>
                    </a:cubicBezTo>
                    <a:cubicBezTo>
                      <a:pt x="15412" y="6432"/>
                      <a:pt x="13777" y="2729"/>
                      <a:pt x="10308" y="928"/>
                    </a:cubicBezTo>
                    <a:cubicBezTo>
                      <a:pt x="9088" y="300"/>
                      <a:pt x="7796" y="0"/>
                      <a:pt x="657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8"/>
              <p:cNvSpPr/>
              <p:nvPr/>
            </p:nvSpPr>
            <p:spPr>
              <a:xfrm>
                <a:off x="3420125" y="3986925"/>
                <a:ext cx="350275" cy="273700"/>
              </a:xfrm>
              <a:custGeom>
                <a:avLst/>
                <a:gdLst/>
                <a:ahLst/>
                <a:cxnLst/>
                <a:rect l="l" t="t" r="r" b="b"/>
                <a:pathLst>
                  <a:path w="14011" h="10948" extrusionOk="0">
                    <a:moveTo>
                      <a:pt x="5943" y="280"/>
                    </a:moveTo>
                    <a:cubicBezTo>
                      <a:pt x="6399" y="280"/>
                      <a:pt x="6867" y="327"/>
                      <a:pt x="7339" y="422"/>
                    </a:cubicBezTo>
                    <a:cubicBezTo>
                      <a:pt x="8006" y="522"/>
                      <a:pt x="8640" y="756"/>
                      <a:pt x="9240" y="1089"/>
                    </a:cubicBezTo>
                    <a:cubicBezTo>
                      <a:pt x="12275" y="2624"/>
                      <a:pt x="13710" y="5860"/>
                      <a:pt x="12476" y="8295"/>
                    </a:cubicBezTo>
                    <a:cubicBezTo>
                      <a:pt x="11662" y="9836"/>
                      <a:pt x="9942" y="10690"/>
                      <a:pt x="8020" y="10690"/>
                    </a:cubicBezTo>
                    <a:cubicBezTo>
                      <a:pt x="6948" y="10690"/>
                      <a:pt x="5812" y="10424"/>
                      <a:pt x="4737" y="9862"/>
                    </a:cubicBezTo>
                    <a:cubicBezTo>
                      <a:pt x="1701" y="8328"/>
                      <a:pt x="300" y="5092"/>
                      <a:pt x="1534" y="2657"/>
                    </a:cubicBezTo>
                    <a:cubicBezTo>
                      <a:pt x="2317" y="1119"/>
                      <a:pt x="4016" y="280"/>
                      <a:pt x="5943" y="280"/>
                    </a:cubicBezTo>
                    <a:close/>
                    <a:moveTo>
                      <a:pt x="5989" y="1"/>
                    </a:moveTo>
                    <a:cubicBezTo>
                      <a:pt x="3974" y="1"/>
                      <a:pt x="2174" y="887"/>
                      <a:pt x="1334" y="2524"/>
                    </a:cubicBezTo>
                    <a:cubicBezTo>
                      <a:pt x="0" y="5092"/>
                      <a:pt x="1501" y="8461"/>
                      <a:pt x="4637" y="10096"/>
                    </a:cubicBezTo>
                    <a:cubicBezTo>
                      <a:pt x="5237" y="10429"/>
                      <a:pt x="5904" y="10663"/>
                      <a:pt x="6571" y="10796"/>
                    </a:cubicBezTo>
                    <a:cubicBezTo>
                      <a:pt x="7058" y="10897"/>
                      <a:pt x="7542" y="10947"/>
                      <a:pt x="8014" y="10947"/>
                    </a:cubicBezTo>
                    <a:cubicBezTo>
                      <a:pt x="10035" y="10947"/>
                      <a:pt x="11838" y="10038"/>
                      <a:pt x="12676" y="8361"/>
                    </a:cubicBezTo>
                    <a:cubicBezTo>
                      <a:pt x="14010" y="5826"/>
                      <a:pt x="12509" y="2457"/>
                      <a:pt x="9373" y="823"/>
                    </a:cubicBezTo>
                    <a:cubicBezTo>
                      <a:pt x="8263" y="267"/>
                      <a:pt x="7093" y="1"/>
                      <a:pt x="59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8"/>
              <p:cNvSpPr/>
              <p:nvPr/>
            </p:nvSpPr>
            <p:spPr>
              <a:xfrm>
                <a:off x="3495175" y="4027975"/>
                <a:ext cx="206825" cy="168100"/>
              </a:xfrm>
              <a:custGeom>
                <a:avLst/>
                <a:gdLst/>
                <a:ahLst/>
                <a:cxnLst/>
                <a:rect l="l" t="t" r="r" b="b"/>
                <a:pathLst>
                  <a:path w="8273" h="6724" extrusionOk="0">
                    <a:moveTo>
                      <a:pt x="1635" y="2116"/>
                    </a:moveTo>
                    <a:lnTo>
                      <a:pt x="3036" y="3117"/>
                    </a:lnTo>
                    <a:cubicBezTo>
                      <a:pt x="2802" y="3217"/>
                      <a:pt x="2569" y="3317"/>
                      <a:pt x="2369" y="3350"/>
                    </a:cubicBezTo>
                    <a:cubicBezTo>
                      <a:pt x="2321" y="3358"/>
                      <a:pt x="2274" y="3362"/>
                      <a:pt x="2227" y="3362"/>
                    </a:cubicBezTo>
                    <a:cubicBezTo>
                      <a:pt x="2076" y="3362"/>
                      <a:pt x="1929" y="3319"/>
                      <a:pt x="1801" y="3217"/>
                    </a:cubicBezTo>
                    <a:cubicBezTo>
                      <a:pt x="1635" y="3117"/>
                      <a:pt x="1535" y="2950"/>
                      <a:pt x="1501" y="2716"/>
                    </a:cubicBezTo>
                    <a:cubicBezTo>
                      <a:pt x="1468" y="2550"/>
                      <a:pt x="1501" y="2350"/>
                      <a:pt x="1635" y="2116"/>
                    </a:cubicBezTo>
                    <a:close/>
                    <a:moveTo>
                      <a:pt x="5848" y="2872"/>
                    </a:moveTo>
                    <a:cubicBezTo>
                      <a:pt x="6021" y="2872"/>
                      <a:pt x="6216" y="2921"/>
                      <a:pt x="6371" y="3050"/>
                    </a:cubicBezTo>
                    <a:cubicBezTo>
                      <a:pt x="6638" y="3217"/>
                      <a:pt x="6738" y="3384"/>
                      <a:pt x="6738" y="3650"/>
                    </a:cubicBezTo>
                    <a:cubicBezTo>
                      <a:pt x="6805" y="3851"/>
                      <a:pt x="6738" y="4117"/>
                      <a:pt x="6638" y="4351"/>
                    </a:cubicBezTo>
                    <a:lnTo>
                      <a:pt x="4970" y="3183"/>
                    </a:lnTo>
                    <a:cubicBezTo>
                      <a:pt x="5204" y="3017"/>
                      <a:pt x="5471" y="2950"/>
                      <a:pt x="5704" y="2883"/>
                    </a:cubicBezTo>
                    <a:cubicBezTo>
                      <a:pt x="5749" y="2876"/>
                      <a:pt x="5798" y="2872"/>
                      <a:pt x="5848" y="2872"/>
                    </a:cubicBezTo>
                    <a:close/>
                    <a:moveTo>
                      <a:pt x="3008" y="1"/>
                    </a:moveTo>
                    <a:cubicBezTo>
                      <a:pt x="2939" y="1"/>
                      <a:pt x="2871" y="5"/>
                      <a:pt x="2802" y="15"/>
                    </a:cubicBezTo>
                    <a:cubicBezTo>
                      <a:pt x="2535" y="15"/>
                      <a:pt x="2268" y="115"/>
                      <a:pt x="2035" y="215"/>
                    </a:cubicBezTo>
                    <a:cubicBezTo>
                      <a:pt x="1835" y="348"/>
                      <a:pt x="1568" y="515"/>
                      <a:pt x="1368" y="715"/>
                    </a:cubicBezTo>
                    <a:lnTo>
                      <a:pt x="567" y="181"/>
                    </a:lnTo>
                    <a:lnTo>
                      <a:pt x="0" y="1015"/>
                    </a:lnTo>
                    <a:lnTo>
                      <a:pt x="767" y="1549"/>
                    </a:lnTo>
                    <a:cubicBezTo>
                      <a:pt x="501" y="2116"/>
                      <a:pt x="367" y="2650"/>
                      <a:pt x="434" y="3117"/>
                    </a:cubicBezTo>
                    <a:cubicBezTo>
                      <a:pt x="534" y="3617"/>
                      <a:pt x="767" y="3951"/>
                      <a:pt x="1168" y="4218"/>
                    </a:cubicBezTo>
                    <a:cubicBezTo>
                      <a:pt x="1401" y="4384"/>
                      <a:pt x="1668" y="4518"/>
                      <a:pt x="1902" y="4551"/>
                    </a:cubicBezTo>
                    <a:cubicBezTo>
                      <a:pt x="2035" y="4584"/>
                      <a:pt x="2160" y="4601"/>
                      <a:pt x="2285" y="4601"/>
                    </a:cubicBezTo>
                    <a:cubicBezTo>
                      <a:pt x="2410" y="4601"/>
                      <a:pt x="2535" y="4584"/>
                      <a:pt x="2669" y="4551"/>
                    </a:cubicBezTo>
                    <a:cubicBezTo>
                      <a:pt x="2902" y="4484"/>
                      <a:pt x="3102" y="4384"/>
                      <a:pt x="3369" y="4284"/>
                    </a:cubicBezTo>
                    <a:cubicBezTo>
                      <a:pt x="3569" y="4151"/>
                      <a:pt x="3836" y="3984"/>
                      <a:pt x="4036" y="3851"/>
                    </a:cubicBezTo>
                    <a:lnTo>
                      <a:pt x="6038" y="5285"/>
                    </a:lnTo>
                    <a:cubicBezTo>
                      <a:pt x="5769" y="5515"/>
                      <a:pt x="5467" y="5624"/>
                      <a:pt x="5132" y="5624"/>
                    </a:cubicBezTo>
                    <a:cubicBezTo>
                      <a:pt x="4885" y="5624"/>
                      <a:pt x="4620" y="5565"/>
                      <a:pt x="4337" y="5452"/>
                    </a:cubicBezTo>
                    <a:lnTo>
                      <a:pt x="3836" y="6386"/>
                    </a:lnTo>
                    <a:cubicBezTo>
                      <a:pt x="4212" y="6611"/>
                      <a:pt x="4606" y="6724"/>
                      <a:pt x="5004" y="6724"/>
                    </a:cubicBezTo>
                    <a:cubicBezTo>
                      <a:pt x="5137" y="6724"/>
                      <a:pt x="5271" y="6711"/>
                      <a:pt x="5404" y="6686"/>
                    </a:cubicBezTo>
                    <a:cubicBezTo>
                      <a:pt x="5971" y="6553"/>
                      <a:pt x="6405" y="6319"/>
                      <a:pt x="6872" y="5819"/>
                    </a:cubicBezTo>
                    <a:lnTo>
                      <a:pt x="7706" y="6386"/>
                    </a:lnTo>
                    <a:lnTo>
                      <a:pt x="8273" y="5552"/>
                    </a:lnTo>
                    <a:lnTo>
                      <a:pt x="7506" y="5018"/>
                    </a:lnTo>
                    <a:cubicBezTo>
                      <a:pt x="7606" y="4718"/>
                      <a:pt x="7739" y="4451"/>
                      <a:pt x="7772" y="4151"/>
                    </a:cubicBezTo>
                    <a:cubicBezTo>
                      <a:pt x="7839" y="3851"/>
                      <a:pt x="7839" y="3617"/>
                      <a:pt x="7772" y="3350"/>
                    </a:cubicBezTo>
                    <a:cubicBezTo>
                      <a:pt x="7739" y="3117"/>
                      <a:pt x="7672" y="2883"/>
                      <a:pt x="7539" y="2683"/>
                    </a:cubicBezTo>
                    <a:cubicBezTo>
                      <a:pt x="7405" y="2516"/>
                      <a:pt x="7239" y="2316"/>
                      <a:pt x="7039" y="2183"/>
                    </a:cubicBezTo>
                    <a:cubicBezTo>
                      <a:pt x="6738" y="1983"/>
                      <a:pt x="6505" y="1849"/>
                      <a:pt x="6205" y="1816"/>
                    </a:cubicBezTo>
                    <a:cubicBezTo>
                      <a:pt x="6126" y="1806"/>
                      <a:pt x="6048" y="1802"/>
                      <a:pt x="5970" y="1802"/>
                    </a:cubicBezTo>
                    <a:cubicBezTo>
                      <a:pt x="5781" y="1802"/>
                      <a:pt x="5593" y="1826"/>
                      <a:pt x="5404" y="1849"/>
                    </a:cubicBezTo>
                    <a:cubicBezTo>
                      <a:pt x="5171" y="1949"/>
                      <a:pt x="4904" y="2016"/>
                      <a:pt x="4670" y="2149"/>
                    </a:cubicBezTo>
                    <a:cubicBezTo>
                      <a:pt x="4403" y="2283"/>
                      <a:pt x="4170" y="2383"/>
                      <a:pt x="3936" y="2550"/>
                    </a:cubicBezTo>
                    <a:lnTo>
                      <a:pt x="2235" y="1349"/>
                    </a:lnTo>
                    <a:cubicBezTo>
                      <a:pt x="2464" y="1190"/>
                      <a:pt x="2711" y="1106"/>
                      <a:pt x="2972" y="1106"/>
                    </a:cubicBezTo>
                    <a:cubicBezTo>
                      <a:pt x="3206" y="1106"/>
                      <a:pt x="3451" y="1174"/>
                      <a:pt x="3703" y="1315"/>
                    </a:cubicBezTo>
                    <a:lnTo>
                      <a:pt x="4237" y="348"/>
                    </a:lnTo>
                    <a:cubicBezTo>
                      <a:pt x="4003" y="215"/>
                      <a:pt x="3803" y="115"/>
                      <a:pt x="3536" y="48"/>
                    </a:cubicBezTo>
                    <a:cubicBezTo>
                      <a:pt x="3347" y="24"/>
                      <a:pt x="3175" y="1"/>
                      <a:pt x="3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38"/>
            <p:cNvGrpSpPr/>
            <p:nvPr/>
          </p:nvGrpSpPr>
          <p:grpSpPr>
            <a:xfrm>
              <a:off x="5811117" y="2088569"/>
              <a:ext cx="1867395" cy="2662812"/>
              <a:chOff x="5811117" y="2088569"/>
              <a:chExt cx="1867395" cy="2662812"/>
            </a:xfrm>
          </p:grpSpPr>
          <p:grpSp>
            <p:nvGrpSpPr>
              <p:cNvPr id="599" name="Google Shape;599;p38"/>
              <p:cNvGrpSpPr/>
              <p:nvPr/>
            </p:nvGrpSpPr>
            <p:grpSpPr>
              <a:xfrm>
                <a:off x="5811117" y="2088569"/>
                <a:ext cx="1867395" cy="2662812"/>
                <a:chOff x="2040800" y="2586750"/>
                <a:chExt cx="1530275" cy="2182275"/>
              </a:xfrm>
            </p:grpSpPr>
            <p:sp>
              <p:nvSpPr>
                <p:cNvPr id="600" name="Google Shape;600;p38"/>
                <p:cNvSpPr/>
                <p:nvPr/>
              </p:nvSpPr>
              <p:spPr>
                <a:xfrm>
                  <a:off x="2040800" y="2586750"/>
                  <a:ext cx="1530275" cy="2182275"/>
                </a:xfrm>
                <a:custGeom>
                  <a:avLst/>
                  <a:gdLst/>
                  <a:ahLst/>
                  <a:cxnLst/>
                  <a:rect l="l" t="t" r="r" b="b"/>
                  <a:pathLst>
                    <a:path w="61211" h="87291" extrusionOk="0">
                      <a:moveTo>
                        <a:pt x="30843" y="0"/>
                      </a:moveTo>
                      <a:cubicBezTo>
                        <a:pt x="30043" y="0"/>
                        <a:pt x="29293" y="545"/>
                        <a:pt x="28721" y="1090"/>
                      </a:cubicBezTo>
                      <a:cubicBezTo>
                        <a:pt x="26152" y="3491"/>
                        <a:pt x="24585" y="7027"/>
                        <a:pt x="21482" y="8662"/>
                      </a:cubicBezTo>
                      <a:cubicBezTo>
                        <a:pt x="21349" y="7494"/>
                        <a:pt x="21816" y="6360"/>
                        <a:pt x="21983" y="5193"/>
                      </a:cubicBezTo>
                      <a:cubicBezTo>
                        <a:pt x="22238" y="3376"/>
                        <a:pt x="20984" y="1874"/>
                        <a:pt x="19407" y="1874"/>
                      </a:cubicBezTo>
                      <a:cubicBezTo>
                        <a:pt x="18928" y="1874"/>
                        <a:pt x="18419" y="2013"/>
                        <a:pt x="17913" y="2324"/>
                      </a:cubicBezTo>
                      <a:cubicBezTo>
                        <a:pt x="16579" y="3158"/>
                        <a:pt x="15712" y="4826"/>
                        <a:pt x="15511" y="6360"/>
                      </a:cubicBezTo>
                      <a:cubicBezTo>
                        <a:pt x="15411" y="7194"/>
                        <a:pt x="15411" y="8028"/>
                        <a:pt x="14677" y="8528"/>
                      </a:cubicBezTo>
                      <a:cubicBezTo>
                        <a:pt x="14010" y="8962"/>
                        <a:pt x="13143" y="9029"/>
                        <a:pt x="12409" y="9329"/>
                      </a:cubicBezTo>
                      <a:cubicBezTo>
                        <a:pt x="12209" y="9429"/>
                        <a:pt x="11909" y="9496"/>
                        <a:pt x="11842" y="9763"/>
                      </a:cubicBezTo>
                      <a:cubicBezTo>
                        <a:pt x="11742" y="9963"/>
                        <a:pt x="11842" y="10263"/>
                        <a:pt x="11976" y="10496"/>
                      </a:cubicBezTo>
                      <a:cubicBezTo>
                        <a:pt x="12876" y="12364"/>
                        <a:pt x="22983" y="17868"/>
                        <a:pt x="24918" y="22805"/>
                      </a:cubicBezTo>
                      <a:lnTo>
                        <a:pt x="22750" y="23873"/>
                      </a:lnTo>
                      <a:cubicBezTo>
                        <a:pt x="15044" y="29110"/>
                        <a:pt x="8840" y="36615"/>
                        <a:pt x="5071" y="45288"/>
                      </a:cubicBezTo>
                      <a:cubicBezTo>
                        <a:pt x="1335" y="53961"/>
                        <a:pt x="0" y="63768"/>
                        <a:pt x="1335" y="73141"/>
                      </a:cubicBezTo>
                      <a:cubicBezTo>
                        <a:pt x="1568" y="74976"/>
                        <a:pt x="1968" y="76710"/>
                        <a:pt x="2302" y="78512"/>
                      </a:cubicBezTo>
                      <a:cubicBezTo>
                        <a:pt x="2669" y="80447"/>
                        <a:pt x="2836" y="82848"/>
                        <a:pt x="1201" y="83849"/>
                      </a:cubicBezTo>
                      <a:cubicBezTo>
                        <a:pt x="1824" y="84305"/>
                        <a:pt x="2532" y="84449"/>
                        <a:pt x="3284" y="84449"/>
                      </a:cubicBezTo>
                      <a:cubicBezTo>
                        <a:pt x="4588" y="84449"/>
                        <a:pt x="6026" y="84015"/>
                        <a:pt x="7385" y="84015"/>
                      </a:cubicBezTo>
                      <a:cubicBezTo>
                        <a:pt x="7594" y="84015"/>
                        <a:pt x="7801" y="84025"/>
                        <a:pt x="8006" y="84049"/>
                      </a:cubicBezTo>
                      <a:cubicBezTo>
                        <a:pt x="8933" y="84169"/>
                        <a:pt x="9994" y="84985"/>
                        <a:pt x="10924" y="84985"/>
                      </a:cubicBezTo>
                      <a:cubicBezTo>
                        <a:pt x="11032" y="84985"/>
                        <a:pt x="11138" y="84974"/>
                        <a:pt x="11242" y="84950"/>
                      </a:cubicBezTo>
                      <a:cubicBezTo>
                        <a:pt x="11537" y="84871"/>
                        <a:pt x="11855" y="84837"/>
                        <a:pt x="12188" y="84837"/>
                      </a:cubicBezTo>
                      <a:cubicBezTo>
                        <a:pt x="14259" y="84837"/>
                        <a:pt x="16937" y="86168"/>
                        <a:pt x="18747" y="86484"/>
                      </a:cubicBezTo>
                      <a:cubicBezTo>
                        <a:pt x="21582" y="86985"/>
                        <a:pt x="24518" y="87218"/>
                        <a:pt x="27387" y="87285"/>
                      </a:cubicBezTo>
                      <a:cubicBezTo>
                        <a:pt x="27698" y="87288"/>
                        <a:pt x="28009" y="87290"/>
                        <a:pt x="28320" y="87290"/>
                      </a:cubicBezTo>
                      <a:cubicBezTo>
                        <a:pt x="33773" y="87290"/>
                        <a:pt x="39169" y="86750"/>
                        <a:pt x="44565" y="86151"/>
                      </a:cubicBezTo>
                      <a:cubicBezTo>
                        <a:pt x="46433" y="85984"/>
                        <a:pt x="48335" y="85784"/>
                        <a:pt x="50069" y="85117"/>
                      </a:cubicBezTo>
                      <a:cubicBezTo>
                        <a:pt x="51103" y="84716"/>
                        <a:pt x="52104" y="84183"/>
                        <a:pt x="53205" y="84049"/>
                      </a:cubicBezTo>
                      <a:cubicBezTo>
                        <a:pt x="53405" y="84026"/>
                        <a:pt x="53608" y="84016"/>
                        <a:pt x="53812" y="84016"/>
                      </a:cubicBezTo>
                      <a:cubicBezTo>
                        <a:pt x="55172" y="84016"/>
                        <a:pt x="56604" y="84464"/>
                        <a:pt x="57912" y="84464"/>
                      </a:cubicBezTo>
                      <a:cubicBezTo>
                        <a:pt x="58664" y="84464"/>
                        <a:pt x="59376" y="84316"/>
                        <a:pt x="60010" y="83849"/>
                      </a:cubicBezTo>
                      <a:cubicBezTo>
                        <a:pt x="58375" y="82848"/>
                        <a:pt x="58542" y="80447"/>
                        <a:pt x="58909" y="78512"/>
                      </a:cubicBezTo>
                      <a:cubicBezTo>
                        <a:pt x="59243" y="76710"/>
                        <a:pt x="59643" y="74943"/>
                        <a:pt x="59876" y="73141"/>
                      </a:cubicBezTo>
                      <a:cubicBezTo>
                        <a:pt x="61211" y="63701"/>
                        <a:pt x="60410" y="53694"/>
                        <a:pt x="56140" y="45288"/>
                      </a:cubicBezTo>
                      <a:cubicBezTo>
                        <a:pt x="48735" y="30878"/>
                        <a:pt x="35893" y="23906"/>
                        <a:pt x="35893" y="23839"/>
                      </a:cubicBezTo>
                      <a:cubicBezTo>
                        <a:pt x="35059" y="21104"/>
                        <a:pt x="37093" y="18302"/>
                        <a:pt x="39095" y="16234"/>
                      </a:cubicBezTo>
                      <a:cubicBezTo>
                        <a:pt x="41663" y="13565"/>
                        <a:pt x="44365" y="10997"/>
                        <a:pt x="47234" y="8662"/>
                      </a:cubicBezTo>
                      <a:cubicBezTo>
                        <a:pt x="46856" y="8463"/>
                        <a:pt x="46468" y="8384"/>
                        <a:pt x="46072" y="8384"/>
                      </a:cubicBezTo>
                      <a:cubicBezTo>
                        <a:pt x="44513" y="8384"/>
                        <a:pt x="42835" y="9613"/>
                        <a:pt x="41166" y="9613"/>
                      </a:cubicBezTo>
                      <a:cubicBezTo>
                        <a:pt x="41054" y="9613"/>
                        <a:pt x="40942" y="9608"/>
                        <a:pt x="40829" y="9596"/>
                      </a:cubicBezTo>
                      <a:cubicBezTo>
                        <a:pt x="39996" y="9496"/>
                        <a:pt x="39195" y="8995"/>
                        <a:pt x="38494" y="8495"/>
                      </a:cubicBezTo>
                      <a:cubicBezTo>
                        <a:pt x="36159" y="6794"/>
                        <a:pt x="34225" y="4492"/>
                        <a:pt x="32924" y="1890"/>
                      </a:cubicBezTo>
                      <a:cubicBezTo>
                        <a:pt x="32557" y="1123"/>
                        <a:pt x="32257" y="356"/>
                        <a:pt x="31389" y="89"/>
                      </a:cubicBezTo>
                      <a:cubicBezTo>
                        <a:pt x="31206" y="28"/>
                        <a:pt x="31023" y="0"/>
                        <a:pt x="30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8"/>
                <p:cNvSpPr/>
                <p:nvPr/>
              </p:nvSpPr>
              <p:spPr>
                <a:xfrm>
                  <a:off x="2335175" y="2809950"/>
                  <a:ext cx="342775" cy="342775"/>
                </a:xfrm>
                <a:custGeom>
                  <a:avLst/>
                  <a:gdLst/>
                  <a:ahLst/>
                  <a:cxnLst/>
                  <a:rect l="l" t="t" r="r" b="b"/>
                  <a:pathLst>
                    <a:path w="13711" h="13711" extrusionOk="0">
                      <a:moveTo>
                        <a:pt x="2002" y="1"/>
                      </a:moveTo>
                      <a:lnTo>
                        <a:pt x="2002" y="1"/>
                      </a:lnTo>
                      <a:cubicBezTo>
                        <a:pt x="1535" y="134"/>
                        <a:pt x="1101" y="234"/>
                        <a:pt x="701" y="368"/>
                      </a:cubicBezTo>
                      <a:cubicBezTo>
                        <a:pt x="434" y="468"/>
                        <a:pt x="201" y="568"/>
                        <a:pt x="100" y="801"/>
                      </a:cubicBezTo>
                      <a:cubicBezTo>
                        <a:pt x="0" y="1035"/>
                        <a:pt x="100" y="1335"/>
                        <a:pt x="234" y="1535"/>
                      </a:cubicBezTo>
                      <a:cubicBezTo>
                        <a:pt x="1101" y="3470"/>
                        <a:pt x="10908" y="8807"/>
                        <a:pt x="13076" y="13710"/>
                      </a:cubicBezTo>
                      <a:cubicBezTo>
                        <a:pt x="13277" y="13644"/>
                        <a:pt x="13477" y="13577"/>
                        <a:pt x="13710" y="13510"/>
                      </a:cubicBezTo>
                      <a:cubicBezTo>
                        <a:pt x="13677" y="13344"/>
                        <a:pt x="13677" y="13177"/>
                        <a:pt x="13610" y="13010"/>
                      </a:cubicBezTo>
                      <a:cubicBezTo>
                        <a:pt x="13543" y="12510"/>
                        <a:pt x="13243" y="11876"/>
                        <a:pt x="13010" y="11476"/>
                      </a:cubicBezTo>
                      <a:cubicBezTo>
                        <a:pt x="12409" y="10375"/>
                        <a:pt x="11575" y="9407"/>
                        <a:pt x="10675" y="8573"/>
                      </a:cubicBezTo>
                      <a:cubicBezTo>
                        <a:pt x="9040" y="7072"/>
                        <a:pt x="7172" y="5705"/>
                        <a:pt x="5271" y="4504"/>
                      </a:cubicBezTo>
                      <a:cubicBezTo>
                        <a:pt x="4070" y="3737"/>
                        <a:pt x="2035" y="3070"/>
                        <a:pt x="1368" y="1735"/>
                      </a:cubicBezTo>
                      <a:cubicBezTo>
                        <a:pt x="934" y="901"/>
                        <a:pt x="1435" y="468"/>
                        <a:pt x="20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8"/>
                <p:cNvSpPr/>
                <p:nvPr/>
              </p:nvSpPr>
              <p:spPr>
                <a:xfrm>
                  <a:off x="2757600" y="2587575"/>
                  <a:ext cx="105850" cy="602675"/>
                </a:xfrm>
                <a:custGeom>
                  <a:avLst/>
                  <a:gdLst/>
                  <a:ahLst/>
                  <a:cxnLst/>
                  <a:rect l="l" t="t" r="r" b="b"/>
                  <a:pathLst>
                    <a:path w="4234" h="24107" extrusionOk="0">
                      <a:moveTo>
                        <a:pt x="2138" y="1"/>
                      </a:moveTo>
                      <a:cubicBezTo>
                        <a:pt x="1337" y="1"/>
                        <a:pt x="587" y="545"/>
                        <a:pt x="15" y="1090"/>
                      </a:cubicBezTo>
                      <a:cubicBezTo>
                        <a:pt x="5" y="1101"/>
                        <a:pt x="1" y="1105"/>
                        <a:pt x="2" y="1105"/>
                      </a:cubicBezTo>
                      <a:cubicBezTo>
                        <a:pt x="18" y="1105"/>
                        <a:pt x="592" y="636"/>
                        <a:pt x="1017" y="636"/>
                      </a:cubicBezTo>
                      <a:cubicBezTo>
                        <a:pt x="1226" y="636"/>
                        <a:pt x="1398" y="750"/>
                        <a:pt x="1450" y="1090"/>
                      </a:cubicBezTo>
                      <a:cubicBezTo>
                        <a:pt x="1717" y="2725"/>
                        <a:pt x="1316" y="12598"/>
                        <a:pt x="1483" y="24107"/>
                      </a:cubicBezTo>
                      <a:cubicBezTo>
                        <a:pt x="2150" y="8062"/>
                        <a:pt x="2951" y="1924"/>
                        <a:pt x="2984" y="1424"/>
                      </a:cubicBezTo>
                      <a:cubicBezTo>
                        <a:pt x="2984" y="952"/>
                        <a:pt x="3080" y="783"/>
                        <a:pt x="3219" y="783"/>
                      </a:cubicBezTo>
                      <a:cubicBezTo>
                        <a:pt x="3577" y="783"/>
                        <a:pt x="4222" y="1921"/>
                        <a:pt x="4232" y="1921"/>
                      </a:cubicBezTo>
                      <a:cubicBezTo>
                        <a:pt x="4233" y="1921"/>
                        <a:pt x="4229" y="1911"/>
                        <a:pt x="4218" y="1891"/>
                      </a:cubicBezTo>
                      <a:cubicBezTo>
                        <a:pt x="3852" y="1123"/>
                        <a:pt x="3551" y="356"/>
                        <a:pt x="2684" y="89"/>
                      </a:cubicBezTo>
                      <a:cubicBezTo>
                        <a:pt x="2500" y="28"/>
                        <a:pt x="2318" y="1"/>
                        <a:pt x="2138"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8"/>
                <p:cNvSpPr/>
                <p:nvPr/>
              </p:nvSpPr>
              <p:spPr>
                <a:xfrm>
                  <a:off x="2887225" y="2796250"/>
                  <a:ext cx="333600" cy="379000"/>
                </a:xfrm>
                <a:custGeom>
                  <a:avLst/>
                  <a:gdLst/>
                  <a:ahLst/>
                  <a:cxnLst/>
                  <a:rect l="l" t="t" r="r" b="b"/>
                  <a:pathLst>
                    <a:path w="13344" h="15160" extrusionOk="0">
                      <a:moveTo>
                        <a:pt x="12213" y="1"/>
                      </a:moveTo>
                      <a:cubicBezTo>
                        <a:pt x="10686" y="1"/>
                        <a:pt x="8980" y="1229"/>
                        <a:pt x="7301" y="1229"/>
                      </a:cubicBezTo>
                      <a:cubicBezTo>
                        <a:pt x="7202" y="1229"/>
                        <a:pt x="7104" y="1225"/>
                        <a:pt x="7006" y="1216"/>
                      </a:cubicBezTo>
                      <a:cubicBezTo>
                        <a:pt x="4804" y="3184"/>
                        <a:pt x="2669" y="5385"/>
                        <a:pt x="1368" y="8054"/>
                      </a:cubicBezTo>
                      <a:cubicBezTo>
                        <a:pt x="601" y="9755"/>
                        <a:pt x="1" y="11957"/>
                        <a:pt x="635" y="13825"/>
                      </a:cubicBezTo>
                      <a:cubicBezTo>
                        <a:pt x="868" y="14559"/>
                        <a:pt x="1335" y="14926"/>
                        <a:pt x="1902" y="15159"/>
                      </a:cubicBezTo>
                      <a:cubicBezTo>
                        <a:pt x="1302" y="12491"/>
                        <a:pt x="3236" y="9822"/>
                        <a:pt x="5205" y="7821"/>
                      </a:cubicBezTo>
                      <a:cubicBezTo>
                        <a:pt x="7740" y="5152"/>
                        <a:pt x="10508" y="2617"/>
                        <a:pt x="13344" y="282"/>
                      </a:cubicBezTo>
                      <a:cubicBezTo>
                        <a:pt x="12981" y="81"/>
                        <a:pt x="12603" y="1"/>
                        <a:pt x="12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8"/>
                <p:cNvSpPr/>
                <p:nvPr/>
              </p:nvSpPr>
              <p:spPr>
                <a:xfrm>
                  <a:off x="2428575" y="2633600"/>
                  <a:ext cx="291900" cy="537475"/>
                </a:xfrm>
                <a:custGeom>
                  <a:avLst/>
                  <a:gdLst/>
                  <a:ahLst/>
                  <a:cxnLst/>
                  <a:rect l="l" t="t" r="r" b="b"/>
                  <a:pathLst>
                    <a:path w="11676" h="21499" extrusionOk="0">
                      <a:moveTo>
                        <a:pt x="3938" y="0"/>
                      </a:moveTo>
                      <a:cubicBezTo>
                        <a:pt x="3460" y="0"/>
                        <a:pt x="2949" y="139"/>
                        <a:pt x="2435" y="450"/>
                      </a:cubicBezTo>
                      <a:cubicBezTo>
                        <a:pt x="1101" y="1284"/>
                        <a:pt x="167" y="2952"/>
                        <a:pt x="0" y="4486"/>
                      </a:cubicBezTo>
                      <a:cubicBezTo>
                        <a:pt x="0" y="4496"/>
                        <a:pt x="1" y="4501"/>
                        <a:pt x="3" y="4501"/>
                      </a:cubicBezTo>
                      <a:cubicBezTo>
                        <a:pt x="11" y="4501"/>
                        <a:pt x="44" y="4351"/>
                        <a:pt x="100" y="4153"/>
                      </a:cubicBezTo>
                      <a:cubicBezTo>
                        <a:pt x="234" y="3702"/>
                        <a:pt x="634" y="3477"/>
                        <a:pt x="1034" y="3477"/>
                      </a:cubicBezTo>
                      <a:cubicBezTo>
                        <a:pt x="1435" y="3477"/>
                        <a:pt x="1835" y="3702"/>
                        <a:pt x="1968" y="4153"/>
                      </a:cubicBezTo>
                      <a:cubicBezTo>
                        <a:pt x="4103" y="11458"/>
                        <a:pt x="11308" y="21031"/>
                        <a:pt x="11675" y="21498"/>
                      </a:cubicBezTo>
                      <a:cubicBezTo>
                        <a:pt x="11675" y="21465"/>
                        <a:pt x="6305" y="10891"/>
                        <a:pt x="5971" y="6788"/>
                      </a:cubicBezTo>
                      <a:cubicBezTo>
                        <a:pt x="5871" y="5620"/>
                        <a:pt x="6305" y="4486"/>
                        <a:pt x="6472" y="3319"/>
                      </a:cubicBezTo>
                      <a:cubicBezTo>
                        <a:pt x="6727" y="1502"/>
                        <a:pt x="5512" y="0"/>
                        <a:pt x="3938"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8"/>
                <p:cNvSpPr/>
                <p:nvPr/>
              </p:nvSpPr>
              <p:spPr>
                <a:xfrm>
                  <a:off x="2611200" y="3125825"/>
                  <a:ext cx="345275" cy="76925"/>
                </a:xfrm>
                <a:custGeom>
                  <a:avLst/>
                  <a:gdLst/>
                  <a:ahLst/>
                  <a:cxnLst/>
                  <a:rect l="l" t="t" r="r" b="b"/>
                  <a:pathLst>
                    <a:path w="13811" h="3077" extrusionOk="0">
                      <a:moveTo>
                        <a:pt x="12815" y="0"/>
                      </a:moveTo>
                      <a:cubicBezTo>
                        <a:pt x="12757" y="0"/>
                        <a:pt x="12699" y="13"/>
                        <a:pt x="12643" y="41"/>
                      </a:cubicBezTo>
                      <a:cubicBezTo>
                        <a:pt x="10842" y="742"/>
                        <a:pt x="8874" y="1042"/>
                        <a:pt x="6906" y="1042"/>
                      </a:cubicBezTo>
                      <a:cubicBezTo>
                        <a:pt x="4971" y="1042"/>
                        <a:pt x="2969" y="775"/>
                        <a:pt x="1168" y="141"/>
                      </a:cubicBezTo>
                      <a:cubicBezTo>
                        <a:pt x="1123" y="130"/>
                        <a:pt x="1079" y="125"/>
                        <a:pt x="1035" y="125"/>
                      </a:cubicBezTo>
                      <a:cubicBezTo>
                        <a:pt x="688" y="125"/>
                        <a:pt x="378" y="461"/>
                        <a:pt x="201" y="875"/>
                      </a:cubicBezTo>
                      <a:cubicBezTo>
                        <a:pt x="1" y="1309"/>
                        <a:pt x="34" y="1876"/>
                        <a:pt x="434" y="2076"/>
                      </a:cubicBezTo>
                      <a:cubicBezTo>
                        <a:pt x="2569" y="2810"/>
                        <a:pt x="4737" y="3077"/>
                        <a:pt x="6906" y="3077"/>
                      </a:cubicBezTo>
                      <a:cubicBezTo>
                        <a:pt x="9074" y="3044"/>
                        <a:pt x="11242" y="2743"/>
                        <a:pt x="13343" y="1909"/>
                      </a:cubicBezTo>
                      <a:cubicBezTo>
                        <a:pt x="13744" y="1709"/>
                        <a:pt x="13810" y="1176"/>
                        <a:pt x="13577" y="709"/>
                      </a:cubicBezTo>
                      <a:cubicBezTo>
                        <a:pt x="13410" y="320"/>
                        <a:pt x="13105" y="0"/>
                        <a:pt x="128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 name="Google Shape;606;p38"/>
              <p:cNvSpPr/>
              <p:nvPr/>
            </p:nvSpPr>
            <p:spPr>
              <a:xfrm>
                <a:off x="6516578" y="3491660"/>
                <a:ext cx="456473" cy="596035"/>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 name="Google Shape;607;p38"/>
            <p:cNvGrpSpPr/>
            <p:nvPr/>
          </p:nvGrpSpPr>
          <p:grpSpPr>
            <a:xfrm>
              <a:off x="4578176" y="3267583"/>
              <a:ext cx="1319352" cy="1356866"/>
              <a:chOff x="608005" y="2953350"/>
              <a:chExt cx="1600572" cy="1646083"/>
            </a:xfrm>
          </p:grpSpPr>
          <p:sp>
            <p:nvSpPr>
              <p:cNvPr id="608" name="Google Shape;608;p38"/>
              <p:cNvSpPr/>
              <p:nvPr/>
            </p:nvSpPr>
            <p:spPr>
              <a:xfrm>
                <a:off x="870178" y="295335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8"/>
              <p:cNvSpPr/>
              <p:nvPr/>
            </p:nvSpPr>
            <p:spPr>
              <a:xfrm>
                <a:off x="2100494"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8"/>
              <p:cNvSpPr/>
              <p:nvPr/>
            </p:nvSpPr>
            <p:spPr>
              <a:xfrm>
                <a:off x="970353" y="4506705"/>
                <a:ext cx="46854" cy="73994"/>
              </a:xfrm>
              <a:custGeom>
                <a:avLst/>
                <a:gdLst/>
                <a:ahLst/>
                <a:cxnLst/>
                <a:rect l="l" t="t" r="r" b="b"/>
                <a:pathLst>
                  <a:path w="1521" h="2402" extrusionOk="0">
                    <a:moveTo>
                      <a:pt x="700" y="0"/>
                    </a:moveTo>
                    <a:cubicBezTo>
                      <a:pt x="609" y="0"/>
                      <a:pt x="487" y="0"/>
                      <a:pt x="366" y="31"/>
                    </a:cubicBezTo>
                    <a:cubicBezTo>
                      <a:pt x="274" y="61"/>
                      <a:pt x="153" y="91"/>
                      <a:pt x="1" y="152"/>
                    </a:cubicBezTo>
                    <a:lnTo>
                      <a:pt x="1" y="456"/>
                    </a:lnTo>
                    <a:cubicBezTo>
                      <a:pt x="153" y="395"/>
                      <a:pt x="274" y="335"/>
                      <a:pt x="366" y="304"/>
                    </a:cubicBezTo>
                    <a:cubicBezTo>
                      <a:pt x="487" y="274"/>
                      <a:pt x="609" y="243"/>
                      <a:pt x="700" y="243"/>
                    </a:cubicBezTo>
                    <a:cubicBezTo>
                      <a:pt x="852" y="243"/>
                      <a:pt x="943" y="304"/>
                      <a:pt x="1034" y="365"/>
                    </a:cubicBezTo>
                    <a:cubicBezTo>
                      <a:pt x="1125" y="456"/>
                      <a:pt x="1186" y="547"/>
                      <a:pt x="1186" y="699"/>
                    </a:cubicBezTo>
                    <a:cubicBezTo>
                      <a:pt x="1186" y="760"/>
                      <a:pt x="1156" y="851"/>
                      <a:pt x="1125" y="912"/>
                    </a:cubicBezTo>
                    <a:cubicBezTo>
                      <a:pt x="1065" y="1003"/>
                      <a:pt x="1004" y="1094"/>
                      <a:pt x="913" y="1216"/>
                    </a:cubicBezTo>
                    <a:cubicBezTo>
                      <a:pt x="852" y="1277"/>
                      <a:pt x="700" y="1429"/>
                      <a:pt x="487" y="1642"/>
                    </a:cubicBezTo>
                    <a:cubicBezTo>
                      <a:pt x="274" y="1854"/>
                      <a:pt x="122" y="2006"/>
                      <a:pt x="1" y="2128"/>
                    </a:cubicBezTo>
                    <a:lnTo>
                      <a:pt x="1" y="2402"/>
                    </a:lnTo>
                    <a:lnTo>
                      <a:pt x="1521" y="2402"/>
                    </a:lnTo>
                    <a:lnTo>
                      <a:pt x="1521" y="2128"/>
                    </a:lnTo>
                    <a:lnTo>
                      <a:pt x="396" y="2128"/>
                    </a:lnTo>
                    <a:cubicBezTo>
                      <a:pt x="639" y="1885"/>
                      <a:pt x="852" y="1672"/>
                      <a:pt x="1004" y="1520"/>
                    </a:cubicBezTo>
                    <a:cubicBezTo>
                      <a:pt x="1125" y="1368"/>
                      <a:pt x="1217" y="1277"/>
                      <a:pt x="1247" y="1246"/>
                    </a:cubicBezTo>
                    <a:cubicBezTo>
                      <a:pt x="1338" y="1125"/>
                      <a:pt x="1399" y="1034"/>
                      <a:pt x="1429" y="943"/>
                    </a:cubicBezTo>
                    <a:cubicBezTo>
                      <a:pt x="1490" y="851"/>
                      <a:pt x="1490" y="760"/>
                      <a:pt x="1490" y="669"/>
                    </a:cubicBezTo>
                    <a:cubicBezTo>
                      <a:pt x="1490" y="456"/>
                      <a:pt x="1429" y="304"/>
                      <a:pt x="1277" y="183"/>
                    </a:cubicBezTo>
                    <a:cubicBezTo>
                      <a:pt x="1125" y="61"/>
                      <a:pt x="943" y="0"/>
                      <a:pt x="700"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8"/>
              <p:cNvSpPr/>
              <p:nvPr/>
            </p:nvSpPr>
            <p:spPr>
              <a:xfrm>
                <a:off x="1034025" y="4506705"/>
                <a:ext cx="50613" cy="75873"/>
              </a:xfrm>
              <a:custGeom>
                <a:avLst/>
                <a:gdLst/>
                <a:ahLst/>
                <a:cxnLst/>
                <a:rect l="l" t="t" r="r" b="b"/>
                <a:pathLst>
                  <a:path w="1643"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214" y="304"/>
                    </a:cubicBezTo>
                    <a:cubicBezTo>
                      <a:pt x="62" y="517"/>
                      <a:pt x="1" y="821"/>
                      <a:pt x="1" y="1216"/>
                    </a:cubicBezTo>
                    <a:cubicBezTo>
                      <a:pt x="1" y="1611"/>
                      <a:pt x="62" y="1946"/>
                      <a:pt x="214" y="2158"/>
                    </a:cubicBezTo>
                    <a:cubicBezTo>
                      <a:pt x="335" y="2341"/>
                      <a:pt x="548" y="2462"/>
                      <a:pt x="821" y="2462"/>
                    </a:cubicBezTo>
                    <a:cubicBezTo>
                      <a:pt x="1095" y="2462"/>
                      <a:pt x="1277" y="2341"/>
                      <a:pt x="1429" y="2158"/>
                    </a:cubicBezTo>
                    <a:cubicBezTo>
                      <a:pt x="1581" y="1946"/>
                      <a:pt x="1642" y="1611"/>
                      <a:pt x="1642" y="1216"/>
                    </a:cubicBezTo>
                    <a:cubicBezTo>
                      <a:pt x="1642" y="821"/>
                      <a:pt x="1581" y="517"/>
                      <a:pt x="1429" y="304"/>
                    </a:cubicBezTo>
                    <a:cubicBezTo>
                      <a:pt x="1277" y="91"/>
                      <a:pt x="1095"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8"/>
              <p:cNvSpPr/>
              <p:nvPr/>
            </p:nvSpPr>
            <p:spPr>
              <a:xfrm>
                <a:off x="1098652" y="4506705"/>
                <a:ext cx="46824" cy="73994"/>
              </a:xfrm>
              <a:custGeom>
                <a:avLst/>
                <a:gdLst/>
                <a:ahLst/>
                <a:cxnLst/>
                <a:rect l="l" t="t" r="r" b="b"/>
                <a:pathLst>
                  <a:path w="1520" h="2402" extrusionOk="0">
                    <a:moveTo>
                      <a:pt x="699" y="0"/>
                    </a:moveTo>
                    <a:cubicBezTo>
                      <a:pt x="608" y="0"/>
                      <a:pt x="486" y="0"/>
                      <a:pt x="365" y="31"/>
                    </a:cubicBezTo>
                    <a:cubicBezTo>
                      <a:pt x="274" y="61"/>
                      <a:pt x="152" y="91"/>
                      <a:pt x="0" y="152"/>
                    </a:cubicBezTo>
                    <a:lnTo>
                      <a:pt x="0" y="456"/>
                    </a:lnTo>
                    <a:cubicBezTo>
                      <a:pt x="152" y="395"/>
                      <a:pt x="274" y="335"/>
                      <a:pt x="365" y="304"/>
                    </a:cubicBezTo>
                    <a:cubicBezTo>
                      <a:pt x="486" y="274"/>
                      <a:pt x="608" y="243"/>
                      <a:pt x="699" y="243"/>
                    </a:cubicBezTo>
                    <a:cubicBezTo>
                      <a:pt x="851" y="243"/>
                      <a:pt x="942" y="304"/>
                      <a:pt x="1033" y="365"/>
                    </a:cubicBezTo>
                    <a:cubicBezTo>
                      <a:pt x="1125" y="456"/>
                      <a:pt x="1185" y="547"/>
                      <a:pt x="1185" y="699"/>
                    </a:cubicBezTo>
                    <a:cubicBezTo>
                      <a:pt x="1185" y="760"/>
                      <a:pt x="1155" y="851"/>
                      <a:pt x="1125" y="912"/>
                    </a:cubicBezTo>
                    <a:cubicBezTo>
                      <a:pt x="1064" y="1003"/>
                      <a:pt x="1003" y="1094"/>
                      <a:pt x="912" y="1216"/>
                    </a:cubicBezTo>
                    <a:cubicBezTo>
                      <a:pt x="851" y="1277"/>
                      <a:pt x="699" y="1429"/>
                      <a:pt x="486" y="1642"/>
                    </a:cubicBezTo>
                    <a:cubicBezTo>
                      <a:pt x="274" y="1854"/>
                      <a:pt x="122" y="2006"/>
                      <a:pt x="0" y="2128"/>
                    </a:cubicBezTo>
                    <a:lnTo>
                      <a:pt x="0" y="2402"/>
                    </a:lnTo>
                    <a:lnTo>
                      <a:pt x="1520" y="2402"/>
                    </a:lnTo>
                    <a:lnTo>
                      <a:pt x="1520" y="2128"/>
                    </a:lnTo>
                    <a:lnTo>
                      <a:pt x="395" y="2128"/>
                    </a:lnTo>
                    <a:cubicBezTo>
                      <a:pt x="638" y="1885"/>
                      <a:pt x="851" y="1672"/>
                      <a:pt x="1003" y="1520"/>
                    </a:cubicBezTo>
                    <a:cubicBezTo>
                      <a:pt x="1125" y="1368"/>
                      <a:pt x="1216" y="1277"/>
                      <a:pt x="1246" y="1246"/>
                    </a:cubicBezTo>
                    <a:cubicBezTo>
                      <a:pt x="1337" y="1125"/>
                      <a:pt x="1398" y="1034"/>
                      <a:pt x="1459" y="943"/>
                    </a:cubicBezTo>
                    <a:cubicBezTo>
                      <a:pt x="1489" y="851"/>
                      <a:pt x="1489" y="760"/>
                      <a:pt x="1489" y="669"/>
                    </a:cubicBezTo>
                    <a:cubicBezTo>
                      <a:pt x="1489" y="456"/>
                      <a:pt x="1429" y="304"/>
                      <a:pt x="1277" y="183"/>
                    </a:cubicBezTo>
                    <a:cubicBezTo>
                      <a:pt x="1125" y="61"/>
                      <a:pt x="942" y="0"/>
                      <a:pt x="699"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8"/>
              <p:cNvSpPr/>
              <p:nvPr/>
            </p:nvSpPr>
            <p:spPr>
              <a:xfrm>
                <a:off x="1162294" y="4506705"/>
                <a:ext cx="50613" cy="75873"/>
              </a:xfrm>
              <a:custGeom>
                <a:avLst/>
                <a:gdLst/>
                <a:ahLst/>
                <a:cxnLst/>
                <a:rect l="l" t="t" r="r" b="b"/>
                <a:pathLst>
                  <a:path w="1643" h="2463" extrusionOk="0">
                    <a:moveTo>
                      <a:pt x="822" y="243"/>
                    </a:moveTo>
                    <a:cubicBezTo>
                      <a:pt x="974" y="243"/>
                      <a:pt x="1095" y="335"/>
                      <a:pt x="1186" y="487"/>
                    </a:cubicBezTo>
                    <a:cubicBezTo>
                      <a:pt x="1278" y="639"/>
                      <a:pt x="1308" y="882"/>
                      <a:pt x="1308" y="1216"/>
                    </a:cubicBezTo>
                    <a:cubicBezTo>
                      <a:pt x="1308" y="1550"/>
                      <a:pt x="1278" y="1794"/>
                      <a:pt x="1186" y="1976"/>
                    </a:cubicBezTo>
                    <a:cubicBezTo>
                      <a:pt x="1095" y="2128"/>
                      <a:pt x="974" y="2219"/>
                      <a:pt x="822" y="2219"/>
                    </a:cubicBezTo>
                    <a:cubicBezTo>
                      <a:pt x="639" y="2219"/>
                      <a:pt x="518" y="2128"/>
                      <a:pt x="426" y="1976"/>
                    </a:cubicBezTo>
                    <a:cubicBezTo>
                      <a:pt x="366" y="1794"/>
                      <a:pt x="305" y="1550"/>
                      <a:pt x="305" y="1216"/>
                    </a:cubicBezTo>
                    <a:cubicBezTo>
                      <a:pt x="305" y="882"/>
                      <a:pt x="366" y="639"/>
                      <a:pt x="426" y="487"/>
                    </a:cubicBezTo>
                    <a:cubicBezTo>
                      <a:pt x="518" y="335"/>
                      <a:pt x="639" y="243"/>
                      <a:pt x="822" y="243"/>
                    </a:cubicBezTo>
                    <a:close/>
                    <a:moveTo>
                      <a:pt x="822" y="0"/>
                    </a:moveTo>
                    <a:cubicBezTo>
                      <a:pt x="548" y="0"/>
                      <a:pt x="335" y="91"/>
                      <a:pt x="214" y="304"/>
                    </a:cubicBezTo>
                    <a:cubicBezTo>
                      <a:pt x="62" y="517"/>
                      <a:pt x="1" y="821"/>
                      <a:pt x="1" y="1216"/>
                    </a:cubicBezTo>
                    <a:cubicBezTo>
                      <a:pt x="1" y="1611"/>
                      <a:pt x="62" y="1946"/>
                      <a:pt x="214" y="2158"/>
                    </a:cubicBezTo>
                    <a:cubicBezTo>
                      <a:pt x="335" y="2341"/>
                      <a:pt x="548" y="2462"/>
                      <a:pt x="822" y="2462"/>
                    </a:cubicBezTo>
                    <a:cubicBezTo>
                      <a:pt x="1095" y="2462"/>
                      <a:pt x="1278" y="2341"/>
                      <a:pt x="1430" y="2158"/>
                    </a:cubicBezTo>
                    <a:cubicBezTo>
                      <a:pt x="1582" y="1946"/>
                      <a:pt x="1642" y="1611"/>
                      <a:pt x="1642" y="1216"/>
                    </a:cubicBezTo>
                    <a:cubicBezTo>
                      <a:pt x="1642" y="821"/>
                      <a:pt x="1582" y="517"/>
                      <a:pt x="1430" y="304"/>
                    </a:cubicBezTo>
                    <a:cubicBezTo>
                      <a:pt x="1278" y="91"/>
                      <a:pt x="1095" y="0"/>
                      <a:pt x="822"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8"/>
              <p:cNvSpPr/>
              <p:nvPr/>
            </p:nvSpPr>
            <p:spPr>
              <a:xfrm>
                <a:off x="1256862" y="4549769"/>
                <a:ext cx="26246" cy="7516"/>
              </a:xfrm>
              <a:custGeom>
                <a:avLst/>
                <a:gdLst/>
                <a:ahLst/>
                <a:cxnLst/>
                <a:rect l="l" t="t" r="r" b="b"/>
                <a:pathLst>
                  <a:path w="852" h="244" extrusionOk="0">
                    <a:moveTo>
                      <a:pt x="1" y="0"/>
                    </a:moveTo>
                    <a:lnTo>
                      <a:pt x="1" y="244"/>
                    </a:lnTo>
                    <a:lnTo>
                      <a:pt x="852" y="244"/>
                    </a:lnTo>
                    <a:lnTo>
                      <a:pt x="852" y="0"/>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8"/>
              <p:cNvSpPr/>
              <p:nvPr/>
            </p:nvSpPr>
            <p:spPr>
              <a:xfrm>
                <a:off x="1327096" y="4506705"/>
                <a:ext cx="50582" cy="75873"/>
              </a:xfrm>
              <a:custGeom>
                <a:avLst/>
                <a:gdLst/>
                <a:ahLst/>
                <a:cxnLst/>
                <a:rect l="l" t="t" r="r" b="b"/>
                <a:pathLst>
                  <a:path w="1642"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183" y="304"/>
                    </a:cubicBezTo>
                    <a:cubicBezTo>
                      <a:pt x="61" y="517"/>
                      <a:pt x="1" y="821"/>
                      <a:pt x="1" y="1216"/>
                    </a:cubicBezTo>
                    <a:cubicBezTo>
                      <a:pt x="1" y="1611"/>
                      <a:pt x="61" y="1946"/>
                      <a:pt x="183" y="2158"/>
                    </a:cubicBezTo>
                    <a:cubicBezTo>
                      <a:pt x="335" y="2341"/>
                      <a:pt x="548" y="2462"/>
                      <a:pt x="821" y="2462"/>
                    </a:cubicBezTo>
                    <a:cubicBezTo>
                      <a:pt x="1064" y="2462"/>
                      <a:pt x="1277" y="2341"/>
                      <a:pt x="1429" y="2158"/>
                    </a:cubicBezTo>
                    <a:cubicBezTo>
                      <a:pt x="1551" y="1946"/>
                      <a:pt x="1642" y="1611"/>
                      <a:pt x="1642" y="1216"/>
                    </a:cubicBezTo>
                    <a:cubicBezTo>
                      <a:pt x="1642" y="821"/>
                      <a:pt x="1551" y="517"/>
                      <a:pt x="1429" y="304"/>
                    </a:cubicBezTo>
                    <a:cubicBezTo>
                      <a:pt x="1277" y="91"/>
                      <a:pt x="1064"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8"/>
              <p:cNvSpPr/>
              <p:nvPr/>
            </p:nvSpPr>
            <p:spPr>
              <a:xfrm>
                <a:off x="1392647" y="4507629"/>
                <a:ext cx="46854" cy="73069"/>
              </a:xfrm>
              <a:custGeom>
                <a:avLst/>
                <a:gdLst/>
                <a:ahLst/>
                <a:cxnLst/>
                <a:rect l="l" t="t" r="r" b="b"/>
                <a:pathLst>
                  <a:path w="1521" h="2372" extrusionOk="0">
                    <a:moveTo>
                      <a:pt x="0" y="1"/>
                    </a:moveTo>
                    <a:lnTo>
                      <a:pt x="0" y="274"/>
                    </a:lnTo>
                    <a:lnTo>
                      <a:pt x="1125" y="274"/>
                    </a:lnTo>
                    <a:lnTo>
                      <a:pt x="335" y="2372"/>
                    </a:lnTo>
                    <a:lnTo>
                      <a:pt x="669" y="2372"/>
                    </a:lnTo>
                    <a:lnTo>
                      <a:pt x="1520" y="122"/>
                    </a:lnTo>
                    <a:lnTo>
                      <a:pt x="1520" y="1"/>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8"/>
              <p:cNvSpPr/>
              <p:nvPr/>
            </p:nvSpPr>
            <p:spPr>
              <a:xfrm>
                <a:off x="773731" y="4358753"/>
                <a:ext cx="1262235" cy="240679"/>
              </a:xfrm>
              <a:custGeom>
                <a:avLst/>
                <a:gdLst/>
                <a:ahLst/>
                <a:cxnLst/>
                <a:rect l="l" t="t" r="r" b="b"/>
                <a:pathLst>
                  <a:path w="40975" h="7813" extrusionOk="0">
                    <a:moveTo>
                      <a:pt x="1" y="1"/>
                    </a:moveTo>
                    <a:lnTo>
                      <a:pt x="1" y="7812"/>
                    </a:lnTo>
                    <a:lnTo>
                      <a:pt x="40974" y="7812"/>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8"/>
              <p:cNvSpPr/>
              <p:nvPr/>
            </p:nvSpPr>
            <p:spPr>
              <a:xfrm>
                <a:off x="7737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8"/>
              <p:cNvSpPr/>
              <p:nvPr/>
            </p:nvSpPr>
            <p:spPr>
              <a:xfrm>
                <a:off x="885149"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8"/>
              <p:cNvSpPr/>
              <p:nvPr/>
            </p:nvSpPr>
            <p:spPr>
              <a:xfrm>
                <a:off x="997523" y="4358753"/>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8"/>
              <p:cNvSpPr/>
              <p:nvPr/>
            </p:nvSpPr>
            <p:spPr>
              <a:xfrm>
                <a:off x="1108941"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8"/>
              <p:cNvSpPr/>
              <p:nvPr/>
            </p:nvSpPr>
            <p:spPr>
              <a:xfrm>
                <a:off x="122128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8"/>
              <p:cNvSpPr/>
              <p:nvPr/>
            </p:nvSpPr>
            <p:spPr>
              <a:xfrm>
                <a:off x="1332702" y="4358753"/>
                <a:ext cx="61856" cy="240679"/>
              </a:xfrm>
              <a:custGeom>
                <a:avLst/>
                <a:gdLst/>
                <a:ahLst/>
                <a:cxnLst/>
                <a:rect l="l" t="t" r="r" b="b"/>
                <a:pathLst>
                  <a:path w="2008"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8"/>
              <p:cNvSpPr/>
              <p:nvPr/>
            </p:nvSpPr>
            <p:spPr>
              <a:xfrm>
                <a:off x="1445075"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8"/>
              <p:cNvSpPr/>
              <p:nvPr/>
            </p:nvSpPr>
            <p:spPr>
              <a:xfrm>
                <a:off x="155649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8"/>
              <p:cNvSpPr/>
              <p:nvPr/>
            </p:nvSpPr>
            <p:spPr>
              <a:xfrm>
                <a:off x="1668867"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8"/>
              <p:cNvSpPr/>
              <p:nvPr/>
            </p:nvSpPr>
            <p:spPr>
              <a:xfrm>
                <a:off x="17793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8"/>
              <p:cNvSpPr/>
              <p:nvPr/>
            </p:nvSpPr>
            <p:spPr>
              <a:xfrm>
                <a:off x="1891704"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8"/>
              <p:cNvSpPr/>
              <p:nvPr/>
            </p:nvSpPr>
            <p:spPr>
              <a:xfrm>
                <a:off x="2003123"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8"/>
              <p:cNvSpPr/>
              <p:nvPr/>
            </p:nvSpPr>
            <p:spPr>
              <a:xfrm>
                <a:off x="615490" y="4129355"/>
                <a:ext cx="1261280" cy="240679"/>
              </a:xfrm>
              <a:custGeom>
                <a:avLst/>
                <a:gdLst/>
                <a:ahLst/>
                <a:cxnLst/>
                <a:rect l="l" t="t" r="r" b="b"/>
                <a:pathLst>
                  <a:path w="40944" h="7813" extrusionOk="0">
                    <a:moveTo>
                      <a:pt x="1" y="1"/>
                    </a:moveTo>
                    <a:lnTo>
                      <a:pt x="1"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8"/>
              <p:cNvSpPr/>
              <p:nvPr/>
            </p:nvSpPr>
            <p:spPr>
              <a:xfrm>
                <a:off x="615490"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8"/>
              <p:cNvSpPr/>
              <p:nvPr/>
            </p:nvSpPr>
            <p:spPr>
              <a:xfrm>
                <a:off x="726908"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8"/>
              <p:cNvSpPr/>
              <p:nvPr/>
            </p:nvSpPr>
            <p:spPr>
              <a:xfrm>
                <a:off x="838358"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950700"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1062119"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1174492"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8"/>
              <p:cNvSpPr/>
              <p:nvPr/>
            </p:nvSpPr>
            <p:spPr>
              <a:xfrm>
                <a:off x="1285911"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8"/>
              <p:cNvSpPr/>
              <p:nvPr/>
            </p:nvSpPr>
            <p:spPr>
              <a:xfrm>
                <a:off x="1398253"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8"/>
              <p:cNvSpPr/>
              <p:nvPr/>
            </p:nvSpPr>
            <p:spPr>
              <a:xfrm>
                <a:off x="1509672"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8"/>
              <p:cNvSpPr/>
              <p:nvPr/>
            </p:nvSpPr>
            <p:spPr>
              <a:xfrm>
                <a:off x="1622045"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8"/>
              <p:cNvSpPr/>
              <p:nvPr/>
            </p:nvSpPr>
            <p:spPr>
              <a:xfrm>
                <a:off x="1732509"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1844882" y="4129355"/>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8"/>
              <p:cNvSpPr/>
              <p:nvPr/>
            </p:nvSpPr>
            <p:spPr>
              <a:xfrm>
                <a:off x="925410" y="3889669"/>
                <a:ext cx="1261280" cy="240679"/>
              </a:xfrm>
              <a:custGeom>
                <a:avLst/>
                <a:gdLst/>
                <a:ahLst/>
                <a:cxnLst/>
                <a:rect l="l" t="t" r="r" b="b"/>
                <a:pathLst>
                  <a:path w="40944" h="7813" extrusionOk="0">
                    <a:moveTo>
                      <a:pt x="1" y="1"/>
                    </a:moveTo>
                    <a:lnTo>
                      <a:pt x="1" y="7812"/>
                    </a:lnTo>
                    <a:lnTo>
                      <a:pt x="40944" y="7812"/>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8"/>
              <p:cNvSpPr/>
              <p:nvPr/>
            </p:nvSpPr>
            <p:spPr>
              <a:xfrm>
                <a:off x="925410"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1037784"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8"/>
              <p:cNvSpPr/>
              <p:nvPr/>
            </p:nvSpPr>
            <p:spPr>
              <a:xfrm>
                <a:off x="1148278"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8"/>
              <p:cNvSpPr/>
              <p:nvPr/>
            </p:nvSpPr>
            <p:spPr>
              <a:xfrm>
                <a:off x="1261545"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1372039" y="3889669"/>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8"/>
              <p:cNvSpPr/>
              <p:nvPr/>
            </p:nvSpPr>
            <p:spPr>
              <a:xfrm>
                <a:off x="1484412"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1595831"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8"/>
              <p:cNvSpPr/>
              <p:nvPr/>
            </p:nvSpPr>
            <p:spPr>
              <a:xfrm>
                <a:off x="1708173"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8"/>
              <p:cNvSpPr/>
              <p:nvPr/>
            </p:nvSpPr>
            <p:spPr>
              <a:xfrm>
                <a:off x="1819592"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1931965"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2044308"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836479" y="3656544"/>
                <a:ext cx="1261280" cy="240649"/>
              </a:xfrm>
              <a:custGeom>
                <a:avLst/>
                <a:gdLst/>
                <a:ahLst/>
                <a:cxnLst/>
                <a:rect l="l" t="t" r="r" b="b"/>
                <a:pathLst>
                  <a:path w="40944" h="7812" extrusionOk="0">
                    <a:moveTo>
                      <a:pt x="0" y="0"/>
                    </a:moveTo>
                    <a:lnTo>
                      <a:pt x="0" y="7812"/>
                    </a:lnTo>
                    <a:lnTo>
                      <a:pt x="40943" y="7812"/>
                    </a:lnTo>
                    <a:lnTo>
                      <a:pt x="40943"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836479"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947897"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8"/>
              <p:cNvSpPr/>
              <p:nvPr/>
            </p:nvSpPr>
            <p:spPr>
              <a:xfrm>
                <a:off x="1060240"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8"/>
              <p:cNvSpPr/>
              <p:nvPr/>
            </p:nvSpPr>
            <p:spPr>
              <a:xfrm>
                <a:off x="117073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1283077" y="3656544"/>
                <a:ext cx="61856" cy="240649"/>
              </a:xfrm>
              <a:custGeom>
                <a:avLst/>
                <a:gdLst/>
                <a:ahLst/>
                <a:cxnLst/>
                <a:rect l="l" t="t" r="r" b="b"/>
                <a:pathLst>
                  <a:path w="2008"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1394526"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1506868"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8"/>
              <p:cNvSpPr/>
              <p:nvPr/>
            </p:nvSpPr>
            <p:spPr>
              <a:xfrm>
                <a:off x="1618287"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8"/>
              <p:cNvSpPr/>
              <p:nvPr/>
            </p:nvSpPr>
            <p:spPr>
              <a:xfrm>
                <a:off x="1730660"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8"/>
              <p:cNvSpPr/>
              <p:nvPr/>
            </p:nvSpPr>
            <p:spPr>
              <a:xfrm>
                <a:off x="184112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8"/>
              <p:cNvSpPr/>
              <p:nvPr/>
            </p:nvSpPr>
            <p:spPr>
              <a:xfrm>
                <a:off x="1954421"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8"/>
              <p:cNvSpPr/>
              <p:nvPr/>
            </p:nvSpPr>
            <p:spPr>
              <a:xfrm>
                <a:off x="2064916" y="3656544"/>
                <a:ext cx="62750" cy="240649"/>
              </a:xfrm>
              <a:custGeom>
                <a:avLst/>
                <a:gdLst/>
                <a:ahLst/>
                <a:cxnLst/>
                <a:rect l="l" t="t" r="r" b="b"/>
                <a:pathLst>
                  <a:path w="2037" h="7812" extrusionOk="0">
                    <a:moveTo>
                      <a:pt x="0" y="0"/>
                    </a:moveTo>
                    <a:lnTo>
                      <a:pt x="0"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8"/>
              <p:cNvSpPr/>
              <p:nvPr/>
            </p:nvSpPr>
            <p:spPr>
              <a:xfrm>
                <a:off x="697891" y="342246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697891"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8"/>
              <p:cNvSpPr/>
              <p:nvPr/>
            </p:nvSpPr>
            <p:spPr>
              <a:xfrm>
                <a:off x="809309"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8"/>
              <p:cNvSpPr/>
              <p:nvPr/>
            </p:nvSpPr>
            <p:spPr>
              <a:xfrm>
                <a:off x="921683"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1033101"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8"/>
              <p:cNvSpPr/>
              <p:nvPr/>
            </p:nvSpPr>
            <p:spPr>
              <a:xfrm>
                <a:off x="1145444"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8"/>
              <p:cNvSpPr/>
              <p:nvPr/>
            </p:nvSpPr>
            <p:spPr>
              <a:xfrm>
                <a:off x="1257817"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8"/>
              <p:cNvSpPr/>
              <p:nvPr/>
            </p:nvSpPr>
            <p:spPr>
              <a:xfrm>
                <a:off x="1369236" y="342246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8"/>
              <p:cNvSpPr/>
              <p:nvPr/>
            </p:nvSpPr>
            <p:spPr>
              <a:xfrm>
                <a:off x="1481578"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8"/>
              <p:cNvSpPr/>
              <p:nvPr/>
            </p:nvSpPr>
            <p:spPr>
              <a:xfrm>
                <a:off x="1592073" y="342246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8"/>
              <p:cNvSpPr/>
              <p:nvPr/>
            </p:nvSpPr>
            <p:spPr>
              <a:xfrm>
                <a:off x="1704446"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8"/>
              <p:cNvSpPr/>
              <p:nvPr/>
            </p:nvSpPr>
            <p:spPr>
              <a:xfrm>
                <a:off x="1815864"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8"/>
              <p:cNvSpPr/>
              <p:nvPr/>
            </p:nvSpPr>
            <p:spPr>
              <a:xfrm>
                <a:off x="1928207"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8"/>
              <p:cNvSpPr/>
              <p:nvPr/>
            </p:nvSpPr>
            <p:spPr>
              <a:xfrm>
                <a:off x="870178"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8"/>
              <p:cNvSpPr/>
              <p:nvPr/>
            </p:nvSpPr>
            <p:spPr>
              <a:xfrm>
                <a:off x="9825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8"/>
              <p:cNvSpPr/>
              <p:nvPr/>
            </p:nvSpPr>
            <p:spPr>
              <a:xfrm>
                <a:off x="1093970" y="295335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8"/>
              <p:cNvSpPr/>
              <p:nvPr/>
            </p:nvSpPr>
            <p:spPr>
              <a:xfrm>
                <a:off x="120631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8"/>
              <p:cNvSpPr/>
              <p:nvPr/>
            </p:nvSpPr>
            <p:spPr>
              <a:xfrm>
                <a:off x="1317731"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8"/>
              <p:cNvSpPr/>
              <p:nvPr/>
            </p:nvSpPr>
            <p:spPr>
              <a:xfrm>
                <a:off x="1429150" y="295335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8"/>
              <p:cNvSpPr/>
              <p:nvPr/>
            </p:nvSpPr>
            <p:spPr>
              <a:xfrm>
                <a:off x="1540568"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8"/>
              <p:cNvSpPr/>
              <p:nvPr/>
            </p:nvSpPr>
            <p:spPr>
              <a:xfrm>
                <a:off x="1652942" y="295335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8"/>
              <p:cNvSpPr/>
              <p:nvPr/>
            </p:nvSpPr>
            <p:spPr>
              <a:xfrm>
                <a:off x="1764360"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8"/>
              <p:cNvSpPr/>
              <p:nvPr/>
            </p:nvSpPr>
            <p:spPr>
              <a:xfrm>
                <a:off x="187670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8"/>
              <p:cNvSpPr/>
              <p:nvPr/>
            </p:nvSpPr>
            <p:spPr>
              <a:xfrm>
                <a:off x="19881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8"/>
              <p:cNvSpPr/>
              <p:nvPr/>
            </p:nvSpPr>
            <p:spPr>
              <a:xfrm>
                <a:off x="608005" y="318930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8"/>
              <p:cNvSpPr/>
              <p:nvPr/>
            </p:nvSpPr>
            <p:spPr>
              <a:xfrm>
                <a:off x="608005"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8"/>
              <p:cNvSpPr/>
              <p:nvPr/>
            </p:nvSpPr>
            <p:spPr>
              <a:xfrm>
                <a:off x="720378"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8"/>
              <p:cNvSpPr/>
              <p:nvPr/>
            </p:nvSpPr>
            <p:spPr>
              <a:xfrm>
                <a:off x="831796"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8"/>
              <p:cNvSpPr/>
              <p:nvPr/>
            </p:nvSpPr>
            <p:spPr>
              <a:xfrm>
                <a:off x="944139"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8"/>
              <p:cNvSpPr/>
              <p:nvPr/>
            </p:nvSpPr>
            <p:spPr>
              <a:xfrm>
                <a:off x="1054633"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8"/>
              <p:cNvSpPr/>
              <p:nvPr/>
            </p:nvSpPr>
            <p:spPr>
              <a:xfrm>
                <a:off x="1167931"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8"/>
              <p:cNvSpPr/>
              <p:nvPr/>
            </p:nvSpPr>
            <p:spPr>
              <a:xfrm>
                <a:off x="1278425"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8"/>
              <p:cNvSpPr/>
              <p:nvPr/>
            </p:nvSpPr>
            <p:spPr>
              <a:xfrm>
                <a:off x="1390768" y="318930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8"/>
              <p:cNvSpPr/>
              <p:nvPr/>
            </p:nvSpPr>
            <p:spPr>
              <a:xfrm>
                <a:off x="1503110" y="318930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8"/>
              <p:cNvSpPr/>
              <p:nvPr/>
            </p:nvSpPr>
            <p:spPr>
              <a:xfrm>
                <a:off x="1614560"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8"/>
              <p:cNvSpPr/>
              <p:nvPr/>
            </p:nvSpPr>
            <p:spPr>
              <a:xfrm>
                <a:off x="1726902"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8"/>
              <p:cNvSpPr/>
              <p:nvPr/>
            </p:nvSpPr>
            <p:spPr>
              <a:xfrm>
                <a:off x="1838321"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8"/>
              <p:cNvSpPr/>
              <p:nvPr/>
            </p:nvSpPr>
            <p:spPr>
              <a:xfrm>
                <a:off x="2145827"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6" name="Google Shape;706;p38"/>
          <p:cNvGrpSpPr/>
          <p:nvPr/>
        </p:nvGrpSpPr>
        <p:grpSpPr>
          <a:xfrm>
            <a:off x="6052700" y="835052"/>
            <a:ext cx="542964" cy="465786"/>
            <a:chOff x="6052700" y="835052"/>
            <a:chExt cx="542964" cy="465786"/>
          </a:xfrm>
        </p:grpSpPr>
        <p:sp>
          <p:nvSpPr>
            <p:cNvPr id="707" name="Google Shape;707;p38"/>
            <p:cNvSpPr/>
            <p:nvPr/>
          </p:nvSpPr>
          <p:spPr>
            <a:xfrm>
              <a:off x="6052700" y="8350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8"/>
            <p:cNvSpPr/>
            <p:nvPr/>
          </p:nvSpPr>
          <p:spPr>
            <a:xfrm>
              <a:off x="6439508" y="11201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46"/>
          <p:cNvSpPr txBox="1">
            <a:spLocks noGrp="1"/>
          </p:cNvSpPr>
          <p:nvPr>
            <p:ph type="title"/>
          </p:nvPr>
        </p:nvSpPr>
        <p:spPr>
          <a:xfrm>
            <a:off x="105800" y="166957"/>
            <a:ext cx="4742246" cy="729820"/>
          </a:xfrm>
          <a:prstGeom prst="rect">
            <a:avLst/>
          </a:prstGeom>
        </p:spPr>
        <p:txBody>
          <a:bodyPr spcFirstLastPara="1" wrap="square" lIns="91425" tIns="91425" rIns="91425" bIns="91425" anchor="t" anchorCtr="0">
            <a:noAutofit/>
          </a:bodyPr>
          <a:lstStyle/>
          <a:p>
            <a:r>
              <a:rPr lang="en-US" sz="4400" dirty="0"/>
              <a:t>Problem Statement</a:t>
            </a:r>
            <a:endParaRPr lang="en-US" sz="4400" dirty="0">
              <a:effectLst/>
            </a:endParaRPr>
          </a:p>
        </p:txBody>
      </p:sp>
      <p:grpSp>
        <p:nvGrpSpPr>
          <p:cNvPr id="1083" name="Google Shape;1083;p46"/>
          <p:cNvGrpSpPr/>
          <p:nvPr/>
        </p:nvGrpSpPr>
        <p:grpSpPr>
          <a:xfrm>
            <a:off x="61648" y="4445690"/>
            <a:ext cx="1055952" cy="697810"/>
            <a:chOff x="1629925" y="1892625"/>
            <a:chExt cx="4486775" cy="3287750"/>
          </a:xfrm>
        </p:grpSpPr>
        <p:sp>
          <p:nvSpPr>
            <p:cNvPr id="1084" name="Google Shape;1084;p46"/>
            <p:cNvSpPr/>
            <p:nvPr/>
          </p:nvSpPr>
          <p:spPr>
            <a:xfrm>
              <a:off x="2284300" y="1892625"/>
              <a:ext cx="3009675" cy="1924750"/>
            </a:xfrm>
            <a:custGeom>
              <a:avLst/>
              <a:gdLst/>
              <a:ahLst/>
              <a:cxnLst/>
              <a:rect l="l" t="t" r="r" b="b"/>
              <a:pathLst>
                <a:path w="120387" h="76990" extrusionOk="0">
                  <a:moveTo>
                    <a:pt x="14378" y="1"/>
                  </a:moveTo>
                  <a:cubicBezTo>
                    <a:pt x="9140" y="1"/>
                    <a:pt x="434" y="2269"/>
                    <a:pt x="368" y="14411"/>
                  </a:cubicBezTo>
                  <a:lnTo>
                    <a:pt x="101" y="62045"/>
                  </a:lnTo>
                  <a:cubicBezTo>
                    <a:pt x="1" y="74154"/>
                    <a:pt x="8707" y="76489"/>
                    <a:pt x="13944" y="76522"/>
                  </a:cubicBezTo>
                  <a:lnTo>
                    <a:pt x="110479" y="76989"/>
                  </a:lnTo>
                  <a:cubicBezTo>
                    <a:pt x="115717" y="76989"/>
                    <a:pt x="119986" y="72619"/>
                    <a:pt x="120020" y="67215"/>
                  </a:cubicBezTo>
                  <a:lnTo>
                    <a:pt x="120353" y="10308"/>
                  </a:lnTo>
                  <a:cubicBezTo>
                    <a:pt x="120387" y="4904"/>
                    <a:pt x="116150" y="501"/>
                    <a:pt x="110913" y="468"/>
                  </a:cubicBezTo>
                  <a:lnTo>
                    <a:pt x="14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6"/>
            <p:cNvSpPr/>
            <p:nvPr/>
          </p:nvSpPr>
          <p:spPr>
            <a:xfrm>
              <a:off x="2609525" y="2067025"/>
              <a:ext cx="2534350" cy="1573000"/>
            </a:xfrm>
            <a:custGeom>
              <a:avLst/>
              <a:gdLst/>
              <a:ahLst/>
              <a:cxnLst/>
              <a:rect l="l" t="t" r="r" b="b"/>
              <a:pathLst>
                <a:path w="101374" h="62920" extrusionOk="0">
                  <a:moveTo>
                    <a:pt x="9241" y="1"/>
                  </a:moveTo>
                  <a:cubicBezTo>
                    <a:pt x="8248" y="1"/>
                    <a:pt x="6457" y="144"/>
                    <a:pt x="5238" y="1064"/>
                  </a:cubicBezTo>
                  <a:cubicBezTo>
                    <a:pt x="3470" y="2398"/>
                    <a:pt x="2136" y="4700"/>
                    <a:pt x="1969" y="5934"/>
                  </a:cubicBezTo>
                  <a:cubicBezTo>
                    <a:pt x="1" y="19710"/>
                    <a:pt x="1135" y="43628"/>
                    <a:pt x="2469" y="57271"/>
                  </a:cubicBezTo>
                  <a:cubicBezTo>
                    <a:pt x="2569" y="58405"/>
                    <a:pt x="2970" y="60073"/>
                    <a:pt x="4704" y="61540"/>
                  </a:cubicBezTo>
                  <a:cubicBezTo>
                    <a:pt x="5888" y="62549"/>
                    <a:pt x="7446" y="62722"/>
                    <a:pt x="8376" y="62722"/>
                  </a:cubicBezTo>
                  <a:cubicBezTo>
                    <a:pt x="8860" y="62722"/>
                    <a:pt x="9174" y="62675"/>
                    <a:pt x="9174" y="62675"/>
                  </a:cubicBezTo>
                  <a:lnTo>
                    <a:pt x="93101" y="62908"/>
                  </a:lnTo>
                  <a:cubicBezTo>
                    <a:pt x="93101" y="62908"/>
                    <a:pt x="93227" y="62919"/>
                    <a:pt x="93441" y="62919"/>
                  </a:cubicBezTo>
                  <a:cubicBezTo>
                    <a:pt x="94288" y="62919"/>
                    <a:pt x="96514" y="62749"/>
                    <a:pt x="97871" y="61073"/>
                  </a:cubicBezTo>
                  <a:cubicBezTo>
                    <a:pt x="99138" y="59472"/>
                    <a:pt x="99138" y="56470"/>
                    <a:pt x="99272" y="54902"/>
                  </a:cubicBezTo>
                  <a:cubicBezTo>
                    <a:pt x="100139" y="44095"/>
                    <a:pt x="101373" y="19677"/>
                    <a:pt x="99872" y="6501"/>
                  </a:cubicBezTo>
                  <a:cubicBezTo>
                    <a:pt x="99739" y="5200"/>
                    <a:pt x="99238" y="3199"/>
                    <a:pt x="97737" y="1898"/>
                  </a:cubicBezTo>
                  <a:cubicBezTo>
                    <a:pt x="96470" y="797"/>
                    <a:pt x="93701" y="764"/>
                    <a:pt x="93701" y="764"/>
                  </a:cubicBezTo>
                  <a:lnTo>
                    <a:pt x="9975" y="30"/>
                  </a:lnTo>
                  <a:cubicBezTo>
                    <a:pt x="9975" y="30"/>
                    <a:pt x="9689" y="1"/>
                    <a:pt x="9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6"/>
            <p:cNvSpPr/>
            <p:nvPr/>
          </p:nvSpPr>
          <p:spPr>
            <a:xfrm>
              <a:off x="2687925" y="2217025"/>
              <a:ext cx="1954750" cy="874000"/>
            </a:xfrm>
            <a:custGeom>
              <a:avLst/>
              <a:gdLst/>
              <a:ahLst/>
              <a:cxnLst/>
              <a:rect l="l" t="t" r="r" b="b"/>
              <a:pathLst>
                <a:path w="78190" h="34960" extrusionOk="0">
                  <a:moveTo>
                    <a:pt x="78190" y="1"/>
                  </a:moveTo>
                  <a:lnTo>
                    <a:pt x="69483" y="3003"/>
                  </a:lnTo>
                  <a:lnTo>
                    <a:pt x="71985" y="4938"/>
                  </a:lnTo>
                  <a:lnTo>
                    <a:pt x="59476" y="21049"/>
                  </a:lnTo>
                  <a:lnTo>
                    <a:pt x="41697" y="6038"/>
                  </a:lnTo>
                  <a:lnTo>
                    <a:pt x="26886" y="24585"/>
                  </a:lnTo>
                  <a:lnTo>
                    <a:pt x="11675" y="16879"/>
                  </a:lnTo>
                  <a:lnTo>
                    <a:pt x="0" y="32190"/>
                  </a:lnTo>
                  <a:lnTo>
                    <a:pt x="3336" y="34959"/>
                  </a:lnTo>
                  <a:lnTo>
                    <a:pt x="12509" y="21349"/>
                  </a:lnTo>
                  <a:lnTo>
                    <a:pt x="27787" y="29388"/>
                  </a:lnTo>
                  <a:lnTo>
                    <a:pt x="41964" y="11042"/>
                  </a:lnTo>
                  <a:lnTo>
                    <a:pt x="59476" y="25519"/>
                  </a:lnTo>
                  <a:lnTo>
                    <a:pt x="74720" y="6672"/>
                  </a:lnTo>
                  <a:lnTo>
                    <a:pt x="77856" y="8874"/>
                  </a:lnTo>
                  <a:lnTo>
                    <a:pt x="781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6"/>
            <p:cNvSpPr/>
            <p:nvPr/>
          </p:nvSpPr>
          <p:spPr>
            <a:xfrm>
              <a:off x="3252500" y="3298825"/>
              <a:ext cx="40050" cy="37475"/>
            </a:xfrm>
            <a:custGeom>
              <a:avLst/>
              <a:gdLst/>
              <a:ahLst/>
              <a:cxnLst/>
              <a:rect l="l" t="t" r="r" b="b"/>
              <a:pathLst>
                <a:path w="1602" h="1499" extrusionOk="0">
                  <a:moveTo>
                    <a:pt x="1131" y="0"/>
                  </a:moveTo>
                  <a:cubicBezTo>
                    <a:pt x="905" y="0"/>
                    <a:pt x="629" y="142"/>
                    <a:pt x="401" y="393"/>
                  </a:cubicBezTo>
                  <a:cubicBezTo>
                    <a:pt x="67" y="760"/>
                    <a:pt x="0" y="1227"/>
                    <a:pt x="200" y="1427"/>
                  </a:cubicBezTo>
                  <a:cubicBezTo>
                    <a:pt x="267" y="1475"/>
                    <a:pt x="351" y="1498"/>
                    <a:pt x="444" y="1498"/>
                  </a:cubicBezTo>
                  <a:cubicBezTo>
                    <a:pt x="674" y="1498"/>
                    <a:pt x="963" y="1355"/>
                    <a:pt x="1201" y="1094"/>
                  </a:cubicBezTo>
                  <a:cubicBezTo>
                    <a:pt x="1535" y="727"/>
                    <a:pt x="1601" y="293"/>
                    <a:pt x="1401" y="93"/>
                  </a:cubicBezTo>
                  <a:cubicBezTo>
                    <a:pt x="1328" y="30"/>
                    <a:pt x="1234" y="0"/>
                    <a:pt x="1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6"/>
            <p:cNvSpPr/>
            <p:nvPr/>
          </p:nvSpPr>
          <p:spPr>
            <a:xfrm>
              <a:off x="3310025" y="3232100"/>
              <a:ext cx="40900" cy="37475"/>
            </a:xfrm>
            <a:custGeom>
              <a:avLst/>
              <a:gdLst/>
              <a:ahLst/>
              <a:cxnLst/>
              <a:rect l="l" t="t" r="r" b="b"/>
              <a:pathLst>
                <a:path w="1636" h="1499" extrusionOk="0">
                  <a:moveTo>
                    <a:pt x="1132" y="0"/>
                  </a:moveTo>
                  <a:cubicBezTo>
                    <a:pt x="909" y="0"/>
                    <a:pt x="640" y="142"/>
                    <a:pt x="435" y="394"/>
                  </a:cubicBezTo>
                  <a:cubicBezTo>
                    <a:pt x="101" y="761"/>
                    <a:pt x="1" y="1228"/>
                    <a:pt x="234" y="1428"/>
                  </a:cubicBezTo>
                  <a:cubicBezTo>
                    <a:pt x="301" y="1476"/>
                    <a:pt x="385" y="1499"/>
                    <a:pt x="478" y="1499"/>
                  </a:cubicBezTo>
                  <a:cubicBezTo>
                    <a:pt x="709" y="1499"/>
                    <a:pt x="997" y="1356"/>
                    <a:pt x="1235" y="1094"/>
                  </a:cubicBezTo>
                  <a:cubicBezTo>
                    <a:pt x="1535" y="727"/>
                    <a:pt x="1635" y="260"/>
                    <a:pt x="1402" y="93"/>
                  </a:cubicBezTo>
                  <a:cubicBezTo>
                    <a:pt x="1328" y="30"/>
                    <a:pt x="1235"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6"/>
            <p:cNvSpPr/>
            <p:nvPr/>
          </p:nvSpPr>
          <p:spPr>
            <a:xfrm>
              <a:off x="3369250" y="3166225"/>
              <a:ext cx="40875" cy="37200"/>
            </a:xfrm>
            <a:custGeom>
              <a:avLst/>
              <a:gdLst/>
              <a:ahLst/>
              <a:cxnLst/>
              <a:rect l="l" t="t" r="r" b="b"/>
              <a:pathLst>
                <a:path w="1635" h="1488" extrusionOk="0">
                  <a:moveTo>
                    <a:pt x="1145" y="0"/>
                  </a:moveTo>
                  <a:cubicBezTo>
                    <a:pt x="920" y="0"/>
                    <a:pt x="629" y="142"/>
                    <a:pt x="401" y="393"/>
                  </a:cubicBezTo>
                  <a:cubicBezTo>
                    <a:pt x="100" y="760"/>
                    <a:pt x="0" y="1194"/>
                    <a:pt x="200" y="1394"/>
                  </a:cubicBezTo>
                  <a:cubicBezTo>
                    <a:pt x="274" y="1457"/>
                    <a:pt x="367" y="1487"/>
                    <a:pt x="471" y="1487"/>
                  </a:cubicBezTo>
                  <a:cubicBezTo>
                    <a:pt x="697" y="1487"/>
                    <a:pt x="973" y="1345"/>
                    <a:pt x="1201" y="1094"/>
                  </a:cubicBezTo>
                  <a:cubicBezTo>
                    <a:pt x="1535" y="727"/>
                    <a:pt x="1635" y="293"/>
                    <a:pt x="1401" y="93"/>
                  </a:cubicBezTo>
                  <a:cubicBezTo>
                    <a:pt x="1338" y="30"/>
                    <a:pt x="1249" y="0"/>
                    <a:pt x="11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6"/>
            <p:cNvSpPr/>
            <p:nvPr/>
          </p:nvSpPr>
          <p:spPr>
            <a:xfrm>
              <a:off x="3430125" y="3102600"/>
              <a:ext cx="41725" cy="36000"/>
            </a:xfrm>
            <a:custGeom>
              <a:avLst/>
              <a:gdLst/>
              <a:ahLst/>
              <a:cxnLst/>
              <a:rect l="l" t="t" r="r" b="b"/>
              <a:pathLst>
                <a:path w="1669" h="1440" extrusionOk="0">
                  <a:moveTo>
                    <a:pt x="1188" y="0"/>
                  </a:moveTo>
                  <a:cubicBezTo>
                    <a:pt x="975" y="0"/>
                    <a:pt x="707" y="119"/>
                    <a:pt x="467" y="337"/>
                  </a:cubicBezTo>
                  <a:cubicBezTo>
                    <a:pt x="100" y="704"/>
                    <a:pt x="0" y="1137"/>
                    <a:pt x="200" y="1337"/>
                  </a:cubicBezTo>
                  <a:cubicBezTo>
                    <a:pt x="270" y="1407"/>
                    <a:pt x="371" y="1440"/>
                    <a:pt x="488" y="1440"/>
                  </a:cubicBezTo>
                  <a:cubicBezTo>
                    <a:pt x="708" y="1440"/>
                    <a:pt x="983" y="1322"/>
                    <a:pt x="1201" y="1104"/>
                  </a:cubicBezTo>
                  <a:cubicBezTo>
                    <a:pt x="1535" y="770"/>
                    <a:pt x="1668" y="337"/>
                    <a:pt x="1468" y="103"/>
                  </a:cubicBezTo>
                  <a:cubicBezTo>
                    <a:pt x="1399" y="34"/>
                    <a:pt x="1301" y="0"/>
                    <a:pt x="11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6"/>
            <p:cNvSpPr/>
            <p:nvPr/>
          </p:nvSpPr>
          <p:spPr>
            <a:xfrm>
              <a:off x="3498500" y="3059975"/>
              <a:ext cx="47550" cy="27800"/>
            </a:xfrm>
            <a:custGeom>
              <a:avLst/>
              <a:gdLst/>
              <a:ahLst/>
              <a:cxnLst/>
              <a:rect l="l" t="t" r="r" b="b"/>
              <a:pathLst>
                <a:path w="1902" h="1112" extrusionOk="0">
                  <a:moveTo>
                    <a:pt x="795" y="0"/>
                  </a:moveTo>
                  <a:cubicBezTo>
                    <a:pt x="561" y="0"/>
                    <a:pt x="346" y="86"/>
                    <a:pt x="201" y="207"/>
                  </a:cubicBezTo>
                  <a:cubicBezTo>
                    <a:pt x="34" y="374"/>
                    <a:pt x="1" y="574"/>
                    <a:pt x="101" y="674"/>
                  </a:cubicBezTo>
                  <a:cubicBezTo>
                    <a:pt x="201" y="807"/>
                    <a:pt x="334" y="841"/>
                    <a:pt x="468" y="907"/>
                  </a:cubicBezTo>
                  <a:cubicBezTo>
                    <a:pt x="568" y="974"/>
                    <a:pt x="668" y="1041"/>
                    <a:pt x="835" y="1074"/>
                  </a:cubicBezTo>
                  <a:cubicBezTo>
                    <a:pt x="946" y="1096"/>
                    <a:pt x="1068" y="1111"/>
                    <a:pt x="1188" y="1111"/>
                  </a:cubicBezTo>
                  <a:cubicBezTo>
                    <a:pt x="1428" y="1111"/>
                    <a:pt x="1657" y="1052"/>
                    <a:pt x="1769" y="874"/>
                  </a:cubicBezTo>
                  <a:cubicBezTo>
                    <a:pt x="1902" y="641"/>
                    <a:pt x="1702" y="174"/>
                    <a:pt x="1068" y="40"/>
                  </a:cubicBezTo>
                  <a:cubicBezTo>
                    <a:pt x="976" y="13"/>
                    <a:pt x="884" y="0"/>
                    <a:pt x="7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6"/>
            <p:cNvSpPr/>
            <p:nvPr/>
          </p:nvSpPr>
          <p:spPr>
            <a:xfrm>
              <a:off x="3572725" y="3106200"/>
              <a:ext cx="42550" cy="36575"/>
            </a:xfrm>
            <a:custGeom>
              <a:avLst/>
              <a:gdLst/>
              <a:ahLst/>
              <a:cxnLst/>
              <a:rect l="l" t="t" r="r" b="b"/>
              <a:pathLst>
                <a:path w="1702" h="1463" extrusionOk="0">
                  <a:moveTo>
                    <a:pt x="497" y="0"/>
                  </a:moveTo>
                  <a:cubicBezTo>
                    <a:pt x="377" y="0"/>
                    <a:pt x="273" y="41"/>
                    <a:pt x="201" y="126"/>
                  </a:cubicBezTo>
                  <a:cubicBezTo>
                    <a:pt x="0" y="326"/>
                    <a:pt x="134" y="793"/>
                    <a:pt x="467" y="1127"/>
                  </a:cubicBezTo>
                  <a:cubicBezTo>
                    <a:pt x="707" y="1345"/>
                    <a:pt x="975" y="1463"/>
                    <a:pt x="1188" y="1463"/>
                  </a:cubicBezTo>
                  <a:cubicBezTo>
                    <a:pt x="1301" y="1463"/>
                    <a:pt x="1399" y="1429"/>
                    <a:pt x="1468" y="1360"/>
                  </a:cubicBezTo>
                  <a:cubicBezTo>
                    <a:pt x="1702" y="1127"/>
                    <a:pt x="1568" y="693"/>
                    <a:pt x="1201" y="359"/>
                  </a:cubicBezTo>
                  <a:cubicBezTo>
                    <a:pt x="968" y="126"/>
                    <a:pt x="707" y="0"/>
                    <a:pt x="4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6"/>
            <p:cNvSpPr/>
            <p:nvPr/>
          </p:nvSpPr>
          <p:spPr>
            <a:xfrm>
              <a:off x="3635275" y="3168950"/>
              <a:ext cx="42550" cy="36150"/>
            </a:xfrm>
            <a:custGeom>
              <a:avLst/>
              <a:gdLst/>
              <a:ahLst/>
              <a:cxnLst/>
              <a:rect l="l" t="t" r="r" b="b"/>
              <a:pathLst>
                <a:path w="1702" h="1446" extrusionOk="0">
                  <a:moveTo>
                    <a:pt x="501" y="0"/>
                  </a:moveTo>
                  <a:cubicBezTo>
                    <a:pt x="385" y="0"/>
                    <a:pt x="281" y="37"/>
                    <a:pt x="200" y="118"/>
                  </a:cubicBezTo>
                  <a:cubicBezTo>
                    <a:pt x="0" y="318"/>
                    <a:pt x="134" y="751"/>
                    <a:pt x="467" y="1118"/>
                  </a:cubicBezTo>
                  <a:cubicBezTo>
                    <a:pt x="719" y="1328"/>
                    <a:pt x="997" y="1446"/>
                    <a:pt x="1211" y="1446"/>
                  </a:cubicBezTo>
                  <a:cubicBezTo>
                    <a:pt x="1336" y="1446"/>
                    <a:pt x="1439" y="1405"/>
                    <a:pt x="1501" y="1319"/>
                  </a:cubicBezTo>
                  <a:cubicBezTo>
                    <a:pt x="1701" y="1085"/>
                    <a:pt x="1568" y="651"/>
                    <a:pt x="1201" y="351"/>
                  </a:cubicBezTo>
                  <a:cubicBezTo>
                    <a:pt x="983" y="133"/>
                    <a:pt x="721" y="0"/>
                    <a:pt x="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6"/>
            <p:cNvSpPr/>
            <p:nvPr/>
          </p:nvSpPr>
          <p:spPr>
            <a:xfrm>
              <a:off x="3704475" y="3161850"/>
              <a:ext cx="41725" cy="36775"/>
            </a:xfrm>
            <a:custGeom>
              <a:avLst/>
              <a:gdLst/>
              <a:ahLst/>
              <a:cxnLst/>
              <a:rect l="l" t="t" r="r" b="b"/>
              <a:pathLst>
                <a:path w="1669" h="1471" extrusionOk="0">
                  <a:moveTo>
                    <a:pt x="1154" y="0"/>
                  </a:moveTo>
                  <a:cubicBezTo>
                    <a:pt x="933" y="0"/>
                    <a:pt x="655" y="126"/>
                    <a:pt x="434" y="368"/>
                  </a:cubicBezTo>
                  <a:cubicBezTo>
                    <a:pt x="101" y="702"/>
                    <a:pt x="1" y="1136"/>
                    <a:pt x="201" y="1369"/>
                  </a:cubicBezTo>
                  <a:cubicBezTo>
                    <a:pt x="269" y="1437"/>
                    <a:pt x="364" y="1470"/>
                    <a:pt x="474" y="1470"/>
                  </a:cubicBezTo>
                  <a:cubicBezTo>
                    <a:pt x="688" y="1470"/>
                    <a:pt x="959" y="1344"/>
                    <a:pt x="1202" y="1102"/>
                  </a:cubicBezTo>
                  <a:cubicBezTo>
                    <a:pt x="1535" y="769"/>
                    <a:pt x="1669" y="302"/>
                    <a:pt x="1435" y="101"/>
                  </a:cubicBezTo>
                  <a:cubicBezTo>
                    <a:pt x="1367" y="33"/>
                    <a:pt x="1268" y="0"/>
                    <a:pt x="11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6"/>
            <p:cNvSpPr/>
            <p:nvPr/>
          </p:nvSpPr>
          <p:spPr>
            <a:xfrm>
              <a:off x="3765350" y="3097825"/>
              <a:ext cx="40900" cy="37200"/>
            </a:xfrm>
            <a:custGeom>
              <a:avLst/>
              <a:gdLst/>
              <a:ahLst/>
              <a:cxnLst/>
              <a:rect l="l" t="t" r="r" b="b"/>
              <a:pathLst>
                <a:path w="1636" h="1488" extrusionOk="0">
                  <a:moveTo>
                    <a:pt x="1179" y="1"/>
                  </a:moveTo>
                  <a:cubicBezTo>
                    <a:pt x="954" y="1"/>
                    <a:pt x="663" y="143"/>
                    <a:pt x="435" y="394"/>
                  </a:cubicBezTo>
                  <a:cubicBezTo>
                    <a:pt x="101" y="728"/>
                    <a:pt x="1" y="1195"/>
                    <a:pt x="234" y="1395"/>
                  </a:cubicBezTo>
                  <a:cubicBezTo>
                    <a:pt x="297" y="1458"/>
                    <a:pt x="387" y="1488"/>
                    <a:pt x="490" y="1488"/>
                  </a:cubicBezTo>
                  <a:cubicBezTo>
                    <a:pt x="715" y="1488"/>
                    <a:pt x="1007" y="1346"/>
                    <a:pt x="1235" y="1095"/>
                  </a:cubicBezTo>
                  <a:cubicBezTo>
                    <a:pt x="1569" y="761"/>
                    <a:pt x="1635" y="294"/>
                    <a:pt x="1435" y="94"/>
                  </a:cubicBezTo>
                  <a:cubicBezTo>
                    <a:pt x="1372" y="31"/>
                    <a:pt x="1283" y="1"/>
                    <a:pt x="1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6"/>
            <p:cNvSpPr/>
            <p:nvPr/>
          </p:nvSpPr>
          <p:spPr>
            <a:xfrm>
              <a:off x="3825400" y="3031950"/>
              <a:ext cx="40900" cy="38025"/>
            </a:xfrm>
            <a:custGeom>
              <a:avLst/>
              <a:gdLst/>
              <a:ahLst/>
              <a:cxnLst/>
              <a:rect l="l" t="t" r="r" b="b"/>
              <a:pathLst>
                <a:path w="1636" h="1521" extrusionOk="0">
                  <a:moveTo>
                    <a:pt x="1147" y="1"/>
                  </a:moveTo>
                  <a:cubicBezTo>
                    <a:pt x="924" y="1"/>
                    <a:pt x="640" y="143"/>
                    <a:pt x="434" y="394"/>
                  </a:cubicBezTo>
                  <a:cubicBezTo>
                    <a:pt x="101" y="761"/>
                    <a:pt x="1" y="1228"/>
                    <a:pt x="234" y="1428"/>
                  </a:cubicBezTo>
                  <a:cubicBezTo>
                    <a:pt x="297" y="1491"/>
                    <a:pt x="387" y="1521"/>
                    <a:pt x="489" y="1521"/>
                  </a:cubicBezTo>
                  <a:cubicBezTo>
                    <a:pt x="712" y="1521"/>
                    <a:pt x="996" y="1379"/>
                    <a:pt x="1201" y="1128"/>
                  </a:cubicBezTo>
                  <a:cubicBezTo>
                    <a:pt x="1535" y="761"/>
                    <a:pt x="1635" y="294"/>
                    <a:pt x="1402" y="94"/>
                  </a:cubicBezTo>
                  <a:cubicBezTo>
                    <a:pt x="1339" y="31"/>
                    <a:pt x="1249" y="1"/>
                    <a:pt x="11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6"/>
            <p:cNvSpPr/>
            <p:nvPr/>
          </p:nvSpPr>
          <p:spPr>
            <a:xfrm>
              <a:off x="3884600" y="2966075"/>
              <a:ext cx="40900" cy="37200"/>
            </a:xfrm>
            <a:custGeom>
              <a:avLst/>
              <a:gdLst/>
              <a:ahLst/>
              <a:cxnLst/>
              <a:rect l="l" t="t" r="r" b="b"/>
              <a:pathLst>
                <a:path w="1636" h="1488" extrusionOk="0">
                  <a:moveTo>
                    <a:pt x="1131" y="1"/>
                  </a:moveTo>
                  <a:cubicBezTo>
                    <a:pt x="905" y="1"/>
                    <a:pt x="630" y="142"/>
                    <a:pt x="401" y="394"/>
                  </a:cubicBezTo>
                  <a:cubicBezTo>
                    <a:pt x="101" y="761"/>
                    <a:pt x="1" y="1194"/>
                    <a:pt x="234" y="1394"/>
                  </a:cubicBezTo>
                  <a:cubicBezTo>
                    <a:pt x="297" y="1457"/>
                    <a:pt x="384" y="1487"/>
                    <a:pt x="483" y="1487"/>
                  </a:cubicBezTo>
                  <a:cubicBezTo>
                    <a:pt x="698" y="1487"/>
                    <a:pt x="973" y="1346"/>
                    <a:pt x="1202" y="1094"/>
                  </a:cubicBezTo>
                  <a:cubicBezTo>
                    <a:pt x="1535" y="727"/>
                    <a:pt x="1635" y="294"/>
                    <a:pt x="1402" y="94"/>
                  </a:cubicBezTo>
                  <a:cubicBezTo>
                    <a:pt x="1328" y="30"/>
                    <a:pt x="1235" y="1"/>
                    <a:pt x="1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6"/>
            <p:cNvSpPr/>
            <p:nvPr/>
          </p:nvSpPr>
          <p:spPr>
            <a:xfrm>
              <a:off x="3944650" y="2901050"/>
              <a:ext cx="41725" cy="36575"/>
            </a:xfrm>
            <a:custGeom>
              <a:avLst/>
              <a:gdLst/>
              <a:ahLst/>
              <a:cxnLst/>
              <a:rect l="l" t="t" r="r" b="b"/>
              <a:pathLst>
                <a:path w="1669" h="1463" extrusionOk="0">
                  <a:moveTo>
                    <a:pt x="1185" y="0"/>
                  </a:moveTo>
                  <a:cubicBezTo>
                    <a:pt x="971" y="0"/>
                    <a:pt x="689" y="126"/>
                    <a:pt x="434" y="360"/>
                  </a:cubicBezTo>
                  <a:cubicBezTo>
                    <a:pt x="101" y="726"/>
                    <a:pt x="1" y="1160"/>
                    <a:pt x="201" y="1360"/>
                  </a:cubicBezTo>
                  <a:cubicBezTo>
                    <a:pt x="282" y="1430"/>
                    <a:pt x="387" y="1463"/>
                    <a:pt x="503" y="1463"/>
                  </a:cubicBezTo>
                  <a:cubicBezTo>
                    <a:pt x="723" y="1463"/>
                    <a:pt x="984" y="1345"/>
                    <a:pt x="1202" y="1127"/>
                  </a:cubicBezTo>
                  <a:cubicBezTo>
                    <a:pt x="1535" y="793"/>
                    <a:pt x="1669" y="393"/>
                    <a:pt x="1468" y="126"/>
                  </a:cubicBezTo>
                  <a:cubicBezTo>
                    <a:pt x="1408" y="41"/>
                    <a:pt x="1308" y="0"/>
                    <a:pt x="11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6"/>
            <p:cNvSpPr/>
            <p:nvPr/>
          </p:nvSpPr>
          <p:spPr>
            <a:xfrm>
              <a:off x="4023050" y="2894550"/>
              <a:ext cx="45875" cy="30125"/>
            </a:xfrm>
            <a:custGeom>
              <a:avLst/>
              <a:gdLst/>
              <a:ahLst/>
              <a:cxnLst/>
              <a:rect l="l" t="t" r="r" b="b"/>
              <a:pathLst>
                <a:path w="1835" h="1205" extrusionOk="0">
                  <a:moveTo>
                    <a:pt x="593" y="0"/>
                  </a:moveTo>
                  <a:cubicBezTo>
                    <a:pt x="306" y="0"/>
                    <a:pt x="89" y="125"/>
                    <a:pt x="67" y="319"/>
                  </a:cubicBezTo>
                  <a:cubicBezTo>
                    <a:pt x="0" y="620"/>
                    <a:pt x="300" y="920"/>
                    <a:pt x="667" y="1087"/>
                  </a:cubicBezTo>
                  <a:cubicBezTo>
                    <a:pt x="851" y="1163"/>
                    <a:pt x="1041" y="1204"/>
                    <a:pt x="1210" y="1204"/>
                  </a:cubicBezTo>
                  <a:cubicBezTo>
                    <a:pt x="1409" y="1204"/>
                    <a:pt x="1578" y="1146"/>
                    <a:pt x="1668" y="1020"/>
                  </a:cubicBezTo>
                  <a:cubicBezTo>
                    <a:pt x="1835" y="786"/>
                    <a:pt x="1601" y="353"/>
                    <a:pt x="1101" y="119"/>
                  </a:cubicBezTo>
                  <a:cubicBezTo>
                    <a:pt x="925" y="37"/>
                    <a:pt x="749"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6"/>
            <p:cNvSpPr/>
            <p:nvPr/>
          </p:nvSpPr>
          <p:spPr>
            <a:xfrm>
              <a:off x="4093925" y="2944975"/>
              <a:ext cx="42550" cy="36025"/>
            </a:xfrm>
            <a:custGeom>
              <a:avLst/>
              <a:gdLst/>
              <a:ahLst/>
              <a:cxnLst/>
              <a:rect l="l" t="t" r="r" b="b"/>
              <a:pathLst>
                <a:path w="1702" h="1441" extrusionOk="0">
                  <a:moveTo>
                    <a:pt x="488" y="1"/>
                  </a:moveTo>
                  <a:cubicBezTo>
                    <a:pt x="372" y="1"/>
                    <a:pt x="270" y="34"/>
                    <a:pt x="201" y="104"/>
                  </a:cubicBezTo>
                  <a:cubicBezTo>
                    <a:pt x="1" y="337"/>
                    <a:pt x="134" y="771"/>
                    <a:pt x="501" y="1104"/>
                  </a:cubicBezTo>
                  <a:cubicBezTo>
                    <a:pt x="741" y="1322"/>
                    <a:pt x="1009" y="1440"/>
                    <a:pt x="1222" y="1440"/>
                  </a:cubicBezTo>
                  <a:cubicBezTo>
                    <a:pt x="1335" y="1440"/>
                    <a:pt x="1432" y="1407"/>
                    <a:pt x="1502" y="1338"/>
                  </a:cubicBezTo>
                  <a:cubicBezTo>
                    <a:pt x="1702" y="1104"/>
                    <a:pt x="1568" y="671"/>
                    <a:pt x="1201" y="337"/>
                  </a:cubicBezTo>
                  <a:cubicBezTo>
                    <a:pt x="984" y="119"/>
                    <a:pt x="709" y="1"/>
                    <a:pt x="4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6"/>
            <p:cNvSpPr/>
            <p:nvPr/>
          </p:nvSpPr>
          <p:spPr>
            <a:xfrm>
              <a:off x="4163150" y="2998725"/>
              <a:ext cx="46725" cy="29425"/>
            </a:xfrm>
            <a:custGeom>
              <a:avLst/>
              <a:gdLst/>
              <a:ahLst/>
              <a:cxnLst/>
              <a:rect l="l" t="t" r="r" b="b"/>
              <a:pathLst>
                <a:path w="1869" h="1177" extrusionOk="0">
                  <a:moveTo>
                    <a:pt x="654" y="1"/>
                  </a:moveTo>
                  <a:cubicBezTo>
                    <a:pt x="443" y="1"/>
                    <a:pt x="265" y="66"/>
                    <a:pt x="167" y="222"/>
                  </a:cubicBezTo>
                  <a:cubicBezTo>
                    <a:pt x="0" y="455"/>
                    <a:pt x="267" y="889"/>
                    <a:pt x="767" y="1089"/>
                  </a:cubicBezTo>
                  <a:cubicBezTo>
                    <a:pt x="928" y="1150"/>
                    <a:pt x="1083" y="1177"/>
                    <a:pt x="1223" y="1177"/>
                  </a:cubicBezTo>
                  <a:cubicBezTo>
                    <a:pt x="1547" y="1177"/>
                    <a:pt x="1788" y="1032"/>
                    <a:pt x="1835" y="822"/>
                  </a:cubicBezTo>
                  <a:cubicBezTo>
                    <a:pt x="1868" y="522"/>
                    <a:pt x="1568" y="255"/>
                    <a:pt x="1134" y="88"/>
                  </a:cubicBezTo>
                  <a:cubicBezTo>
                    <a:pt x="969" y="33"/>
                    <a:pt x="803" y="1"/>
                    <a:pt x="6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6"/>
            <p:cNvSpPr/>
            <p:nvPr/>
          </p:nvSpPr>
          <p:spPr>
            <a:xfrm>
              <a:off x="4247375" y="2982075"/>
              <a:ext cx="44225" cy="33775"/>
            </a:xfrm>
            <a:custGeom>
              <a:avLst/>
              <a:gdLst/>
              <a:ahLst/>
              <a:cxnLst/>
              <a:rect l="l" t="t" r="r" b="b"/>
              <a:pathLst>
                <a:path w="1769" h="1351" extrusionOk="0">
                  <a:moveTo>
                    <a:pt x="1227" y="1"/>
                  </a:moveTo>
                  <a:cubicBezTo>
                    <a:pt x="1028" y="1"/>
                    <a:pt x="793" y="85"/>
                    <a:pt x="567" y="254"/>
                  </a:cubicBezTo>
                  <a:cubicBezTo>
                    <a:pt x="200" y="488"/>
                    <a:pt x="0" y="921"/>
                    <a:pt x="134" y="1155"/>
                  </a:cubicBezTo>
                  <a:cubicBezTo>
                    <a:pt x="199" y="1284"/>
                    <a:pt x="342" y="1351"/>
                    <a:pt x="522" y="1351"/>
                  </a:cubicBezTo>
                  <a:cubicBezTo>
                    <a:pt x="713" y="1351"/>
                    <a:pt x="945" y="1276"/>
                    <a:pt x="1168" y="1121"/>
                  </a:cubicBezTo>
                  <a:cubicBezTo>
                    <a:pt x="1601" y="821"/>
                    <a:pt x="1768" y="388"/>
                    <a:pt x="1601" y="154"/>
                  </a:cubicBezTo>
                  <a:cubicBezTo>
                    <a:pt x="1514" y="52"/>
                    <a:pt x="1382"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6"/>
            <p:cNvSpPr/>
            <p:nvPr/>
          </p:nvSpPr>
          <p:spPr>
            <a:xfrm>
              <a:off x="4316575" y="2926350"/>
              <a:ext cx="43400" cy="35300"/>
            </a:xfrm>
            <a:custGeom>
              <a:avLst/>
              <a:gdLst/>
              <a:ahLst/>
              <a:cxnLst/>
              <a:rect l="l" t="t" r="r" b="b"/>
              <a:pathLst>
                <a:path w="1736" h="1412" extrusionOk="0">
                  <a:moveTo>
                    <a:pt x="1218" y="0"/>
                  </a:moveTo>
                  <a:cubicBezTo>
                    <a:pt x="1012" y="0"/>
                    <a:pt x="761" y="97"/>
                    <a:pt x="535" y="282"/>
                  </a:cubicBezTo>
                  <a:cubicBezTo>
                    <a:pt x="168" y="615"/>
                    <a:pt x="1" y="1049"/>
                    <a:pt x="201" y="1282"/>
                  </a:cubicBezTo>
                  <a:cubicBezTo>
                    <a:pt x="277" y="1371"/>
                    <a:pt x="386" y="1411"/>
                    <a:pt x="514" y="1411"/>
                  </a:cubicBezTo>
                  <a:cubicBezTo>
                    <a:pt x="725" y="1411"/>
                    <a:pt x="986" y="1302"/>
                    <a:pt x="1235" y="1115"/>
                  </a:cubicBezTo>
                  <a:cubicBezTo>
                    <a:pt x="1602" y="782"/>
                    <a:pt x="1736" y="348"/>
                    <a:pt x="1535" y="115"/>
                  </a:cubicBezTo>
                  <a:cubicBezTo>
                    <a:pt x="1459" y="38"/>
                    <a:pt x="1347"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6"/>
            <p:cNvSpPr/>
            <p:nvPr/>
          </p:nvSpPr>
          <p:spPr>
            <a:xfrm>
              <a:off x="4382475" y="2866600"/>
              <a:ext cx="42550" cy="36000"/>
            </a:xfrm>
            <a:custGeom>
              <a:avLst/>
              <a:gdLst/>
              <a:ahLst/>
              <a:cxnLst/>
              <a:rect l="l" t="t" r="r" b="b"/>
              <a:pathLst>
                <a:path w="1702" h="1440" extrusionOk="0">
                  <a:moveTo>
                    <a:pt x="1214" y="0"/>
                  </a:moveTo>
                  <a:cubicBezTo>
                    <a:pt x="993" y="0"/>
                    <a:pt x="718" y="119"/>
                    <a:pt x="501" y="337"/>
                  </a:cubicBezTo>
                  <a:cubicBezTo>
                    <a:pt x="134" y="670"/>
                    <a:pt x="0" y="1104"/>
                    <a:pt x="200" y="1337"/>
                  </a:cubicBezTo>
                  <a:cubicBezTo>
                    <a:pt x="270" y="1407"/>
                    <a:pt x="371" y="1440"/>
                    <a:pt x="489" y="1440"/>
                  </a:cubicBezTo>
                  <a:cubicBezTo>
                    <a:pt x="712" y="1440"/>
                    <a:pt x="995" y="1322"/>
                    <a:pt x="1234" y="1104"/>
                  </a:cubicBezTo>
                  <a:cubicBezTo>
                    <a:pt x="1568" y="770"/>
                    <a:pt x="1701" y="303"/>
                    <a:pt x="1501" y="103"/>
                  </a:cubicBezTo>
                  <a:cubicBezTo>
                    <a:pt x="1432" y="34"/>
                    <a:pt x="1330" y="0"/>
                    <a:pt x="12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6"/>
            <p:cNvSpPr/>
            <p:nvPr/>
          </p:nvSpPr>
          <p:spPr>
            <a:xfrm>
              <a:off x="4446675" y="2804525"/>
              <a:ext cx="41725" cy="36375"/>
            </a:xfrm>
            <a:custGeom>
              <a:avLst/>
              <a:gdLst/>
              <a:ahLst/>
              <a:cxnLst/>
              <a:rect l="l" t="t" r="r" b="b"/>
              <a:pathLst>
                <a:path w="1669" h="1455" extrusionOk="0">
                  <a:moveTo>
                    <a:pt x="1182" y="0"/>
                  </a:moveTo>
                  <a:cubicBezTo>
                    <a:pt x="962" y="0"/>
                    <a:pt x="686" y="133"/>
                    <a:pt x="468" y="351"/>
                  </a:cubicBezTo>
                  <a:cubicBezTo>
                    <a:pt x="134" y="685"/>
                    <a:pt x="1" y="1152"/>
                    <a:pt x="201" y="1352"/>
                  </a:cubicBezTo>
                  <a:cubicBezTo>
                    <a:pt x="270" y="1421"/>
                    <a:pt x="372" y="1454"/>
                    <a:pt x="489" y="1454"/>
                  </a:cubicBezTo>
                  <a:cubicBezTo>
                    <a:pt x="709" y="1454"/>
                    <a:pt x="984" y="1336"/>
                    <a:pt x="1202" y="1118"/>
                  </a:cubicBezTo>
                  <a:cubicBezTo>
                    <a:pt x="1568" y="751"/>
                    <a:pt x="1669" y="318"/>
                    <a:pt x="1468" y="118"/>
                  </a:cubicBezTo>
                  <a:cubicBezTo>
                    <a:pt x="1399" y="37"/>
                    <a:pt x="1298" y="0"/>
                    <a:pt x="1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6"/>
            <p:cNvSpPr/>
            <p:nvPr/>
          </p:nvSpPr>
          <p:spPr>
            <a:xfrm>
              <a:off x="4509225" y="2741125"/>
              <a:ext cx="41725" cy="37025"/>
            </a:xfrm>
            <a:custGeom>
              <a:avLst/>
              <a:gdLst/>
              <a:ahLst/>
              <a:cxnLst/>
              <a:rect l="l" t="t" r="r" b="b"/>
              <a:pathLst>
                <a:path w="1669" h="1481" extrusionOk="0">
                  <a:moveTo>
                    <a:pt x="1167" y="1"/>
                  </a:moveTo>
                  <a:cubicBezTo>
                    <a:pt x="947" y="1"/>
                    <a:pt x="686" y="134"/>
                    <a:pt x="467" y="352"/>
                  </a:cubicBezTo>
                  <a:cubicBezTo>
                    <a:pt x="101" y="719"/>
                    <a:pt x="0" y="1152"/>
                    <a:pt x="234" y="1386"/>
                  </a:cubicBezTo>
                  <a:cubicBezTo>
                    <a:pt x="298" y="1450"/>
                    <a:pt x="386" y="1480"/>
                    <a:pt x="487" y="1480"/>
                  </a:cubicBezTo>
                  <a:cubicBezTo>
                    <a:pt x="702" y="1480"/>
                    <a:pt x="975" y="1346"/>
                    <a:pt x="1201" y="1119"/>
                  </a:cubicBezTo>
                  <a:cubicBezTo>
                    <a:pt x="1568" y="752"/>
                    <a:pt x="1668" y="319"/>
                    <a:pt x="1468" y="118"/>
                  </a:cubicBezTo>
                  <a:cubicBezTo>
                    <a:pt x="1388" y="38"/>
                    <a:pt x="1283" y="1"/>
                    <a:pt x="1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6"/>
            <p:cNvSpPr/>
            <p:nvPr/>
          </p:nvSpPr>
          <p:spPr>
            <a:xfrm>
              <a:off x="4570925" y="2676700"/>
              <a:ext cx="40900" cy="37225"/>
            </a:xfrm>
            <a:custGeom>
              <a:avLst/>
              <a:gdLst/>
              <a:ahLst/>
              <a:cxnLst/>
              <a:rect l="l" t="t" r="r" b="b"/>
              <a:pathLst>
                <a:path w="1636" h="1489" extrusionOk="0">
                  <a:moveTo>
                    <a:pt x="1165" y="1"/>
                  </a:moveTo>
                  <a:cubicBezTo>
                    <a:pt x="939" y="1"/>
                    <a:pt x="663" y="142"/>
                    <a:pt x="435" y="394"/>
                  </a:cubicBezTo>
                  <a:cubicBezTo>
                    <a:pt x="101" y="727"/>
                    <a:pt x="1" y="1194"/>
                    <a:pt x="201" y="1394"/>
                  </a:cubicBezTo>
                  <a:cubicBezTo>
                    <a:pt x="276" y="1459"/>
                    <a:pt x="371" y="1489"/>
                    <a:pt x="477" y="1489"/>
                  </a:cubicBezTo>
                  <a:cubicBezTo>
                    <a:pt x="702" y="1489"/>
                    <a:pt x="975" y="1354"/>
                    <a:pt x="1202" y="1128"/>
                  </a:cubicBezTo>
                  <a:cubicBezTo>
                    <a:pt x="1535" y="761"/>
                    <a:pt x="1635" y="294"/>
                    <a:pt x="1435" y="94"/>
                  </a:cubicBezTo>
                  <a:cubicBezTo>
                    <a:pt x="1362" y="31"/>
                    <a:pt x="1268"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6"/>
            <p:cNvSpPr/>
            <p:nvPr/>
          </p:nvSpPr>
          <p:spPr>
            <a:xfrm>
              <a:off x="4630975" y="2611375"/>
              <a:ext cx="40900" cy="37475"/>
            </a:xfrm>
            <a:custGeom>
              <a:avLst/>
              <a:gdLst/>
              <a:ahLst/>
              <a:cxnLst/>
              <a:rect l="l" t="t" r="r" b="b"/>
              <a:pathLst>
                <a:path w="1636" h="1499" extrusionOk="0">
                  <a:moveTo>
                    <a:pt x="1158" y="0"/>
                  </a:moveTo>
                  <a:cubicBezTo>
                    <a:pt x="928" y="0"/>
                    <a:pt x="639" y="143"/>
                    <a:pt x="401" y="405"/>
                  </a:cubicBezTo>
                  <a:cubicBezTo>
                    <a:pt x="101" y="772"/>
                    <a:pt x="1" y="1205"/>
                    <a:pt x="234" y="1406"/>
                  </a:cubicBezTo>
                  <a:cubicBezTo>
                    <a:pt x="297" y="1469"/>
                    <a:pt x="383" y="1499"/>
                    <a:pt x="482" y="1499"/>
                  </a:cubicBezTo>
                  <a:cubicBezTo>
                    <a:pt x="697" y="1499"/>
                    <a:pt x="973" y="1357"/>
                    <a:pt x="1201" y="1105"/>
                  </a:cubicBezTo>
                  <a:cubicBezTo>
                    <a:pt x="1535" y="738"/>
                    <a:pt x="1635" y="271"/>
                    <a:pt x="1402" y="71"/>
                  </a:cubicBezTo>
                  <a:cubicBezTo>
                    <a:pt x="1335" y="23"/>
                    <a:pt x="1251" y="0"/>
                    <a:pt x="11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6"/>
            <p:cNvSpPr/>
            <p:nvPr/>
          </p:nvSpPr>
          <p:spPr>
            <a:xfrm>
              <a:off x="4686850" y="2564700"/>
              <a:ext cx="25050" cy="19625"/>
            </a:xfrm>
            <a:custGeom>
              <a:avLst/>
              <a:gdLst/>
              <a:ahLst/>
              <a:cxnLst/>
              <a:rect l="l" t="t" r="r" b="b"/>
              <a:pathLst>
                <a:path w="1002" h="785" extrusionOk="0">
                  <a:moveTo>
                    <a:pt x="228" y="1"/>
                  </a:moveTo>
                  <a:cubicBezTo>
                    <a:pt x="159" y="1"/>
                    <a:pt x="103" y="23"/>
                    <a:pt x="67" y="70"/>
                  </a:cubicBezTo>
                  <a:cubicBezTo>
                    <a:pt x="1" y="170"/>
                    <a:pt x="101" y="404"/>
                    <a:pt x="334" y="604"/>
                  </a:cubicBezTo>
                  <a:cubicBezTo>
                    <a:pt x="493" y="717"/>
                    <a:pt x="651" y="784"/>
                    <a:pt x="768" y="784"/>
                  </a:cubicBezTo>
                  <a:cubicBezTo>
                    <a:pt x="823" y="784"/>
                    <a:pt x="869" y="770"/>
                    <a:pt x="901" y="737"/>
                  </a:cubicBezTo>
                  <a:cubicBezTo>
                    <a:pt x="1001" y="604"/>
                    <a:pt x="868" y="371"/>
                    <a:pt x="668" y="204"/>
                  </a:cubicBezTo>
                  <a:cubicBezTo>
                    <a:pt x="517" y="75"/>
                    <a:pt x="352" y="1"/>
                    <a:pt x="2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6"/>
            <p:cNvSpPr/>
            <p:nvPr/>
          </p:nvSpPr>
          <p:spPr>
            <a:xfrm>
              <a:off x="4577600" y="2500575"/>
              <a:ext cx="216025" cy="180275"/>
            </a:xfrm>
            <a:custGeom>
              <a:avLst/>
              <a:gdLst/>
              <a:ahLst/>
              <a:cxnLst/>
              <a:rect l="l" t="t" r="r" b="b"/>
              <a:pathLst>
                <a:path w="8641" h="7211" extrusionOk="0">
                  <a:moveTo>
                    <a:pt x="7173" y="0"/>
                  </a:moveTo>
                  <a:cubicBezTo>
                    <a:pt x="6038" y="67"/>
                    <a:pt x="4971" y="300"/>
                    <a:pt x="4104" y="667"/>
                  </a:cubicBezTo>
                  <a:cubicBezTo>
                    <a:pt x="3203" y="1001"/>
                    <a:pt x="2469" y="1401"/>
                    <a:pt x="1835" y="1768"/>
                  </a:cubicBezTo>
                  <a:cubicBezTo>
                    <a:pt x="635" y="2535"/>
                    <a:pt x="1" y="3136"/>
                    <a:pt x="101" y="3236"/>
                  </a:cubicBezTo>
                  <a:cubicBezTo>
                    <a:pt x="110" y="3254"/>
                    <a:pt x="134" y="3263"/>
                    <a:pt x="171" y="3263"/>
                  </a:cubicBezTo>
                  <a:cubicBezTo>
                    <a:pt x="399" y="3263"/>
                    <a:pt x="1140" y="2923"/>
                    <a:pt x="2202" y="2435"/>
                  </a:cubicBezTo>
                  <a:cubicBezTo>
                    <a:pt x="2836" y="2168"/>
                    <a:pt x="3570" y="1835"/>
                    <a:pt x="4404" y="1568"/>
                  </a:cubicBezTo>
                  <a:cubicBezTo>
                    <a:pt x="5238" y="1301"/>
                    <a:pt x="6205" y="1101"/>
                    <a:pt x="7206" y="1068"/>
                  </a:cubicBezTo>
                  <a:lnTo>
                    <a:pt x="7539" y="1068"/>
                  </a:lnTo>
                  <a:cubicBezTo>
                    <a:pt x="7539" y="1072"/>
                    <a:pt x="7539" y="1073"/>
                    <a:pt x="7540" y="1073"/>
                  </a:cubicBezTo>
                  <a:cubicBezTo>
                    <a:pt x="7540" y="1073"/>
                    <a:pt x="7541" y="1068"/>
                    <a:pt x="7544" y="1068"/>
                  </a:cubicBezTo>
                  <a:cubicBezTo>
                    <a:pt x="7550" y="1068"/>
                    <a:pt x="7566" y="1098"/>
                    <a:pt x="7606" y="1301"/>
                  </a:cubicBezTo>
                  <a:cubicBezTo>
                    <a:pt x="7606" y="1768"/>
                    <a:pt x="7640" y="2202"/>
                    <a:pt x="7606" y="2669"/>
                  </a:cubicBezTo>
                  <a:cubicBezTo>
                    <a:pt x="7606" y="3102"/>
                    <a:pt x="7539" y="3536"/>
                    <a:pt x="7539" y="3903"/>
                  </a:cubicBezTo>
                  <a:cubicBezTo>
                    <a:pt x="7473" y="4303"/>
                    <a:pt x="7439" y="4670"/>
                    <a:pt x="7373" y="5004"/>
                  </a:cubicBezTo>
                  <a:cubicBezTo>
                    <a:pt x="7239" y="5671"/>
                    <a:pt x="7106" y="6205"/>
                    <a:pt x="7039" y="6571"/>
                  </a:cubicBezTo>
                  <a:cubicBezTo>
                    <a:pt x="6939" y="6938"/>
                    <a:pt x="6906" y="7172"/>
                    <a:pt x="6972" y="7205"/>
                  </a:cubicBezTo>
                  <a:cubicBezTo>
                    <a:pt x="6979" y="7209"/>
                    <a:pt x="6986" y="7210"/>
                    <a:pt x="6994" y="7210"/>
                  </a:cubicBezTo>
                  <a:cubicBezTo>
                    <a:pt x="7066" y="7210"/>
                    <a:pt x="7195" y="7069"/>
                    <a:pt x="7406" y="6738"/>
                  </a:cubicBezTo>
                  <a:cubicBezTo>
                    <a:pt x="7640" y="6405"/>
                    <a:pt x="7873" y="5871"/>
                    <a:pt x="8107" y="5204"/>
                  </a:cubicBezTo>
                  <a:cubicBezTo>
                    <a:pt x="8207" y="4837"/>
                    <a:pt x="8307" y="4470"/>
                    <a:pt x="8407" y="4070"/>
                  </a:cubicBezTo>
                  <a:cubicBezTo>
                    <a:pt x="8473" y="3636"/>
                    <a:pt x="8574" y="3202"/>
                    <a:pt x="8607" y="2735"/>
                  </a:cubicBezTo>
                  <a:cubicBezTo>
                    <a:pt x="8640" y="2235"/>
                    <a:pt x="8640" y="1735"/>
                    <a:pt x="8640" y="1201"/>
                  </a:cubicBezTo>
                  <a:cubicBezTo>
                    <a:pt x="8607" y="1034"/>
                    <a:pt x="8574" y="867"/>
                    <a:pt x="8574" y="701"/>
                  </a:cubicBezTo>
                  <a:lnTo>
                    <a:pt x="8507" y="300"/>
                  </a:lnTo>
                  <a:lnTo>
                    <a:pt x="8473" y="100"/>
                  </a:lnTo>
                  <a:lnTo>
                    <a:pt x="8473" y="33"/>
                  </a:lnTo>
                  <a:cubicBezTo>
                    <a:pt x="8440" y="0"/>
                    <a:pt x="8407" y="0"/>
                    <a:pt x="8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6"/>
            <p:cNvSpPr/>
            <p:nvPr/>
          </p:nvSpPr>
          <p:spPr>
            <a:xfrm>
              <a:off x="5055450" y="4082250"/>
              <a:ext cx="1061250" cy="1082275"/>
            </a:xfrm>
            <a:custGeom>
              <a:avLst/>
              <a:gdLst/>
              <a:ahLst/>
              <a:cxnLst/>
              <a:rect l="l" t="t" r="r" b="b"/>
              <a:pathLst>
                <a:path w="42450" h="43291" extrusionOk="0">
                  <a:moveTo>
                    <a:pt x="24369" y="1"/>
                  </a:moveTo>
                  <a:cubicBezTo>
                    <a:pt x="23955" y="1"/>
                    <a:pt x="23503" y="16"/>
                    <a:pt x="23017" y="45"/>
                  </a:cubicBezTo>
                  <a:cubicBezTo>
                    <a:pt x="17680" y="379"/>
                    <a:pt x="8506" y="2514"/>
                    <a:pt x="3603" y="5783"/>
                  </a:cubicBezTo>
                  <a:cubicBezTo>
                    <a:pt x="2369" y="6616"/>
                    <a:pt x="1401" y="7517"/>
                    <a:pt x="834" y="8518"/>
                  </a:cubicBezTo>
                  <a:cubicBezTo>
                    <a:pt x="0" y="10052"/>
                    <a:pt x="2069" y="17458"/>
                    <a:pt x="2702" y="20426"/>
                  </a:cubicBezTo>
                  <a:cubicBezTo>
                    <a:pt x="3403" y="23896"/>
                    <a:pt x="4504" y="27665"/>
                    <a:pt x="5504" y="31334"/>
                  </a:cubicBezTo>
                  <a:cubicBezTo>
                    <a:pt x="6038" y="33269"/>
                    <a:pt x="6572" y="35170"/>
                    <a:pt x="7005" y="36972"/>
                  </a:cubicBezTo>
                  <a:cubicBezTo>
                    <a:pt x="7372" y="38206"/>
                    <a:pt x="7673" y="39240"/>
                    <a:pt x="7873" y="39740"/>
                  </a:cubicBezTo>
                  <a:cubicBezTo>
                    <a:pt x="8172" y="40557"/>
                    <a:pt x="8807" y="40847"/>
                    <a:pt x="9617" y="40847"/>
                  </a:cubicBezTo>
                  <a:cubicBezTo>
                    <a:pt x="11520" y="40847"/>
                    <a:pt x="14391" y="39247"/>
                    <a:pt x="16145" y="39106"/>
                  </a:cubicBezTo>
                  <a:cubicBezTo>
                    <a:pt x="16179" y="39106"/>
                    <a:pt x="16212" y="39106"/>
                    <a:pt x="16246" y="39106"/>
                  </a:cubicBezTo>
                  <a:cubicBezTo>
                    <a:pt x="20215" y="39106"/>
                    <a:pt x="24151" y="41047"/>
                    <a:pt x="28054" y="41775"/>
                  </a:cubicBezTo>
                  <a:cubicBezTo>
                    <a:pt x="30922" y="42409"/>
                    <a:pt x="34091" y="43043"/>
                    <a:pt x="37160" y="43243"/>
                  </a:cubicBezTo>
                  <a:cubicBezTo>
                    <a:pt x="37473" y="43275"/>
                    <a:pt x="37779" y="43291"/>
                    <a:pt x="38076" y="43291"/>
                  </a:cubicBezTo>
                  <a:cubicBezTo>
                    <a:pt x="40572" y="43291"/>
                    <a:pt x="42450" y="42158"/>
                    <a:pt x="42331" y="39774"/>
                  </a:cubicBezTo>
                  <a:cubicBezTo>
                    <a:pt x="40663" y="35137"/>
                    <a:pt x="35793" y="19859"/>
                    <a:pt x="32891" y="11387"/>
                  </a:cubicBezTo>
                  <a:cubicBezTo>
                    <a:pt x="31856" y="8451"/>
                    <a:pt x="29421" y="1313"/>
                    <a:pt x="26653" y="279"/>
                  </a:cubicBezTo>
                  <a:cubicBezTo>
                    <a:pt x="26156" y="90"/>
                    <a:pt x="25376" y="1"/>
                    <a:pt x="2436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6"/>
            <p:cNvSpPr/>
            <p:nvPr/>
          </p:nvSpPr>
          <p:spPr>
            <a:xfrm>
              <a:off x="4878850" y="3060550"/>
              <a:ext cx="754525" cy="1000925"/>
            </a:xfrm>
            <a:custGeom>
              <a:avLst/>
              <a:gdLst/>
              <a:ahLst/>
              <a:cxnLst/>
              <a:rect l="l" t="t" r="r" b="b"/>
              <a:pathLst>
                <a:path w="30181" h="40037" extrusionOk="0">
                  <a:moveTo>
                    <a:pt x="17132" y="0"/>
                  </a:moveTo>
                  <a:cubicBezTo>
                    <a:pt x="17023" y="0"/>
                    <a:pt x="16935" y="37"/>
                    <a:pt x="16871" y="117"/>
                  </a:cubicBezTo>
                  <a:cubicBezTo>
                    <a:pt x="16871" y="117"/>
                    <a:pt x="17872" y="12960"/>
                    <a:pt x="17105" y="17530"/>
                  </a:cubicBezTo>
                  <a:cubicBezTo>
                    <a:pt x="16479" y="21265"/>
                    <a:pt x="14938" y="21911"/>
                    <a:pt x="13960" y="21911"/>
                  </a:cubicBezTo>
                  <a:cubicBezTo>
                    <a:pt x="13479" y="21911"/>
                    <a:pt x="13135" y="21755"/>
                    <a:pt x="13102" y="21733"/>
                  </a:cubicBezTo>
                  <a:cubicBezTo>
                    <a:pt x="12201" y="21032"/>
                    <a:pt x="10267" y="8557"/>
                    <a:pt x="6664" y="7990"/>
                  </a:cubicBezTo>
                  <a:cubicBezTo>
                    <a:pt x="6257" y="7926"/>
                    <a:pt x="5875" y="7896"/>
                    <a:pt x="5516" y="7896"/>
                  </a:cubicBezTo>
                  <a:cubicBezTo>
                    <a:pt x="1" y="7896"/>
                    <a:pt x="123" y="15046"/>
                    <a:pt x="2128" y="19431"/>
                  </a:cubicBezTo>
                  <a:cubicBezTo>
                    <a:pt x="4229" y="23968"/>
                    <a:pt x="3629" y="28237"/>
                    <a:pt x="5363" y="31940"/>
                  </a:cubicBezTo>
                  <a:cubicBezTo>
                    <a:pt x="6197" y="33741"/>
                    <a:pt x="7498" y="35709"/>
                    <a:pt x="8666" y="37311"/>
                  </a:cubicBezTo>
                  <a:cubicBezTo>
                    <a:pt x="8981" y="37689"/>
                    <a:pt x="11892" y="40037"/>
                    <a:pt x="12743" y="40037"/>
                  </a:cubicBezTo>
                  <a:cubicBezTo>
                    <a:pt x="12792" y="40037"/>
                    <a:pt x="12834" y="40029"/>
                    <a:pt x="12869" y="40012"/>
                  </a:cubicBezTo>
                  <a:cubicBezTo>
                    <a:pt x="16905" y="37978"/>
                    <a:pt x="23943" y="35743"/>
                    <a:pt x="27746" y="35543"/>
                  </a:cubicBezTo>
                  <a:cubicBezTo>
                    <a:pt x="29147" y="33041"/>
                    <a:pt x="30014" y="31006"/>
                    <a:pt x="30081" y="27904"/>
                  </a:cubicBezTo>
                  <a:cubicBezTo>
                    <a:pt x="30181" y="23134"/>
                    <a:pt x="29480" y="17797"/>
                    <a:pt x="28113" y="13427"/>
                  </a:cubicBezTo>
                  <a:cubicBezTo>
                    <a:pt x="27145" y="10358"/>
                    <a:pt x="24610" y="6122"/>
                    <a:pt x="20407" y="2386"/>
                  </a:cubicBezTo>
                  <a:cubicBezTo>
                    <a:pt x="18893" y="1040"/>
                    <a:pt x="17709" y="0"/>
                    <a:pt x="171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6"/>
            <p:cNvSpPr/>
            <p:nvPr/>
          </p:nvSpPr>
          <p:spPr>
            <a:xfrm>
              <a:off x="5124675" y="4319125"/>
              <a:ext cx="145825" cy="107075"/>
            </a:xfrm>
            <a:custGeom>
              <a:avLst/>
              <a:gdLst/>
              <a:ahLst/>
              <a:cxnLst/>
              <a:rect l="l" t="t" r="r" b="b"/>
              <a:pathLst>
                <a:path w="5833" h="4283" extrusionOk="0">
                  <a:moveTo>
                    <a:pt x="3037" y="1"/>
                  </a:moveTo>
                  <a:cubicBezTo>
                    <a:pt x="2961" y="1"/>
                    <a:pt x="2883" y="4"/>
                    <a:pt x="2802" y="10"/>
                  </a:cubicBezTo>
                  <a:cubicBezTo>
                    <a:pt x="2602" y="10"/>
                    <a:pt x="2402" y="44"/>
                    <a:pt x="2168" y="110"/>
                  </a:cubicBezTo>
                  <a:cubicBezTo>
                    <a:pt x="0" y="811"/>
                    <a:pt x="133" y="3546"/>
                    <a:pt x="2335" y="4180"/>
                  </a:cubicBezTo>
                  <a:cubicBezTo>
                    <a:pt x="2585" y="4250"/>
                    <a:pt x="2818" y="4282"/>
                    <a:pt x="3035" y="4282"/>
                  </a:cubicBezTo>
                  <a:cubicBezTo>
                    <a:pt x="5534" y="4282"/>
                    <a:pt x="5832" y="1"/>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6"/>
            <p:cNvSpPr/>
            <p:nvPr/>
          </p:nvSpPr>
          <p:spPr>
            <a:xfrm>
              <a:off x="5163025" y="4485075"/>
              <a:ext cx="145875" cy="107075"/>
            </a:xfrm>
            <a:custGeom>
              <a:avLst/>
              <a:gdLst/>
              <a:ahLst/>
              <a:cxnLst/>
              <a:rect l="l" t="t" r="r" b="b"/>
              <a:pathLst>
                <a:path w="5835" h="4283" extrusionOk="0">
                  <a:moveTo>
                    <a:pt x="3038" y="1"/>
                  </a:moveTo>
                  <a:cubicBezTo>
                    <a:pt x="2962" y="1"/>
                    <a:pt x="2883" y="4"/>
                    <a:pt x="2802" y="10"/>
                  </a:cubicBezTo>
                  <a:cubicBezTo>
                    <a:pt x="2602" y="10"/>
                    <a:pt x="2402" y="44"/>
                    <a:pt x="2202" y="110"/>
                  </a:cubicBezTo>
                  <a:cubicBezTo>
                    <a:pt x="0" y="811"/>
                    <a:pt x="134" y="3546"/>
                    <a:pt x="2369" y="4180"/>
                  </a:cubicBezTo>
                  <a:cubicBezTo>
                    <a:pt x="2619" y="4250"/>
                    <a:pt x="2852" y="4282"/>
                    <a:pt x="3069" y="4282"/>
                  </a:cubicBezTo>
                  <a:cubicBezTo>
                    <a:pt x="5563" y="4282"/>
                    <a:pt x="5834" y="1"/>
                    <a:pt x="3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6"/>
            <p:cNvSpPr/>
            <p:nvPr/>
          </p:nvSpPr>
          <p:spPr>
            <a:xfrm>
              <a:off x="5223075" y="4657700"/>
              <a:ext cx="145850" cy="107075"/>
            </a:xfrm>
            <a:custGeom>
              <a:avLst/>
              <a:gdLst/>
              <a:ahLst/>
              <a:cxnLst/>
              <a:rect l="l" t="t" r="r" b="b"/>
              <a:pathLst>
                <a:path w="5834" h="4283" extrusionOk="0">
                  <a:moveTo>
                    <a:pt x="3037" y="1"/>
                  </a:moveTo>
                  <a:cubicBezTo>
                    <a:pt x="2961" y="1"/>
                    <a:pt x="2883" y="4"/>
                    <a:pt x="2802" y="10"/>
                  </a:cubicBezTo>
                  <a:cubicBezTo>
                    <a:pt x="2602" y="10"/>
                    <a:pt x="2402" y="44"/>
                    <a:pt x="2202" y="110"/>
                  </a:cubicBezTo>
                  <a:cubicBezTo>
                    <a:pt x="0" y="811"/>
                    <a:pt x="134" y="3546"/>
                    <a:pt x="2369" y="4180"/>
                  </a:cubicBezTo>
                  <a:cubicBezTo>
                    <a:pt x="2618" y="4250"/>
                    <a:pt x="2852" y="4282"/>
                    <a:pt x="3068" y="4282"/>
                  </a:cubicBezTo>
                  <a:cubicBezTo>
                    <a:pt x="5563" y="4282"/>
                    <a:pt x="5834" y="1"/>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6"/>
            <p:cNvSpPr/>
            <p:nvPr/>
          </p:nvSpPr>
          <p:spPr>
            <a:xfrm>
              <a:off x="5115500" y="3948500"/>
              <a:ext cx="568750" cy="280825"/>
            </a:xfrm>
            <a:custGeom>
              <a:avLst/>
              <a:gdLst/>
              <a:ahLst/>
              <a:cxnLst/>
              <a:rect l="l" t="t" r="r" b="b"/>
              <a:pathLst>
                <a:path w="22750" h="11233" extrusionOk="0">
                  <a:moveTo>
                    <a:pt x="18904" y="0"/>
                  </a:moveTo>
                  <a:cubicBezTo>
                    <a:pt x="18707" y="0"/>
                    <a:pt x="18498" y="8"/>
                    <a:pt x="18280" y="25"/>
                  </a:cubicBezTo>
                  <a:cubicBezTo>
                    <a:pt x="14477" y="225"/>
                    <a:pt x="7439" y="2460"/>
                    <a:pt x="3403" y="4494"/>
                  </a:cubicBezTo>
                  <a:cubicBezTo>
                    <a:pt x="1801" y="5295"/>
                    <a:pt x="701" y="6062"/>
                    <a:pt x="400" y="6663"/>
                  </a:cubicBezTo>
                  <a:cubicBezTo>
                    <a:pt x="0" y="7597"/>
                    <a:pt x="200" y="9498"/>
                    <a:pt x="801" y="11233"/>
                  </a:cubicBezTo>
                  <a:cubicBezTo>
                    <a:pt x="6305" y="7530"/>
                    <a:pt x="16679" y="5128"/>
                    <a:pt x="22750" y="4761"/>
                  </a:cubicBezTo>
                  <a:cubicBezTo>
                    <a:pt x="22483" y="3060"/>
                    <a:pt x="21249" y="692"/>
                    <a:pt x="20348" y="258"/>
                  </a:cubicBezTo>
                  <a:cubicBezTo>
                    <a:pt x="20020" y="81"/>
                    <a:pt x="19519" y="0"/>
                    <a:pt x="189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6"/>
            <p:cNvSpPr/>
            <p:nvPr/>
          </p:nvSpPr>
          <p:spPr>
            <a:xfrm>
              <a:off x="4949550" y="3310750"/>
              <a:ext cx="140125" cy="155025"/>
            </a:xfrm>
            <a:custGeom>
              <a:avLst/>
              <a:gdLst/>
              <a:ahLst/>
              <a:cxnLst/>
              <a:rect l="l" t="t" r="r" b="b"/>
              <a:pathLst>
                <a:path w="5605" h="6201" extrusionOk="0">
                  <a:moveTo>
                    <a:pt x="2252" y="1"/>
                  </a:moveTo>
                  <a:cubicBezTo>
                    <a:pt x="2090" y="1"/>
                    <a:pt x="1918" y="16"/>
                    <a:pt x="1735" y="50"/>
                  </a:cubicBezTo>
                  <a:cubicBezTo>
                    <a:pt x="434" y="250"/>
                    <a:pt x="0" y="1517"/>
                    <a:pt x="33" y="2652"/>
                  </a:cubicBezTo>
                  <a:cubicBezTo>
                    <a:pt x="67" y="3619"/>
                    <a:pt x="334" y="5487"/>
                    <a:pt x="934" y="5887"/>
                  </a:cubicBezTo>
                  <a:cubicBezTo>
                    <a:pt x="1262" y="6109"/>
                    <a:pt x="1712" y="6200"/>
                    <a:pt x="2198" y="6200"/>
                  </a:cubicBezTo>
                  <a:cubicBezTo>
                    <a:pt x="3098" y="6200"/>
                    <a:pt x="4119" y="5888"/>
                    <a:pt x="4703" y="5520"/>
                  </a:cubicBezTo>
                  <a:cubicBezTo>
                    <a:pt x="5070" y="5287"/>
                    <a:pt x="5304" y="5087"/>
                    <a:pt x="5404" y="4786"/>
                  </a:cubicBezTo>
                  <a:cubicBezTo>
                    <a:pt x="5604" y="4153"/>
                    <a:pt x="5137" y="3018"/>
                    <a:pt x="4837" y="2351"/>
                  </a:cubicBezTo>
                  <a:cubicBezTo>
                    <a:pt x="4326" y="1271"/>
                    <a:pt x="3708" y="1"/>
                    <a:pt x="2252" y="1"/>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6"/>
            <p:cNvSpPr/>
            <p:nvPr/>
          </p:nvSpPr>
          <p:spPr>
            <a:xfrm>
              <a:off x="4971225" y="3417625"/>
              <a:ext cx="114275" cy="48000"/>
            </a:xfrm>
            <a:custGeom>
              <a:avLst/>
              <a:gdLst/>
              <a:ahLst/>
              <a:cxnLst/>
              <a:rect l="l" t="t" r="r" b="b"/>
              <a:pathLst>
                <a:path w="4571" h="1920" extrusionOk="0">
                  <a:moveTo>
                    <a:pt x="3008" y="0"/>
                  </a:moveTo>
                  <a:cubicBezTo>
                    <a:pt x="2788" y="0"/>
                    <a:pt x="2573" y="15"/>
                    <a:pt x="2369" y="44"/>
                  </a:cubicBezTo>
                  <a:cubicBezTo>
                    <a:pt x="1501" y="178"/>
                    <a:pt x="0" y="645"/>
                    <a:pt x="100" y="1646"/>
                  </a:cubicBezTo>
                  <a:cubicBezTo>
                    <a:pt x="419" y="1839"/>
                    <a:pt x="851" y="1920"/>
                    <a:pt x="1317" y="1920"/>
                  </a:cubicBezTo>
                  <a:cubicBezTo>
                    <a:pt x="2216" y="1920"/>
                    <a:pt x="3243" y="1619"/>
                    <a:pt x="3836" y="1245"/>
                  </a:cubicBezTo>
                  <a:cubicBezTo>
                    <a:pt x="4203" y="1012"/>
                    <a:pt x="4437" y="812"/>
                    <a:pt x="4537" y="511"/>
                  </a:cubicBezTo>
                  <a:cubicBezTo>
                    <a:pt x="4537" y="445"/>
                    <a:pt x="4570" y="345"/>
                    <a:pt x="4570" y="278"/>
                  </a:cubicBezTo>
                  <a:cubicBezTo>
                    <a:pt x="4098" y="89"/>
                    <a:pt x="3541" y="0"/>
                    <a:pt x="3008" y="0"/>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6"/>
            <p:cNvSpPr/>
            <p:nvPr/>
          </p:nvSpPr>
          <p:spPr>
            <a:xfrm>
              <a:off x="2451100" y="2598125"/>
              <a:ext cx="58400" cy="423675"/>
            </a:xfrm>
            <a:custGeom>
              <a:avLst/>
              <a:gdLst/>
              <a:ahLst/>
              <a:cxnLst/>
              <a:rect l="l" t="t" r="r" b="b"/>
              <a:pathLst>
                <a:path w="2336" h="16947" extrusionOk="0">
                  <a:moveTo>
                    <a:pt x="1234" y="1"/>
                  </a:moveTo>
                  <a:cubicBezTo>
                    <a:pt x="600" y="1"/>
                    <a:pt x="100" y="535"/>
                    <a:pt x="100" y="1168"/>
                  </a:cubicBezTo>
                  <a:lnTo>
                    <a:pt x="0" y="15779"/>
                  </a:lnTo>
                  <a:cubicBezTo>
                    <a:pt x="0" y="16413"/>
                    <a:pt x="500" y="16946"/>
                    <a:pt x="1134" y="16946"/>
                  </a:cubicBezTo>
                  <a:cubicBezTo>
                    <a:pt x="1735" y="16946"/>
                    <a:pt x="2235" y="16446"/>
                    <a:pt x="2235" y="15779"/>
                  </a:cubicBezTo>
                  <a:lnTo>
                    <a:pt x="2335" y="1168"/>
                  </a:lnTo>
                  <a:cubicBezTo>
                    <a:pt x="2335" y="535"/>
                    <a:pt x="1835" y="1"/>
                    <a:pt x="1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6"/>
            <p:cNvSpPr/>
            <p:nvPr/>
          </p:nvSpPr>
          <p:spPr>
            <a:xfrm>
              <a:off x="1629925" y="4098950"/>
              <a:ext cx="1062200" cy="1081425"/>
            </a:xfrm>
            <a:custGeom>
              <a:avLst/>
              <a:gdLst/>
              <a:ahLst/>
              <a:cxnLst/>
              <a:rect l="l" t="t" r="r" b="b"/>
              <a:pathLst>
                <a:path w="42488" h="43257" extrusionOk="0">
                  <a:moveTo>
                    <a:pt x="18118" y="0"/>
                  </a:moveTo>
                  <a:cubicBezTo>
                    <a:pt x="17112" y="0"/>
                    <a:pt x="16331" y="89"/>
                    <a:pt x="15835" y="278"/>
                  </a:cubicBezTo>
                  <a:cubicBezTo>
                    <a:pt x="13066" y="1278"/>
                    <a:pt x="10631" y="8417"/>
                    <a:pt x="9597" y="11352"/>
                  </a:cubicBezTo>
                  <a:cubicBezTo>
                    <a:pt x="6662" y="19825"/>
                    <a:pt x="1792" y="35103"/>
                    <a:pt x="90" y="39739"/>
                  </a:cubicBezTo>
                  <a:cubicBezTo>
                    <a:pt x="1" y="42124"/>
                    <a:pt x="1856" y="43257"/>
                    <a:pt x="4346" y="43257"/>
                  </a:cubicBezTo>
                  <a:cubicBezTo>
                    <a:pt x="4642" y="43257"/>
                    <a:pt x="4948" y="43240"/>
                    <a:pt x="5261" y="43208"/>
                  </a:cubicBezTo>
                  <a:cubicBezTo>
                    <a:pt x="8330" y="43008"/>
                    <a:pt x="11498" y="42375"/>
                    <a:pt x="14367" y="41774"/>
                  </a:cubicBezTo>
                  <a:cubicBezTo>
                    <a:pt x="18303" y="41046"/>
                    <a:pt x="22207" y="39105"/>
                    <a:pt x="26207" y="39105"/>
                  </a:cubicBezTo>
                  <a:cubicBezTo>
                    <a:pt x="26241" y="39105"/>
                    <a:pt x="26275" y="39105"/>
                    <a:pt x="26309" y="39106"/>
                  </a:cubicBezTo>
                  <a:cubicBezTo>
                    <a:pt x="28070" y="39246"/>
                    <a:pt x="30938" y="40858"/>
                    <a:pt x="32843" y="40858"/>
                  </a:cubicBezTo>
                  <a:cubicBezTo>
                    <a:pt x="33644" y="40858"/>
                    <a:pt x="34275" y="40573"/>
                    <a:pt x="34582" y="39773"/>
                  </a:cubicBezTo>
                  <a:cubicBezTo>
                    <a:pt x="34748" y="39239"/>
                    <a:pt x="35082" y="38238"/>
                    <a:pt x="35449" y="37004"/>
                  </a:cubicBezTo>
                  <a:cubicBezTo>
                    <a:pt x="35449" y="37004"/>
                    <a:pt x="35449" y="37004"/>
                    <a:pt x="35449" y="36971"/>
                  </a:cubicBezTo>
                  <a:cubicBezTo>
                    <a:pt x="35883" y="35169"/>
                    <a:pt x="36383" y="33268"/>
                    <a:pt x="36917" y="31367"/>
                  </a:cubicBezTo>
                  <a:cubicBezTo>
                    <a:pt x="36917" y="31367"/>
                    <a:pt x="36917" y="31333"/>
                    <a:pt x="36917" y="31333"/>
                  </a:cubicBezTo>
                  <a:cubicBezTo>
                    <a:pt x="37951" y="27697"/>
                    <a:pt x="39051" y="23928"/>
                    <a:pt x="39785" y="20426"/>
                  </a:cubicBezTo>
                  <a:cubicBezTo>
                    <a:pt x="40386" y="17457"/>
                    <a:pt x="42487" y="10051"/>
                    <a:pt x="41620" y="8517"/>
                  </a:cubicBezTo>
                  <a:cubicBezTo>
                    <a:pt x="41086" y="7550"/>
                    <a:pt x="40119" y="6616"/>
                    <a:pt x="38885" y="5782"/>
                  </a:cubicBezTo>
                  <a:cubicBezTo>
                    <a:pt x="33981" y="2513"/>
                    <a:pt x="24808" y="378"/>
                    <a:pt x="19471" y="44"/>
                  </a:cubicBezTo>
                  <a:cubicBezTo>
                    <a:pt x="18985" y="15"/>
                    <a:pt x="18532" y="0"/>
                    <a:pt x="18118" y="0"/>
                  </a:cubicBezTo>
                  <a:close/>
                </a:path>
              </a:pathLst>
            </a:custGeom>
            <a:solidFill>
              <a:srgbClr val="66B888"/>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6"/>
            <p:cNvSpPr/>
            <p:nvPr/>
          </p:nvSpPr>
          <p:spPr>
            <a:xfrm>
              <a:off x="2477075" y="4335800"/>
              <a:ext cx="145825" cy="107075"/>
            </a:xfrm>
            <a:custGeom>
              <a:avLst/>
              <a:gdLst/>
              <a:ahLst/>
              <a:cxnLst/>
              <a:rect l="l" t="t" r="r" b="b"/>
              <a:pathLst>
                <a:path w="5833" h="4283" extrusionOk="0">
                  <a:moveTo>
                    <a:pt x="2795" y="1"/>
                  </a:moveTo>
                  <a:cubicBezTo>
                    <a:pt x="0" y="1"/>
                    <a:pt x="298" y="4283"/>
                    <a:pt x="2797" y="4283"/>
                  </a:cubicBezTo>
                  <a:cubicBezTo>
                    <a:pt x="3014" y="4283"/>
                    <a:pt x="3248" y="4250"/>
                    <a:pt x="3498" y="4180"/>
                  </a:cubicBezTo>
                  <a:cubicBezTo>
                    <a:pt x="5699" y="3546"/>
                    <a:pt x="5833" y="811"/>
                    <a:pt x="3631" y="144"/>
                  </a:cubicBezTo>
                  <a:cubicBezTo>
                    <a:pt x="3431" y="77"/>
                    <a:pt x="3231" y="44"/>
                    <a:pt x="3031" y="10"/>
                  </a:cubicBezTo>
                  <a:cubicBezTo>
                    <a:pt x="2950" y="4"/>
                    <a:pt x="2871" y="1"/>
                    <a:pt x="27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6"/>
            <p:cNvSpPr/>
            <p:nvPr/>
          </p:nvSpPr>
          <p:spPr>
            <a:xfrm>
              <a:off x="2512350" y="4365100"/>
              <a:ext cx="28475" cy="28650"/>
            </a:xfrm>
            <a:custGeom>
              <a:avLst/>
              <a:gdLst/>
              <a:ahLst/>
              <a:cxnLst/>
              <a:rect l="l" t="t" r="r" b="b"/>
              <a:pathLst>
                <a:path w="1139" h="1146" extrusionOk="0">
                  <a:moveTo>
                    <a:pt x="625" y="1"/>
                  </a:moveTo>
                  <a:cubicBezTo>
                    <a:pt x="324" y="1"/>
                    <a:pt x="0" y="210"/>
                    <a:pt x="18" y="540"/>
                  </a:cubicBezTo>
                  <a:cubicBezTo>
                    <a:pt x="18" y="540"/>
                    <a:pt x="18" y="573"/>
                    <a:pt x="18" y="606"/>
                  </a:cubicBezTo>
                  <a:cubicBezTo>
                    <a:pt x="102" y="994"/>
                    <a:pt x="311" y="1146"/>
                    <a:pt x="525" y="1146"/>
                  </a:cubicBezTo>
                  <a:cubicBezTo>
                    <a:pt x="827" y="1146"/>
                    <a:pt x="1139" y="844"/>
                    <a:pt x="1119" y="473"/>
                  </a:cubicBezTo>
                  <a:cubicBezTo>
                    <a:pt x="1104" y="142"/>
                    <a:pt x="872" y="1"/>
                    <a:pt x="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6"/>
            <p:cNvSpPr/>
            <p:nvPr/>
          </p:nvSpPr>
          <p:spPr>
            <a:xfrm>
              <a:off x="2438050" y="4501750"/>
              <a:ext cx="145650" cy="107250"/>
            </a:xfrm>
            <a:custGeom>
              <a:avLst/>
              <a:gdLst/>
              <a:ahLst/>
              <a:cxnLst/>
              <a:rect l="l" t="t" r="r" b="b"/>
              <a:pathLst>
                <a:path w="5826" h="4290" extrusionOk="0">
                  <a:moveTo>
                    <a:pt x="2790" y="1"/>
                  </a:moveTo>
                  <a:cubicBezTo>
                    <a:pt x="0" y="1"/>
                    <a:pt x="290" y="4289"/>
                    <a:pt x="2772" y="4289"/>
                  </a:cubicBezTo>
                  <a:cubicBezTo>
                    <a:pt x="2994" y="4289"/>
                    <a:pt x="3234" y="4255"/>
                    <a:pt x="3491" y="4180"/>
                  </a:cubicBezTo>
                  <a:cubicBezTo>
                    <a:pt x="5692" y="3546"/>
                    <a:pt x="5826" y="811"/>
                    <a:pt x="3624" y="144"/>
                  </a:cubicBezTo>
                  <a:cubicBezTo>
                    <a:pt x="3424" y="77"/>
                    <a:pt x="3224" y="44"/>
                    <a:pt x="3024" y="10"/>
                  </a:cubicBezTo>
                  <a:cubicBezTo>
                    <a:pt x="2944" y="4"/>
                    <a:pt x="2866" y="1"/>
                    <a:pt x="27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6"/>
            <p:cNvSpPr/>
            <p:nvPr/>
          </p:nvSpPr>
          <p:spPr>
            <a:xfrm>
              <a:off x="2377800" y="4674375"/>
              <a:ext cx="145875" cy="107075"/>
            </a:xfrm>
            <a:custGeom>
              <a:avLst/>
              <a:gdLst/>
              <a:ahLst/>
              <a:cxnLst/>
              <a:rect l="l" t="t" r="r" b="b"/>
              <a:pathLst>
                <a:path w="5835" h="4283" extrusionOk="0">
                  <a:moveTo>
                    <a:pt x="2797" y="1"/>
                  </a:moveTo>
                  <a:cubicBezTo>
                    <a:pt x="0" y="1"/>
                    <a:pt x="271" y="4283"/>
                    <a:pt x="2766" y="4283"/>
                  </a:cubicBezTo>
                  <a:cubicBezTo>
                    <a:pt x="2983" y="4283"/>
                    <a:pt x="3216" y="4250"/>
                    <a:pt x="3466" y="4180"/>
                  </a:cubicBezTo>
                  <a:cubicBezTo>
                    <a:pt x="5701" y="3546"/>
                    <a:pt x="5834" y="811"/>
                    <a:pt x="3633" y="144"/>
                  </a:cubicBezTo>
                  <a:cubicBezTo>
                    <a:pt x="3432" y="77"/>
                    <a:pt x="3232" y="10"/>
                    <a:pt x="3032" y="10"/>
                  </a:cubicBezTo>
                  <a:cubicBezTo>
                    <a:pt x="2951" y="4"/>
                    <a:pt x="2873" y="1"/>
                    <a:pt x="2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6"/>
            <p:cNvSpPr/>
            <p:nvPr/>
          </p:nvSpPr>
          <p:spPr>
            <a:xfrm>
              <a:off x="2063300" y="3965150"/>
              <a:ext cx="568775" cy="280850"/>
            </a:xfrm>
            <a:custGeom>
              <a:avLst/>
              <a:gdLst/>
              <a:ahLst/>
              <a:cxnLst/>
              <a:rect l="l" t="t" r="r" b="b"/>
              <a:pathLst>
                <a:path w="22751" h="11234" extrusionOk="0">
                  <a:moveTo>
                    <a:pt x="3843" y="1"/>
                  </a:moveTo>
                  <a:cubicBezTo>
                    <a:pt x="3222" y="1"/>
                    <a:pt x="2728" y="76"/>
                    <a:pt x="2403" y="226"/>
                  </a:cubicBezTo>
                  <a:cubicBezTo>
                    <a:pt x="2303" y="293"/>
                    <a:pt x="2203" y="359"/>
                    <a:pt x="2069" y="493"/>
                  </a:cubicBezTo>
                  <a:cubicBezTo>
                    <a:pt x="1235" y="1260"/>
                    <a:pt x="234" y="3261"/>
                    <a:pt x="1" y="4729"/>
                  </a:cubicBezTo>
                  <a:cubicBezTo>
                    <a:pt x="6072" y="5096"/>
                    <a:pt x="16446" y="7531"/>
                    <a:pt x="21950" y="11234"/>
                  </a:cubicBezTo>
                  <a:cubicBezTo>
                    <a:pt x="22550" y="9499"/>
                    <a:pt x="22751" y="7598"/>
                    <a:pt x="22350" y="6697"/>
                  </a:cubicBezTo>
                  <a:cubicBezTo>
                    <a:pt x="22250" y="6530"/>
                    <a:pt x="22117" y="6330"/>
                    <a:pt x="21917" y="6130"/>
                  </a:cubicBezTo>
                  <a:cubicBezTo>
                    <a:pt x="21416" y="5630"/>
                    <a:pt x="20516" y="5063"/>
                    <a:pt x="19348" y="4496"/>
                  </a:cubicBezTo>
                  <a:cubicBezTo>
                    <a:pt x="15312" y="2461"/>
                    <a:pt x="8274" y="226"/>
                    <a:pt x="4504" y="26"/>
                  </a:cubicBezTo>
                  <a:cubicBezTo>
                    <a:pt x="4271" y="9"/>
                    <a:pt x="4050" y="1"/>
                    <a:pt x="38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6"/>
            <p:cNvSpPr/>
            <p:nvPr/>
          </p:nvSpPr>
          <p:spPr>
            <a:xfrm>
              <a:off x="2037450" y="2782175"/>
              <a:ext cx="1247500" cy="1336250"/>
            </a:xfrm>
            <a:custGeom>
              <a:avLst/>
              <a:gdLst/>
              <a:ahLst/>
              <a:cxnLst/>
              <a:rect l="l" t="t" r="r" b="b"/>
              <a:pathLst>
                <a:path w="49900" h="53450" extrusionOk="0">
                  <a:moveTo>
                    <a:pt x="41279" y="1"/>
                  </a:moveTo>
                  <a:cubicBezTo>
                    <a:pt x="41176" y="1"/>
                    <a:pt x="41071" y="4"/>
                    <a:pt x="40963" y="11"/>
                  </a:cubicBezTo>
                  <a:cubicBezTo>
                    <a:pt x="36861" y="244"/>
                    <a:pt x="32524" y="14388"/>
                    <a:pt x="30423" y="21059"/>
                  </a:cubicBezTo>
                  <a:cubicBezTo>
                    <a:pt x="29956" y="19992"/>
                    <a:pt x="29655" y="18824"/>
                    <a:pt x="28821" y="18024"/>
                  </a:cubicBezTo>
                  <a:cubicBezTo>
                    <a:pt x="27743" y="16945"/>
                    <a:pt x="26910" y="16640"/>
                    <a:pt x="25995" y="16640"/>
                  </a:cubicBezTo>
                  <a:cubicBezTo>
                    <a:pt x="25694" y="16640"/>
                    <a:pt x="25383" y="16673"/>
                    <a:pt x="25052" y="16723"/>
                  </a:cubicBezTo>
                  <a:lnTo>
                    <a:pt x="25019" y="16723"/>
                  </a:lnTo>
                  <a:cubicBezTo>
                    <a:pt x="24452" y="16823"/>
                    <a:pt x="23851" y="16956"/>
                    <a:pt x="23284" y="16990"/>
                  </a:cubicBezTo>
                  <a:cubicBezTo>
                    <a:pt x="22617" y="16990"/>
                    <a:pt x="22017" y="16890"/>
                    <a:pt x="21550" y="16456"/>
                  </a:cubicBezTo>
                  <a:cubicBezTo>
                    <a:pt x="20404" y="15374"/>
                    <a:pt x="19288" y="14079"/>
                    <a:pt x="17971" y="14079"/>
                  </a:cubicBezTo>
                  <a:cubicBezTo>
                    <a:pt x="17908" y="14079"/>
                    <a:pt x="17844" y="14082"/>
                    <a:pt x="17780" y="14088"/>
                  </a:cubicBezTo>
                  <a:cubicBezTo>
                    <a:pt x="17280" y="14121"/>
                    <a:pt x="16846" y="14288"/>
                    <a:pt x="16413" y="14521"/>
                  </a:cubicBezTo>
                  <a:cubicBezTo>
                    <a:pt x="15579" y="15222"/>
                    <a:pt x="14878" y="15655"/>
                    <a:pt x="14244" y="15922"/>
                  </a:cubicBezTo>
                  <a:cubicBezTo>
                    <a:pt x="13724" y="16138"/>
                    <a:pt x="13266" y="16225"/>
                    <a:pt x="12851" y="16225"/>
                  </a:cubicBezTo>
                  <a:cubicBezTo>
                    <a:pt x="11081" y="16225"/>
                    <a:pt x="10115" y="14629"/>
                    <a:pt x="8615" y="14629"/>
                  </a:cubicBezTo>
                  <a:cubicBezTo>
                    <a:pt x="8079" y="14629"/>
                    <a:pt x="7474" y="14834"/>
                    <a:pt x="6739" y="15389"/>
                  </a:cubicBezTo>
                  <a:cubicBezTo>
                    <a:pt x="2036" y="18858"/>
                    <a:pt x="1" y="29065"/>
                    <a:pt x="301" y="37504"/>
                  </a:cubicBezTo>
                  <a:cubicBezTo>
                    <a:pt x="435" y="41307"/>
                    <a:pt x="1669" y="45210"/>
                    <a:pt x="3103" y="47812"/>
                  </a:cubicBezTo>
                  <a:cubicBezTo>
                    <a:pt x="3237" y="47678"/>
                    <a:pt x="3337" y="47612"/>
                    <a:pt x="3437" y="47545"/>
                  </a:cubicBezTo>
                  <a:cubicBezTo>
                    <a:pt x="3762" y="47395"/>
                    <a:pt x="4256" y="47320"/>
                    <a:pt x="4877" y="47320"/>
                  </a:cubicBezTo>
                  <a:cubicBezTo>
                    <a:pt x="5084" y="47320"/>
                    <a:pt x="5305" y="47328"/>
                    <a:pt x="5538" y="47345"/>
                  </a:cubicBezTo>
                  <a:cubicBezTo>
                    <a:pt x="9308" y="47545"/>
                    <a:pt x="16346" y="49780"/>
                    <a:pt x="20382" y="51815"/>
                  </a:cubicBezTo>
                  <a:cubicBezTo>
                    <a:pt x="21550" y="52382"/>
                    <a:pt x="22450" y="52949"/>
                    <a:pt x="22951" y="53449"/>
                  </a:cubicBezTo>
                  <a:cubicBezTo>
                    <a:pt x="23718" y="52949"/>
                    <a:pt x="24452" y="52315"/>
                    <a:pt x="25186" y="51648"/>
                  </a:cubicBezTo>
                  <a:cubicBezTo>
                    <a:pt x="29856" y="49746"/>
                    <a:pt x="34759" y="46477"/>
                    <a:pt x="37328" y="42908"/>
                  </a:cubicBezTo>
                  <a:cubicBezTo>
                    <a:pt x="40230" y="39072"/>
                    <a:pt x="39996" y="33535"/>
                    <a:pt x="37127" y="31200"/>
                  </a:cubicBezTo>
                  <a:cubicBezTo>
                    <a:pt x="37661" y="29799"/>
                    <a:pt x="38195" y="28331"/>
                    <a:pt x="38729" y="26797"/>
                  </a:cubicBezTo>
                  <a:cubicBezTo>
                    <a:pt x="39948" y="23335"/>
                    <a:pt x="49899" y="1"/>
                    <a:pt x="41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6"/>
            <p:cNvSpPr/>
            <p:nvPr/>
          </p:nvSpPr>
          <p:spPr>
            <a:xfrm>
              <a:off x="2978975" y="2838825"/>
              <a:ext cx="143450" cy="158825"/>
            </a:xfrm>
            <a:custGeom>
              <a:avLst/>
              <a:gdLst/>
              <a:ahLst/>
              <a:cxnLst/>
              <a:rect l="l" t="t" r="r" b="b"/>
              <a:pathLst>
                <a:path w="5738" h="6353" extrusionOk="0">
                  <a:moveTo>
                    <a:pt x="3303" y="0"/>
                  </a:moveTo>
                  <a:cubicBezTo>
                    <a:pt x="2384" y="0"/>
                    <a:pt x="1660" y="709"/>
                    <a:pt x="1234" y="1481"/>
                  </a:cubicBezTo>
                  <a:cubicBezTo>
                    <a:pt x="734" y="2315"/>
                    <a:pt x="0" y="4083"/>
                    <a:pt x="334" y="4750"/>
                  </a:cubicBezTo>
                  <a:cubicBezTo>
                    <a:pt x="789" y="5725"/>
                    <a:pt x="2576" y="6352"/>
                    <a:pt x="3654" y="6352"/>
                  </a:cubicBezTo>
                  <a:cubicBezTo>
                    <a:pt x="3682" y="6352"/>
                    <a:pt x="3709" y="6352"/>
                    <a:pt x="3736" y="6351"/>
                  </a:cubicBezTo>
                  <a:cubicBezTo>
                    <a:pt x="4170" y="6351"/>
                    <a:pt x="4470" y="6284"/>
                    <a:pt x="4703" y="6084"/>
                  </a:cubicBezTo>
                  <a:cubicBezTo>
                    <a:pt x="5204" y="5651"/>
                    <a:pt x="5404" y="4416"/>
                    <a:pt x="5471" y="3716"/>
                  </a:cubicBezTo>
                  <a:cubicBezTo>
                    <a:pt x="5604" y="2382"/>
                    <a:pt x="5738" y="814"/>
                    <a:pt x="4036" y="147"/>
                  </a:cubicBezTo>
                  <a:cubicBezTo>
                    <a:pt x="3781" y="46"/>
                    <a:pt x="3536" y="0"/>
                    <a:pt x="3303" y="0"/>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6"/>
            <p:cNvSpPr/>
            <p:nvPr/>
          </p:nvSpPr>
          <p:spPr>
            <a:xfrm>
              <a:off x="2987300" y="2943550"/>
              <a:ext cx="113450" cy="54100"/>
            </a:xfrm>
            <a:custGeom>
              <a:avLst/>
              <a:gdLst/>
              <a:ahLst/>
              <a:cxnLst/>
              <a:rect l="l" t="t" r="r" b="b"/>
              <a:pathLst>
                <a:path w="4538" h="2164" extrusionOk="0">
                  <a:moveTo>
                    <a:pt x="1165" y="1"/>
                  </a:moveTo>
                  <a:cubicBezTo>
                    <a:pt x="660" y="1"/>
                    <a:pt x="206" y="151"/>
                    <a:pt x="1" y="594"/>
                  </a:cubicBezTo>
                  <a:cubicBezTo>
                    <a:pt x="488" y="1537"/>
                    <a:pt x="2276" y="2163"/>
                    <a:pt x="3324" y="2163"/>
                  </a:cubicBezTo>
                  <a:cubicBezTo>
                    <a:pt x="3351" y="2163"/>
                    <a:pt x="3377" y="2163"/>
                    <a:pt x="3403" y="2162"/>
                  </a:cubicBezTo>
                  <a:cubicBezTo>
                    <a:pt x="3837" y="2162"/>
                    <a:pt x="4137" y="2095"/>
                    <a:pt x="4370" y="1895"/>
                  </a:cubicBezTo>
                  <a:cubicBezTo>
                    <a:pt x="4437" y="1828"/>
                    <a:pt x="4471" y="1762"/>
                    <a:pt x="4537" y="1695"/>
                  </a:cubicBezTo>
                  <a:cubicBezTo>
                    <a:pt x="4104" y="1128"/>
                    <a:pt x="3436" y="661"/>
                    <a:pt x="2769" y="361"/>
                  </a:cubicBezTo>
                  <a:cubicBezTo>
                    <a:pt x="2349" y="185"/>
                    <a:pt x="1725" y="1"/>
                    <a:pt x="1165" y="1"/>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0F6DA729-8D1A-FBB1-C2A2-29F22830FC2E}"/>
              </a:ext>
            </a:extLst>
          </p:cNvPr>
          <p:cNvSpPr txBox="1"/>
          <p:nvPr/>
        </p:nvSpPr>
        <p:spPr>
          <a:xfrm>
            <a:off x="512604" y="3045961"/>
            <a:ext cx="8341230" cy="1015663"/>
          </a:xfrm>
          <a:prstGeom prst="rect">
            <a:avLst/>
          </a:prstGeom>
          <a:noFill/>
        </p:spPr>
        <p:txBody>
          <a:bodyPr wrap="square">
            <a:spAutoFit/>
          </a:bodyPr>
          <a:lstStyle/>
          <a:p>
            <a:r>
              <a:rPr lang="en-US" sz="2000" b="1" dirty="0">
                <a:solidFill>
                  <a:schemeClr val="accent3"/>
                </a:solidFill>
                <a:latin typeface="Ubuntu"/>
                <a:sym typeface="Ubuntu"/>
              </a:rPr>
              <a:t>Key question</a:t>
            </a:r>
            <a:r>
              <a:rPr lang="en-US" sz="2000" dirty="0">
                <a:solidFill>
                  <a:schemeClr val="accent3"/>
                </a:solidFill>
                <a:latin typeface="Ubuntu"/>
                <a:sym typeface="Ubuntu"/>
              </a:rPr>
              <a:t>: Can financial statement data and predictive analytics help us forecast the probability of bankruptcy years in advance, so stakeholders can take action before failure happens?</a:t>
            </a:r>
          </a:p>
        </p:txBody>
      </p:sp>
      <p:sp>
        <p:nvSpPr>
          <p:cNvPr id="20" name="Rectangle 3">
            <a:extLst>
              <a:ext uri="{FF2B5EF4-FFF2-40B4-BE49-F238E27FC236}">
                <a16:creationId xmlns:a16="http://schemas.microsoft.com/office/drawing/2014/main" id="{200C62BD-5F0F-6060-A359-B4BA58E8A7DC}"/>
              </a:ext>
            </a:extLst>
          </p:cNvPr>
          <p:cNvSpPr>
            <a:spLocks noChangeArrowheads="1"/>
          </p:cNvSpPr>
          <p:nvPr/>
        </p:nvSpPr>
        <p:spPr bwMode="auto">
          <a:xfrm>
            <a:off x="443517" y="1039040"/>
            <a:ext cx="7875874" cy="1697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US" sz="1800" dirty="0">
                <a:solidFill>
                  <a:schemeClr val="accent3"/>
                </a:solidFill>
                <a:latin typeface="Ubuntu"/>
              </a:rPr>
              <a:t>Background:</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dirty="0">
                <a:solidFill>
                  <a:schemeClr val="accent3"/>
                </a:solidFill>
                <a:latin typeface="Ubuntu"/>
              </a:rPr>
              <a:t>Rising economic volatility → firms face debt, profit decline, macro shocks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dirty="0">
                <a:solidFill>
                  <a:schemeClr val="accent3"/>
                </a:solidFill>
                <a:latin typeface="Ubuntu"/>
              </a:rPr>
              <a:t>Traditional analysis: subjective, lagging, poor in early risk detection</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dirty="0">
                <a:solidFill>
                  <a:schemeClr val="accent3"/>
                </a:solidFill>
                <a:latin typeface="Ubuntu"/>
              </a:rPr>
              <a:t>Bankruptcy affects creditors, investors, employees, market stability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42"/>
          <p:cNvSpPr txBox="1">
            <a:spLocks noGrp="1"/>
          </p:cNvSpPr>
          <p:nvPr>
            <p:ph type="title"/>
          </p:nvPr>
        </p:nvSpPr>
        <p:spPr>
          <a:xfrm>
            <a:off x="194350" y="46497"/>
            <a:ext cx="5021593" cy="961901"/>
          </a:xfrm>
          <a:prstGeom prst="rect">
            <a:avLst/>
          </a:prstGeom>
        </p:spPr>
        <p:txBody>
          <a:bodyPr spcFirstLastPara="1" wrap="square" lIns="91425" tIns="91425" rIns="91425" bIns="91425" anchor="ctr" anchorCtr="0">
            <a:noAutofit/>
          </a:bodyPr>
          <a:lstStyle/>
          <a:p>
            <a:pPr lvl="0" algn="l"/>
            <a:r>
              <a:rPr lang="en-US" sz="4400" dirty="0"/>
              <a:t>Data Set Information</a:t>
            </a:r>
            <a:endParaRPr sz="4400" dirty="0"/>
          </a:p>
        </p:txBody>
      </p:sp>
      <p:sp>
        <p:nvSpPr>
          <p:cNvPr id="873" name="Google Shape;873;p42"/>
          <p:cNvSpPr txBox="1">
            <a:spLocks noGrp="1"/>
          </p:cNvSpPr>
          <p:nvPr>
            <p:ph type="subTitle" idx="1"/>
          </p:nvPr>
        </p:nvSpPr>
        <p:spPr>
          <a:xfrm>
            <a:off x="229642" y="433068"/>
            <a:ext cx="8712857" cy="4189424"/>
          </a:xfrm>
          <a:prstGeom prst="rect">
            <a:avLst/>
          </a:prstGeom>
        </p:spPr>
        <p:txBody>
          <a:bodyPr spcFirstLastPara="1" wrap="square" lIns="91425" tIns="91425" rIns="91425" bIns="91425" anchor="ctr" anchorCtr="0">
            <a:noAutofit/>
          </a:bodyPr>
          <a:lstStyle/>
          <a:p>
            <a:pPr marL="0" indent="0" algn="l"/>
            <a:r>
              <a:rPr lang="en-US" dirty="0"/>
              <a:t>• From </a:t>
            </a:r>
            <a:r>
              <a:rPr lang="en-US" dirty="0" err="1"/>
              <a:t>kaggle</a:t>
            </a:r>
            <a:r>
              <a:rPr lang="en-US" dirty="0"/>
              <a:t> </a:t>
            </a:r>
            <a:r>
              <a:rPr lang="en-US" b="1" u="sng" dirty="0"/>
              <a:t>US Company Bankruptcy Prediction Dataset</a:t>
            </a:r>
            <a:endParaRPr lang="en-US" dirty="0"/>
          </a:p>
          <a:p>
            <a:pPr marL="0" lvl="0" indent="0" algn="l"/>
            <a:r>
              <a:rPr lang="en-US" dirty="0"/>
              <a:t> • The goal is to develop accurate bankruptcy prediction models for U.S. public companies listed on NYSE and NASDAQ using accounting-based features. The binary classification task predicts whether a company will file for </a:t>
            </a:r>
            <a:r>
              <a:rPr lang="en-US" b="1" dirty="0"/>
              <a:t>bankruptcy</a:t>
            </a:r>
            <a:r>
              <a:rPr lang="en-US" dirty="0"/>
              <a:t> in the following fiscal year (</a:t>
            </a:r>
            <a:r>
              <a:rPr lang="en-US" b="1" dirty="0"/>
              <a:t>label = 1</a:t>
            </a:r>
            <a:r>
              <a:rPr lang="en-US" dirty="0"/>
              <a:t>) or continue </a:t>
            </a:r>
            <a:r>
              <a:rPr lang="en-US" b="1" dirty="0"/>
              <a:t>normal operations </a:t>
            </a:r>
            <a:r>
              <a:rPr lang="en-US" dirty="0"/>
              <a:t>(</a:t>
            </a:r>
            <a:r>
              <a:rPr lang="en-US" b="1" dirty="0"/>
              <a:t>label = 0</a:t>
            </a:r>
            <a:r>
              <a:rPr lang="en-US" dirty="0"/>
              <a:t>), based on financial data from the prior fiscal year. </a:t>
            </a:r>
          </a:p>
          <a:p>
            <a:pPr marL="0" indent="0" algn="l"/>
            <a:r>
              <a:rPr lang="en-US" dirty="0"/>
              <a:t>• The dataset contains 78,682 firm-year observations (8,262 unique companies) from 1999–2018, with no missing or imputed values.</a:t>
            </a:r>
          </a:p>
          <a:p>
            <a:pPr marL="0" lvl="0" indent="0" algn="l"/>
            <a:endParaRPr lang="en-US" dirty="0"/>
          </a:p>
          <a:p>
            <a:pPr marL="0" lvl="0" indent="0" algn="l"/>
            <a:r>
              <a:rPr lang="en-US" dirty="0"/>
              <a:t>The data from </a:t>
            </a:r>
            <a:r>
              <a:rPr lang="en-US" b="1" dirty="0"/>
              <a:t>2013–2018 </a:t>
            </a:r>
            <a:r>
              <a:rPr lang="en-US" dirty="0"/>
              <a:t>is selected , giving me </a:t>
            </a:r>
            <a:r>
              <a:rPr lang="en-US" b="1" dirty="0"/>
              <a:t>19,270 clean and reliable observations</a:t>
            </a:r>
            <a:endParaRPr lang="en-US" dirty="0"/>
          </a:p>
          <a:p>
            <a:pPr marL="0" lvl="0" indent="0" algn="l"/>
            <a:r>
              <a:rPr lang="en-US" dirty="0"/>
              <a:t> • 18674	(65.5%)	are alive</a:t>
            </a:r>
          </a:p>
          <a:p>
            <a:pPr marL="0" lvl="0" indent="0" algn="l"/>
            <a:r>
              <a:rPr lang="en-US" dirty="0"/>
              <a:t> • 596	(34.5%)	are failed</a:t>
            </a:r>
          </a:p>
          <a:p>
            <a:pPr marL="0" lvl="0" indent="0" algn="l"/>
            <a:r>
              <a:rPr lang="en-US" dirty="0"/>
              <a:t> • The dataset contains 18 variables and doesn’t include the variable name</a:t>
            </a:r>
          </a:p>
          <a:p>
            <a:pPr marL="0" lvl="0" indent="0" algn="l"/>
            <a:endParaRPr dirty="0"/>
          </a:p>
        </p:txBody>
      </p:sp>
      <p:grpSp>
        <p:nvGrpSpPr>
          <p:cNvPr id="875" name="Google Shape;875;p42"/>
          <p:cNvGrpSpPr/>
          <p:nvPr/>
        </p:nvGrpSpPr>
        <p:grpSpPr>
          <a:xfrm>
            <a:off x="-60101" y="4237150"/>
            <a:ext cx="1131185" cy="964990"/>
            <a:chOff x="-379917" y="1016424"/>
            <a:chExt cx="4279963" cy="3717783"/>
          </a:xfrm>
        </p:grpSpPr>
        <p:grpSp>
          <p:nvGrpSpPr>
            <p:cNvPr id="876" name="Google Shape;876;p42"/>
            <p:cNvGrpSpPr/>
            <p:nvPr/>
          </p:nvGrpSpPr>
          <p:grpSpPr>
            <a:xfrm>
              <a:off x="355433" y="1016424"/>
              <a:ext cx="3544613" cy="2356911"/>
              <a:chOff x="1543464" y="457651"/>
              <a:chExt cx="3028548" cy="2013765"/>
            </a:xfrm>
          </p:grpSpPr>
          <p:grpSp>
            <p:nvGrpSpPr>
              <p:cNvPr id="877" name="Google Shape;877;p42"/>
              <p:cNvGrpSpPr/>
              <p:nvPr/>
            </p:nvGrpSpPr>
            <p:grpSpPr>
              <a:xfrm>
                <a:off x="1543464" y="457651"/>
                <a:ext cx="3028548" cy="2013765"/>
                <a:chOff x="2864300" y="705475"/>
                <a:chExt cx="2630775" cy="1749275"/>
              </a:xfrm>
            </p:grpSpPr>
            <p:sp>
              <p:nvSpPr>
                <p:cNvPr id="878" name="Google Shape;878;p42"/>
                <p:cNvSpPr/>
                <p:nvPr/>
              </p:nvSpPr>
              <p:spPr>
                <a:xfrm>
                  <a:off x="3584675" y="957000"/>
                  <a:ext cx="1384550" cy="1385300"/>
                </a:xfrm>
                <a:custGeom>
                  <a:avLst/>
                  <a:gdLst/>
                  <a:ahLst/>
                  <a:cxnLst/>
                  <a:rect l="l" t="t" r="r" b="b"/>
                  <a:pathLst>
                    <a:path w="55382" h="55412" extrusionOk="0">
                      <a:moveTo>
                        <a:pt x="27691" y="0"/>
                      </a:moveTo>
                      <a:cubicBezTo>
                        <a:pt x="12402" y="0"/>
                        <a:pt x="1" y="12402"/>
                        <a:pt x="1" y="27691"/>
                      </a:cubicBezTo>
                      <a:cubicBezTo>
                        <a:pt x="1" y="43010"/>
                        <a:pt x="12402" y="55411"/>
                        <a:pt x="27691" y="55411"/>
                      </a:cubicBezTo>
                      <a:cubicBezTo>
                        <a:pt x="42980" y="55411"/>
                        <a:pt x="55382" y="43010"/>
                        <a:pt x="55382" y="27691"/>
                      </a:cubicBezTo>
                      <a:cubicBezTo>
                        <a:pt x="55382" y="12402"/>
                        <a:pt x="42980" y="0"/>
                        <a:pt x="27691"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2"/>
                <p:cNvSpPr/>
                <p:nvPr/>
              </p:nvSpPr>
              <p:spPr>
                <a:xfrm>
                  <a:off x="3521600" y="957000"/>
                  <a:ext cx="1385325" cy="1385300"/>
                </a:xfrm>
                <a:custGeom>
                  <a:avLst/>
                  <a:gdLst/>
                  <a:ahLst/>
                  <a:cxnLst/>
                  <a:rect l="l" t="t" r="r" b="b"/>
                  <a:pathLst>
                    <a:path w="55413" h="55412" extrusionOk="0">
                      <a:moveTo>
                        <a:pt x="27722" y="0"/>
                      </a:moveTo>
                      <a:cubicBezTo>
                        <a:pt x="12402" y="0"/>
                        <a:pt x="1" y="12402"/>
                        <a:pt x="1" y="27691"/>
                      </a:cubicBezTo>
                      <a:cubicBezTo>
                        <a:pt x="1" y="43010"/>
                        <a:pt x="12402" y="55411"/>
                        <a:pt x="27722" y="55411"/>
                      </a:cubicBezTo>
                      <a:cubicBezTo>
                        <a:pt x="43011" y="55411"/>
                        <a:pt x="55412" y="43010"/>
                        <a:pt x="55412" y="27691"/>
                      </a:cubicBezTo>
                      <a:cubicBezTo>
                        <a:pt x="55412" y="12402"/>
                        <a:pt x="43011" y="0"/>
                        <a:pt x="27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2"/>
                <p:cNvSpPr/>
                <p:nvPr/>
              </p:nvSpPr>
              <p:spPr>
                <a:xfrm>
                  <a:off x="3691825" y="1127200"/>
                  <a:ext cx="1044875" cy="1044875"/>
                </a:xfrm>
                <a:custGeom>
                  <a:avLst/>
                  <a:gdLst/>
                  <a:ahLst/>
                  <a:cxnLst/>
                  <a:rect l="l" t="t" r="r" b="b"/>
                  <a:pathLst>
                    <a:path w="41795" h="41795" extrusionOk="0">
                      <a:moveTo>
                        <a:pt x="20913" y="1"/>
                      </a:moveTo>
                      <a:cubicBezTo>
                        <a:pt x="9362" y="1"/>
                        <a:pt x="0" y="9363"/>
                        <a:pt x="0" y="20883"/>
                      </a:cubicBezTo>
                      <a:cubicBezTo>
                        <a:pt x="0" y="32433"/>
                        <a:pt x="9362" y="41795"/>
                        <a:pt x="20913" y="41795"/>
                      </a:cubicBezTo>
                      <a:cubicBezTo>
                        <a:pt x="32433" y="41795"/>
                        <a:pt x="41795" y="32433"/>
                        <a:pt x="41795" y="20883"/>
                      </a:cubicBezTo>
                      <a:cubicBezTo>
                        <a:pt x="41795" y="9363"/>
                        <a:pt x="32433" y="1"/>
                        <a:pt x="209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2"/>
                <p:cNvSpPr/>
                <p:nvPr/>
              </p:nvSpPr>
              <p:spPr>
                <a:xfrm>
                  <a:off x="3835450" y="1270075"/>
                  <a:ext cx="757625" cy="758375"/>
                </a:xfrm>
                <a:custGeom>
                  <a:avLst/>
                  <a:gdLst/>
                  <a:ahLst/>
                  <a:cxnLst/>
                  <a:rect l="l" t="t" r="r" b="b"/>
                  <a:pathLst>
                    <a:path w="30305" h="30335" extrusionOk="0">
                      <a:moveTo>
                        <a:pt x="15168" y="0"/>
                      </a:moveTo>
                      <a:cubicBezTo>
                        <a:pt x="6779" y="0"/>
                        <a:pt x="0" y="6809"/>
                        <a:pt x="0" y="15168"/>
                      </a:cubicBezTo>
                      <a:cubicBezTo>
                        <a:pt x="0" y="23557"/>
                        <a:pt x="6779" y="30335"/>
                        <a:pt x="15168" y="30335"/>
                      </a:cubicBezTo>
                      <a:cubicBezTo>
                        <a:pt x="23527" y="30335"/>
                        <a:pt x="30305" y="23557"/>
                        <a:pt x="30305" y="15168"/>
                      </a:cubicBezTo>
                      <a:cubicBezTo>
                        <a:pt x="30305" y="6809"/>
                        <a:pt x="23527" y="0"/>
                        <a:pt x="15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2"/>
                <p:cNvSpPr/>
                <p:nvPr/>
              </p:nvSpPr>
              <p:spPr>
                <a:xfrm>
                  <a:off x="3992750" y="1428125"/>
                  <a:ext cx="443025" cy="442275"/>
                </a:xfrm>
                <a:custGeom>
                  <a:avLst/>
                  <a:gdLst/>
                  <a:ahLst/>
                  <a:cxnLst/>
                  <a:rect l="l" t="t" r="r" b="b"/>
                  <a:pathLst>
                    <a:path w="17721" h="17691" extrusionOk="0">
                      <a:moveTo>
                        <a:pt x="8876" y="0"/>
                      </a:moveTo>
                      <a:cubicBezTo>
                        <a:pt x="3982" y="0"/>
                        <a:pt x="0" y="3952"/>
                        <a:pt x="0" y="8846"/>
                      </a:cubicBezTo>
                      <a:cubicBezTo>
                        <a:pt x="0" y="13739"/>
                        <a:pt x="3982" y="17691"/>
                        <a:pt x="8876" y="17691"/>
                      </a:cubicBezTo>
                      <a:cubicBezTo>
                        <a:pt x="13739" y="17691"/>
                        <a:pt x="17721" y="13739"/>
                        <a:pt x="17721" y="8846"/>
                      </a:cubicBezTo>
                      <a:cubicBezTo>
                        <a:pt x="17721" y="3952"/>
                        <a:pt x="13739" y="0"/>
                        <a:pt x="8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2"/>
                <p:cNvSpPr/>
                <p:nvPr/>
              </p:nvSpPr>
              <p:spPr>
                <a:xfrm>
                  <a:off x="4070250" y="1513225"/>
                  <a:ext cx="271300" cy="272075"/>
                </a:xfrm>
                <a:custGeom>
                  <a:avLst/>
                  <a:gdLst/>
                  <a:ahLst/>
                  <a:cxnLst/>
                  <a:rect l="l" t="t" r="r" b="b"/>
                  <a:pathLst>
                    <a:path w="10852" h="10883" extrusionOk="0">
                      <a:moveTo>
                        <a:pt x="5411" y="1"/>
                      </a:moveTo>
                      <a:cubicBezTo>
                        <a:pt x="2432" y="1"/>
                        <a:pt x="1" y="2463"/>
                        <a:pt x="1" y="5442"/>
                      </a:cubicBezTo>
                      <a:cubicBezTo>
                        <a:pt x="1" y="8451"/>
                        <a:pt x="2432" y="10882"/>
                        <a:pt x="5411" y="10882"/>
                      </a:cubicBezTo>
                      <a:cubicBezTo>
                        <a:pt x="8420" y="10882"/>
                        <a:pt x="10852" y="8451"/>
                        <a:pt x="10852" y="5442"/>
                      </a:cubicBezTo>
                      <a:cubicBezTo>
                        <a:pt x="10852" y="2463"/>
                        <a:pt x="8420" y="1"/>
                        <a:pt x="5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2"/>
                <p:cNvSpPr/>
                <p:nvPr/>
              </p:nvSpPr>
              <p:spPr>
                <a:xfrm>
                  <a:off x="2966875" y="2179650"/>
                  <a:ext cx="330600" cy="275100"/>
                </a:xfrm>
                <a:custGeom>
                  <a:avLst/>
                  <a:gdLst/>
                  <a:ahLst/>
                  <a:cxnLst/>
                  <a:rect l="l" t="t" r="r" b="b"/>
                  <a:pathLst>
                    <a:path w="13224" h="11004" extrusionOk="0">
                      <a:moveTo>
                        <a:pt x="9424" y="1"/>
                      </a:moveTo>
                      <a:lnTo>
                        <a:pt x="1" y="5350"/>
                      </a:lnTo>
                      <a:lnTo>
                        <a:pt x="5533" y="6049"/>
                      </a:lnTo>
                      <a:lnTo>
                        <a:pt x="3041" y="11004"/>
                      </a:lnTo>
                      <a:lnTo>
                        <a:pt x="12463" y="5624"/>
                      </a:lnTo>
                      <a:lnTo>
                        <a:pt x="13223" y="1551"/>
                      </a:lnTo>
                      <a:lnTo>
                        <a:pt x="94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2"/>
                <p:cNvSpPr/>
                <p:nvPr/>
              </p:nvSpPr>
              <p:spPr>
                <a:xfrm>
                  <a:off x="3091500" y="1892425"/>
                  <a:ext cx="772075" cy="443025"/>
                </a:xfrm>
                <a:custGeom>
                  <a:avLst/>
                  <a:gdLst/>
                  <a:ahLst/>
                  <a:cxnLst/>
                  <a:rect l="l" t="t" r="r" b="b"/>
                  <a:pathLst>
                    <a:path w="30883" h="17721" fill="none" extrusionOk="0">
                      <a:moveTo>
                        <a:pt x="1" y="17721"/>
                      </a:moveTo>
                      <a:lnTo>
                        <a:pt x="30883" y="0"/>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2"/>
                <p:cNvSpPr/>
                <p:nvPr/>
              </p:nvSpPr>
              <p:spPr>
                <a:xfrm>
                  <a:off x="5185775" y="705475"/>
                  <a:ext cx="309300" cy="300175"/>
                </a:xfrm>
                <a:custGeom>
                  <a:avLst/>
                  <a:gdLst/>
                  <a:ahLst/>
                  <a:cxnLst/>
                  <a:rect l="l" t="t" r="r" b="b"/>
                  <a:pathLst>
                    <a:path w="12372" h="12007" extrusionOk="0">
                      <a:moveTo>
                        <a:pt x="8329" y="0"/>
                      </a:moveTo>
                      <a:lnTo>
                        <a:pt x="61" y="6991"/>
                      </a:lnTo>
                      <a:lnTo>
                        <a:pt x="0" y="11155"/>
                      </a:lnTo>
                      <a:lnTo>
                        <a:pt x="4073" y="12006"/>
                      </a:lnTo>
                      <a:lnTo>
                        <a:pt x="12371" y="5016"/>
                      </a:lnTo>
                      <a:lnTo>
                        <a:pt x="6839" y="5350"/>
                      </a:lnTo>
                      <a:lnTo>
                        <a:pt x="83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2"/>
                <p:cNvSpPr/>
                <p:nvPr/>
              </p:nvSpPr>
              <p:spPr>
                <a:xfrm>
                  <a:off x="4689575" y="831600"/>
                  <a:ext cx="678600" cy="574500"/>
                </a:xfrm>
                <a:custGeom>
                  <a:avLst/>
                  <a:gdLst/>
                  <a:ahLst/>
                  <a:cxnLst/>
                  <a:rect l="l" t="t" r="r" b="b"/>
                  <a:pathLst>
                    <a:path w="27144" h="22980" fill="none" extrusionOk="0">
                      <a:moveTo>
                        <a:pt x="27143" y="1"/>
                      </a:moveTo>
                      <a:lnTo>
                        <a:pt x="0" y="22980"/>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2"/>
                <p:cNvSpPr/>
                <p:nvPr/>
              </p:nvSpPr>
              <p:spPr>
                <a:xfrm>
                  <a:off x="2864300" y="731300"/>
                  <a:ext cx="329050" cy="278150"/>
                </a:xfrm>
                <a:custGeom>
                  <a:avLst/>
                  <a:gdLst/>
                  <a:ahLst/>
                  <a:cxnLst/>
                  <a:rect l="l" t="t" r="r" b="b"/>
                  <a:pathLst>
                    <a:path w="13162" h="11126" extrusionOk="0">
                      <a:moveTo>
                        <a:pt x="3557" y="1"/>
                      </a:moveTo>
                      <a:lnTo>
                        <a:pt x="5563" y="5168"/>
                      </a:lnTo>
                      <a:lnTo>
                        <a:pt x="1" y="5320"/>
                      </a:lnTo>
                      <a:lnTo>
                        <a:pt x="9210" y="11125"/>
                      </a:lnTo>
                      <a:lnTo>
                        <a:pt x="13162" y="9818"/>
                      </a:lnTo>
                      <a:lnTo>
                        <a:pt x="12736" y="5715"/>
                      </a:lnTo>
                      <a:lnTo>
                        <a:pt x="35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2"/>
                <p:cNvSpPr/>
                <p:nvPr/>
              </p:nvSpPr>
              <p:spPr>
                <a:xfrm>
                  <a:off x="2991975" y="850600"/>
                  <a:ext cx="756100" cy="471175"/>
                </a:xfrm>
                <a:custGeom>
                  <a:avLst/>
                  <a:gdLst/>
                  <a:ahLst/>
                  <a:cxnLst/>
                  <a:rect l="l" t="t" r="r" b="b"/>
                  <a:pathLst>
                    <a:path w="30244" h="18847" fill="none" extrusionOk="0">
                      <a:moveTo>
                        <a:pt x="0" y="1"/>
                      </a:moveTo>
                      <a:lnTo>
                        <a:pt x="30244" y="18846"/>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0" name="Google Shape;890;p42"/>
              <p:cNvSpPr/>
              <p:nvPr/>
            </p:nvSpPr>
            <p:spPr>
              <a:xfrm>
                <a:off x="3028099" y="1465528"/>
                <a:ext cx="127559" cy="166650"/>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42"/>
            <p:cNvGrpSpPr/>
            <p:nvPr/>
          </p:nvGrpSpPr>
          <p:grpSpPr>
            <a:xfrm flipH="1">
              <a:off x="-379917" y="3332855"/>
              <a:ext cx="4070171" cy="1401352"/>
              <a:chOff x="1638140" y="3490600"/>
              <a:chExt cx="3431847" cy="1181578"/>
            </a:xfrm>
          </p:grpSpPr>
          <p:sp>
            <p:nvSpPr>
              <p:cNvPr id="892" name="Google Shape;892;p42"/>
              <p:cNvSpPr/>
              <p:nvPr/>
            </p:nvSpPr>
            <p:spPr>
              <a:xfrm>
                <a:off x="2371519" y="3526632"/>
                <a:ext cx="360458" cy="322829"/>
              </a:xfrm>
              <a:custGeom>
                <a:avLst/>
                <a:gdLst/>
                <a:ahLst/>
                <a:cxnLst/>
                <a:rect l="l" t="t" r="r" b="b"/>
                <a:pathLst>
                  <a:path w="7673" h="6872" extrusionOk="0">
                    <a:moveTo>
                      <a:pt x="7673" y="4237"/>
                    </a:moveTo>
                    <a:cubicBezTo>
                      <a:pt x="6639" y="3169"/>
                      <a:pt x="3070" y="0"/>
                      <a:pt x="1635" y="100"/>
                    </a:cubicBezTo>
                    <a:cubicBezTo>
                      <a:pt x="134" y="267"/>
                      <a:pt x="1" y="1501"/>
                      <a:pt x="168" y="1835"/>
                    </a:cubicBezTo>
                    <a:cubicBezTo>
                      <a:pt x="334" y="2169"/>
                      <a:pt x="6505" y="6872"/>
                      <a:pt x="6672" y="6572"/>
                    </a:cubicBezTo>
                    <a:cubicBezTo>
                      <a:pt x="6839" y="6272"/>
                      <a:pt x="7573" y="4170"/>
                      <a:pt x="7573" y="417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2"/>
              <p:cNvSpPr/>
              <p:nvPr/>
            </p:nvSpPr>
            <p:spPr>
              <a:xfrm>
                <a:off x="1928043" y="3490600"/>
                <a:ext cx="771042" cy="423126"/>
              </a:xfrm>
              <a:custGeom>
                <a:avLst/>
                <a:gdLst/>
                <a:ahLst/>
                <a:cxnLst/>
                <a:rect l="l" t="t" r="r" b="b"/>
                <a:pathLst>
                  <a:path w="16413" h="9007" extrusionOk="0">
                    <a:moveTo>
                      <a:pt x="16412" y="6271"/>
                    </a:moveTo>
                    <a:cubicBezTo>
                      <a:pt x="14911" y="5037"/>
                      <a:pt x="8006" y="801"/>
                      <a:pt x="4737" y="367"/>
                    </a:cubicBezTo>
                    <a:cubicBezTo>
                      <a:pt x="1402" y="0"/>
                      <a:pt x="1" y="1635"/>
                      <a:pt x="234" y="2002"/>
                    </a:cubicBezTo>
                    <a:cubicBezTo>
                      <a:pt x="434" y="2402"/>
                      <a:pt x="13143" y="9007"/>
                      <a:pt x="13777" y="8940"/>
                    </a:cubicBezTo>
                    <a:cubicBezTo>
                      <a:pt x="14411" y="8840"/>
                      <a:pt x="16412" y="6271"/>
                      <a:pt x="16412" y="62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2"/>
              <p:cNvSpPr/>
              <p:nvPr/>
            </p:nvSpPr>
            <p:spPr>
              <a:xfrm>
                <a:off x="1638140" y="3503143"/>
                <a:ext cx="3431847" cy="1169035"/>
              </a:xfrm>
              <a:custGeom>
                <a:avLst/>
                <a:gdLst/>
                <a:ahLst/>
                <a:cxnLst/>
                <a:rect l="l" t="t" r="r" b="b"/>
                <a:pathLst>
                  <a:path w="73053" h="24885" extrusionOk="0">
                    <a:moveTo>
                      <a:pt x="52338" y="3202"/>
                    </a:moveTo>
                    <a:cubicBezTo>
                      <a:pt x="52338" y="3202"/>
                      <a:pt x="46801" y="334"/>
                      <a:pt x="43498" y="167"/>
                    </a:cubicBezTo>
                    <a:cubicBezTo>
                      <a:pt x="40196" y="0"/>
                      <a:pt x="36360" y="2502"/>
                      <a:pt x="33858" y="2602"/>
                    </a:cubicBezTo>
                    <a:cubicBezTo>
                      <a:pt x="31356" y="2735"/>
                      <a:pt x="23484" y="434"/>
                      <a:pt x="20982" y="1034"/>
                    </a:cubicBezTo>
                    <a:cubicBezTo>
                      <a:pt x="18480" y="1601"/>
                      <a:pt x="18180" y="3469"/>
                      <a:pt x="18614" y="4770"/>
                    </a:cubicBezTo>
                    <a:cubicBezTo>
                      <a:pt x="18981" y="6071"/>
                      <a:pt x="21383" y="7072"/>
                      <a:pt x="21383" y="7072"/>
                    </a:cubicBezTo>
                    <a:cubicBezTo>
                      <a:pt x="21383" y="7072"/>
                      <a:pt x="15345" y="4503"/>
                      <a:pt x="13444" y="3736"/>
                    </a:cubicBezTo>
                    <a:cubicBezTo>
                      <a:pt x="11509" y="2969"/>
                      <a:pt x="6972" y="701"/>
                      <a:pt x="4771" y="600"/>
                    </a:cubicBezTo>
                    <a:cubicBezTo>
                      <a:pt x="2536" y="534"/>
                      <a:pt x="368" y="534"/>
                      <a:pt x="167" y="2268"/>
                    </a:cubicBezTo>
                    <a:cubicBezTo>
                      <a:pt x="1" y="4036"/>
                      <a:pt x="19014" y="12876"/>
                      <a:pt x="23517" y="15478"/>
                    </a:cubicBezTo>
                    <a:cubicBezTo>
                      <a:pt x="27987" y="18113"/>
                      <a:pt x="30956" y="19047"/>
                      <a:pt x="33058" y="18780"/>
                    </a:cubicBezTo>
                    <a:cubicBezTo>
                      <a:pt x="35226" y="18547"/>
                      <a:pt x="41063" y="16312"/>
                      <a:pt x="45133" y="16712"/>
                    </a:cubicBezTo>
                    <a:cubicBezTo>
                      <a:pt x="47768" y="16945"/>
                      <a:pt x="54873" y="17279"/>
                      <a:pt x="68583" y="24885"/>
                    </a:cubicBezTo>
                    <a:cubicBezTo>
                      <a:pt x="68883" y="24317"/>
                      <a:pt x="73053" y="15444"/>
                      <a:pt x="73053" y="15444"/>
                    </a:cubicBezTo>
                    <a:cubicBezTo>
                      <a:pt x="73053" y="15444"/>
                      <a:pt x="61578" y="11208"/>
                      <a:pt x="58676" y="8306"/>
                    </a:cubicBezTo>
                    <a:cubicBezTo>
                      <a:pt x="55774" y="5437"/>
                      <a:pt x="52338" y="3202"/>
                      <a:pt x="52338" y="32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3" name="Table 2">
            <a:extLst>
              <a:ext uri="{FF2B5EF4-FFF2-40B4-BE49-F238E27FC236}">
                <a16:creationId xmlns:a16="http://schemas.microsoft.com/office/drawing/2014/main" id="{5F7E9F8B-8F37-8CD7-BCB5-6939CC9F8A0D}"/>
              </a:ext>
            </a:extLst>
          </p:cNvPr>
          <p:cNvGraphicFramePr>
            <a:graphicFrameLocks noGrp="1"/>
          </p:cNvGraphicFramePr>
          <p:nvPr>
            <p:extLst>
              <p:ext uri="{D42A27DB-BD31-4B8C-83A1-F6EECF244321}">
                <p14:modId xmlns:p14="http://schemas.microsoft.com/office/powerpoint/2010/main" val="4003760727"/>
              </p:ext>
            </p:extLst>
          </p:nvPr>
        </p:nvGraphicFramePr>
        <p:xfrm>
          <a:off x="1278395" y="3950898"/>
          <a:ext cx="7635964" cy="1162283"/>
        </p:xfrm>
        <a:graphic>
          <a:graphicData uri="http://schemas.openxmlformats.org/drawingml/2006/table">
            <a:tbl>
              <a:tblPr>
                <a:tableStyleId>{7505D8AB-0CFD-43CE-972A-9FCCADF23AA8}</a:tableStyleId>
              </a:tblPr>
              <a:tblGrid>
                <a:gridCol w="860181">
                  <a:extLst>
                    <a:ext uri="{9D8B030D-6E8A-4147-A177-3AD203B41FA5}">
                      <a16:colId xmlns:a16="http://schemas.microsoft.com/office/drawing/2014/main" val="3300505540"/>
                    </a:ext>
                  </a:extLst>
                </a:gridCol>
                <a:gridCol w="708405">
                  <a:extLst>
                    <a:ext uri="{9D8B030D-6E8A-4147-A177-3AD203B41FA5}">
                      <a16:colId xmlns:a16="http://schemas.microsoft.com/office/drawing/2014/main" val="2744447487"/>
                    </a:ext>
                  </a:extLst>
                </a:gridCol>
                <a:gridCol w="1111082">
                  <a:extLst>
                    <a:ext uri="{9D8B030D-6E8A-4147-A177-3AD203B41FA5}">
                      <a16:colId xmlns:a16="http://schemas.microsoft.com/office/drawing/2014/main" val="3973119690"/>
                    </a:ext>
                  </a:extLst>
                </a:gridCol>
                <a:gridCol w="620898">
                  <a:extLst>
                    <a:ext uri="{9D8B030D-6E8A-4147-A177-3AD203B41FA5}">
                      <a16:colId xmlns:a16="http://schemas.microsoft.com/office/drawing/2014/main" val="3882960558"/>
                    </a:ext>
                  </a:extLst>
                </a:gridCol>
                <a:gridCol w="816972">
                  <a:extLst>
                    <a:ext uri="{9D8B030D-6E8A-4147-A177-3AD203B41FA5}">
                      <a16:colId xmlns:a16="http://schemas.microsoft.com/office/drawing/2014/main" val="4054633521"/>
                    </a:ext>
                  </a:extLst>
                </a:gridCol>
                <a:gridCol w="740720">
                  <a:extLst>
                    <a:ext uri="{9D8B030D-6E8A-4147-A177-3AD203B41FA5}">
                      <a16:colId xmlns:a16="http://schemas.microsoft.com/office/drawing/2014/main" val="3972784512"/>
                    </a:ext>
                  </a:extLst>
                </a:gridCol>
                <a:gridCol w="925902">
                  <a:extLst>
                    <a:ext uri="{9D8B030D-6E8A-4147-A177-3AD203B41FA5}">
                      <a16:colId xmlns:a16="http://schemas.microsoft.com/office/drawing/2014/main" val="2165373030"/>
                    </a:ext>
                  </a:extLst>
                </a:gridCol>
                <a:gridCol w="925902">
                  <a:extLst>
                    <a:ext uri="{9D8B030D-6E8A-4147-A177-3AD203B41FA5}">
                      <a16:colId xmlns:a16="http://schemas.microsoft.com/office/drawing/2014/main" val="4075131269"/>
                    </a:ext>
                  </a:extLst>
                </a:gridCol>
                <a:gridCol w="925902">
                  <a:extLst>
                    <a:ext uri="{9D8B030D-6E8A-4147-A177-3AD203B41FA5}">
                      <a16:colId xmlns:a16="http://schemas.microsoft.com/office/drawing/2014/main" val="627509963"/>
                    </a:ext>
                  </a:extLst>
                </a:gridCol>
              </a:tblGrid>
              <a:tr h="121527">
                <a:tc>
                  <a:txBody>
                    <a:bodyPr/>
                    <a:lstStyle/>
                    <a:p>
                      <a:pPr algn="ctr" fontAlgn="ctr">
                        <a:buNone/>
                      </a:pPr>
                      <a:r>
                        <a:rPr lang="en-US" sz="800" u="none" strike="noStrike">
                          <a:effectLst/>
                          <a:latin typeface="Ubuntu" panose="020B0504030602030204" pitchFamily="34" charset="0"/>
                        </a:rPr>
                        <a:t>X1</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dirty="0">
                          <a:effectLst/>
                          <a:latin typeface="Ubuntu" panose="020B0504030602030204" pitchFamily="34" charset="0"/>
                        </a:rPr>
                        <a:t>X2</a:t>
                      </a:r>
                      <a:endParaRPr lang="en-US" sz="800" b="1" i="0" u="none" strike="noStrike" dirty="0">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X3</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X4</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X5</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X6</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X7</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X8</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X9</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extLst>
                  <a:ext uri="{0D108BD9-81ED-4DB2-BD59-A6C34878D82A}">
                    <a16:rowId xmlns:a16="http://schemas.microsoft.com/office/drawing/2014/main" val="2404494897"/>
                  </a:ext>
                </a:extLst>
              </a:tr>
              <a:tr h="424706">
                <a:tc>
                  <a:txBody>
                    <a:bodyPr/>
                    <a:lstStyle/>
                    <a:p>
                      <a:pPr algn="l" fontAlgn="ctr">
                        <a:buNone/>
                      </a:pPr>
                      <a:r>
                        <a:rPr lang="en-US" sz="1050" u="none" strike="noStrike" dirty="0">
                          <a:effectLst/>
                          <a:latin typeface="Ubuntu" panose="020B0504030602030204" pitchFamily="34" charset="0"/>
                        </a:rPr>
                        <a:t>Current assets</a:t>
                      </a:r>
                      <a:endParaRPr lang="en-US" sz="1050" b="0" i="0" u="none" strike="noStrike" dirty="0">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dirty="0">
                          <a:effectLst/>
                          <a:latin typeface="Ubuntu" panose="020B0504030602030204" pitchFamily="34" charset="0"/>
                        </a:rPr>
                        <a:t>Cost of goods sold</a:t>
                      </a:r>
                      <a:endParaRPr lang="en-US" sz="1050" b="0" i="0" u="none" strike="noStrike" dirty="0">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Depreciation and amortization</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EBITDA</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Inventory</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Net Income</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Total Receivables</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Market value</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dirty="0">
                          <a:effectLst/>
                          <a:latin typeface="Ubuntu" panose="020B0504030602030204" pitchFamily="34" charset="0"/>
                        </a:rPr>
                        <a:t>Net sales</a:t>
                      </a:r>
                      <a:endParaRPr lang="en-US" sz="1050" b="0" i="0" u="none" strike="noStrike" dirty="0">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extLst>
                  <a:ext uri="{0D108BD9-81ED-4DB2-BD59-A6C34878D82A}">
                    <a16:rowId xmlns:a16="http://schemas.microsoft.com/office/drawing/2014/main" val="468223551"/>
                  </a:ext>
                </a:extLst>
              </a:tr>
              <a:tr h="121527">
                <a:tc>
                  <a:txBody>
                    <a:bodyPr/>
                    <a:lstStyle/>
                    <a:p>
                      <a:pPr algn="ctr" fontAlgn="ctr">
                        <a:buNone/>
                      </a:pPr>
                      <a:r>
                        <a:rPr lang="en-US" sz="800" u="none" strike="noStrike">
                          <a:effectLst/>
                          <a:latin typeface="Ubuntu" panose="020B0504030602030204" pitchFamily="34" charset="0"/>
                        </a:rPr>
                        <a:t>X10</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X11</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X12</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X13</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X14</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X15</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X16</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X17</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ctr" fontAlgn="ctr">
                        <a:buNone/>
                      </a:pPr>
                      <a:r>
                        <a:rPr lang="en-US" sz="800" u="none" strike="noStrike">
                          <a:effectLst/>
                          <a:latin typeface="Ubuntu" panose="020B0504030602030204" pitchFamily="34" charset="0"/>
                        </a:rPr>
                        <a:t>X18</a:t>
                      </a:r>
                      <a:endParaRPr lang="en-US" sz="800" b="1"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extLst>
                  <a:ext uri="{0D108BD9-81ED-4DB2-BD59-A6C34878D82A}">
                    <a16:rowId xmlns:a16="http://schemas.microsoft.com/office/drawing/2014/main" val="1742242419"/>
                  </a:ext>
                </a:extLst>
              </a:tr>
              <a:tr h="465645">
                <a:tc>
                  <a:txBody>
                    <a:bodyPr/>
                    <a:lstStyle/>
                    <a:p>
                      <a:pPr algn="l" fontAlgn="ctr">
                        <a:buNone/>
                      </a:pPr>
                      <a:r>
                        <a:rPr lang="en-US" sz="1050" u="none" strike="noStrike">
                          <a:effectLst/>
                          <a:latin typeface="Ubuntu" panose="020B0504030602030204" pitchFamily="34" charset="0"/>
                        </a:rPr>
                        <a:t>Total assets</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Total Long-term debt</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EBIT</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Gross Profit</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Total Current Liabilities</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Retained Earnings</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Total Revenue</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a:effectLst/>
                          <a:latin typeface="Ubuntu" panose="020B0504030602030204" pitchFamily="34" charset="0"/>
                        </a:rPr>
                        <a:t>Total Liabilities</a:t>
                      </a:r>
                      <a:endParaRPr lang="en-US" sz="1050" b="0" i="0" u="none" strike="noStrike">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tc>
                  <a:txBody>
                    <a:bodyPr/>
                    <a:lstStyle/>
                    <a:p>
                      <a:pPr algn="l" fontAlgn="ctr">
                        <a:buNone/>
                      </a:pPr>
                      <a:r>
                        <a:rPr lang="en-US" sz="1050" u="none" strike="noStrike" dirty="0">
                          <a:effectLst/>
                          <a:latin typeface="Ubuntu" panose="020B0504030602030204" pitchFamily="34" charset="0"/>
                        </a:rPr>
                        <a:t>Total Operating Expenses</a:t>
                      </a:r>
                      <a:endParaRPr lang="en-US" sz="1050" b="0" i="0" u="none" strike="noStrike" dirty="0">
                        <a:solidFill>
                          <a:srgbClr val="000000"/>
                        </a:solidFill>
                        <a:effectLst/>
                        <a:latin typeface="Ubuntu" panose="020B0504030602030204" pitchFamily="34" charset="0"/>
                      </a:endParaRPr>
                    </a:p>
                  </a:txBody>
                  <a:tcPr marL="4559" marR="4559" marT="4559" marB="0" anchor="ctr">
                    <a:solidFill>
                      <a:schemeClr val="accent4">
                        <a:lumMod val="20000"/>
                        <a:lumOff val="80000"/>
                      </a:schemeClr>
                    </a:solidFill>
                  </a:tcPr>
                </a:tc>
                <a:extLst>
                  <a:ext uri="{0D108BD9-81ED-4DB2-BD59-A6C34878D82A}">
                    <a16:rowId xmlns:a16="http://schemas.microsoft.com/office/drawing/2014/main" val="135861703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1"/>
          <p:cNvSpPr txBox="1">
            <a:spLocks noGrp="1"/>
          </p:cNvSpPr>
          <p:nvPr>
            <p:ph type="title"/>
          </p:nvPr>
        </p:nvSpPr>
        <p:spPr>
          <a:xfrm>
            <a:off x="83625" y="-224115"/>
            <a:ext cx="9189848" cy="1482300"/>
          </a:xfrm>
          <a:prstGeom prst="rect">
            <a:avLst/>
          </a:prstGeom>
        </p:spPr>
        <p:txBody>
          <a:bodyPr spcFirstLastPara="1" wrap="square" lIns="91425" tIns="91425" rIns="91425" bIns="91425" anchor="ctr" anchorCtr="0">
            <a:noAutofit/>
          </a:bodyPr>
          <a:lstStyle/>
          <a:p>
            <a:pPr lvl="0"/>
            <a:r>
              <a:rPr lang="en-US" sz="3600" b="1" dirty="0"/>
              <a:t>Data Cleaning &amp; Exploratory Data Analysis (EDA)</a:t>
            </a:r>
            <a:endParaRPr sz="3600" dirty="0"/>
          </a:p>
        </p:txBody>
      </p:sp>
      <p:sp>
        <p:nvSpPr>
          <p:cNvPr id="789" name="Google Shape;789;p41"/>
          <p:cNvSpPr txBox="1">
            <a:spLocks noGrp="1"/>
          </p:cNvSpPr>
          <p:nvPr>
            <p:ph type="subTitle" idx="1"/>
          </p:nvPr>
        </p:nvSpPr>
        <p:spPr>
          <a:xfrm>
            <a:off x="213788" y="1178292"/>
            <a:ext cx="8206507" cy="1018500"/>
          </a:xfrm>
          <a:prstGeom prst="rect">
            <a:avLst/>
          </a:prstGeom>
        </p:spPr>
        <p:txBody>
          <a:bodyPr spcFirstLastPara="1" wrap="square" lIns="91425" tIns="91425" rIns="91425" bIns="91425" anchor="t" anchorCtr="0">
            <a:noAutofit/>
          </a:bodyPr>
          <a:lstStyle/>
          <a:p>
            <a:r>
              <a:rPr lang="en-US" b="1" dirty="0"/>
              <a:t>Data Cleaning Basics</a:t>
            </a:r>
            <a:r>
              <a:rPr lang="en-US" dirty="0"/>
              <a:t>: Loaded the dataset (19,270 records from 2013-2018). Checked for missing values (none found), duplicates (zero), and inconsistencies (company statuses consistent over years).</a:t>
            </a:r>
            <a:endParaRPr lang="en-US" dirty="0">
              <a:effectLst/>
            </a:endParaRPr>
          </a:p>
        </p:txBody>
      </p:sp>
      <p:grpSp>
        <p:nvGrpSpPr>
          <p:cNvPr id="790" name="Google Shape;790;p41"/>
          <p:cNvGrpSpPr/>
          <p:nvPr/>
        </p:nvGrpSpPr>
        <p:grpSpPr>
          <a:xfrm>
            <a:off x="7362422" y="3307913"/>
            <a:ext cx="1739364" cy="1568887"/>
            <a:chOff x="4854078" y="1487819"/>
            <a:chExt cx="3220450" cy="2862998"/>
          </a:xfrm>
        </p:grpSpPr>
        <p:grpSp>
          <p:nvGrpSpPr>
            <p:cNvPr id="791" name="Google Shape;791;p41"/>
            <p:cNvGrpSpPr/>
            <p:nvPr/>
          </p:nvGrpSpPr>
          <p:grpSpPr>
            <a:xfrm>
              <a:off x="4854078" y="1487819"/>
              <a:ext cx="3220450" cy="2862998"/>
              <a:chOff x="3463850" y="2107825"/>
              <a:chExt cx="2522875" cy="2242850"/>
            </a:xfrm>
          </p:grpSpPr>
          <p:sp>
            <p:nvSpPr>
              <p:cNvPr id="792" name="Google Shape;792;p41"/>
              <p:cNvSpPr/>
              <p:nvPr/>
            </p:nvSpPr>
            <p:spPr>
              <a:xfrm>
                <a:off x="4735150" y="2107825"/>
                <a:ext cx="263100" cy="376400"/>
              </a:xfrm>
              <a:custGeom>
                <a:avLst/>
                <a:gdLst/>
                <a:ahLst/>
                <a:cxnLst/>
                <a:rect l="l" t="t" r="r" b="b"/>
                <a:pathLst>
                  <a:path w="10524" h="15056" extrusionOk="0">
                    <a:moveTo>
                      <a:pt x="4236" y="1"/>
                    </a:moveTo>
                    <a:cubicBezTo>
                      <a:pt x="2440" y="1"/>
                      <a:pt x="761" y="812"/>
                      <a:pt x="761" y="2630"/>
                    </a:cubicBezTo>
                    <a:cubicBezTo>
                      <a:pt x="1" y="7767"/>
                      <a:pt x="4469" y="12205"/>
                      <a:pt x="3679" y="14758"/>
                    </a:cubicBezTo>
                    <a:cubicBezTo>
                      <a:pt x="4021" y="14914"/>
                      <a:pt x="4950" y="15056"/>
                      <a:pt x="6004" y="15056"/>
                    </a:cubicBezTo>
                    <a:cubicBezTo>
                      <a:pt x="8032" y="15056"/>
                      <a:pt x="10523" y="14531"/>
                      <a:pt x="10183" y="12570"/>
                    </a:cubicBezTo>
                    <a:cubicBezTo>
                      <a:pt x="9484" y="8710"/>
                      <a:pt x="9119" y="1779"/>
                      <a:pt x="6840" y="594"/>
                    </a:cubicBezTo>
                    <a:cubicBezTo>
                      <a:pt x="6076" y="207"/>
                      <a:pt x="5141" y="1"/>
                      <a:pt x="42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1"/>
              <p:cNvSpPr/>
              <p:nvPr/>
            </p:nvSpPr>
            <p:spPr>
              <a:xfrm>
                <a:off x="4526350" y="2307575"/>
                <a:ext cx="334225" cy="193325"/>
              </a:xfrm>
              <a:custGeom>
                <a:avLst/>
                <a:gdLst/>
                <a:ahLst/>
                <a:cxnLst/>
                <a:rect l="l" t="t" r="r" b="b"/>
                <a:pathLst>
                  <a:path w="13369" h="7733" extrusionOk="0">
                    <a:moveTo>
                      <a:pt x="752" y="0"/>
                    </a:moveTo>
                    <a:cubicBezTo>
                      <a:pt x="543" y="0"/>
                      <a:pt x="1" y="379"/>
                      <a:pt x="55" y="568"/>
                    </a:cubicBezTo>
                    <a:cubicBezTo>
                      <a:pt x="176" y="963"/>
                      <a:pt x="4158" y="7194"/>
                      <a:pt x="5070" y="7680"/>
                    </a:cubicBezTo>
                    <a:cubicBezTo>
                      <a:pt x="5137" y="7716"/>
                      <a:pt x="5222" y="7732"/>
                      <a:pt x="5323" y="7732"/>
                    </a:cubicBezTo>
                    <a:cubicBezTo>
                      <a:pt x="6607" y="7732"/>
                      <a:pt x="10463" y="5063"/>
                      <a:pt x="11392" y="4641"/>
                    </a:cubicBezTo>
                    <a:cubicBezTo>
                      <a:pt x="13368" y="3820"/>
                      <a:pt x="13277" y="2027"/>
                      <a:pt x="12517" y="1631"/>
                    </a:cubicBezTo>
                    <a:lnTo>
                      <a:pt x="12517" y="1631"/>
                    </a:lnTo>
                    <a:cubicBezTo>
                      <a:pt x="10815" y="2543"/>
                      <a:pt x="5860" y="5431"/>
                      <a:pt x="5860" y="5431"/>
                    </a:cubicBezTo>
                    <a:cubicBezTo>
                      <a:pt x="5860" y="5431"/>
                      <a:pt x="875" y="172"/>
                      <a:pt x="815" y="21"/>
                    </a:cubicBezTo>
                    <a:cubicBezTo>
                      <a:pt x="801" y="7"/>
                      <a:pt x="779"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1"/>
              <p:cNvSpPr/>
              <p:nvPr/>
            </p:nvSpPr>
            <p:spPr>
              <a:xfrm>
                <a:off x="4769350" y="2331650"/>
                <a:ext cx="306275" cy="466625"/>
              </a:xfrm>
              <a:custGeom>
                <a:avLst/>
                <a:gdLst/>
                <a:ahLst/>
                <a:cxnLst/>
                <a:rect l="l" t="t" r="r" b="b"/>
                <a:pathLst>
                  <a:path w="12251" h="18665" extrusionOk="0">
                    <a:moveTo>
                      <a:pt x="5353" y="1"/>
                    </a:moveTo>
                    <a:cubicBezTo>
                      <a:pt x="3557" y="1"/>
                      <a:pt x="2466" y="667"/>
                      <a:pt x="2037" y="881"/>
                    </a:cubicBezTo>
                    <a:cubicBezTo>
                      <a:pt x="1612" y="1064"/>
                      <a:pt x="1308" y="2158"/>
                      <a:pt x="1460" y="3556"/>
                    </a:cubicBezTo>
                    <a:cubicBezTo>
                      <a:pt x="1581" y="4559"/>
                      <a:pt x="1" y="5805"/>
                      <a:pt x="2007" y="7143"/>
                    </a:cubicBezTo>
                    <a:cubicBezTo>
                      <a:pt x="4043" y="10851"/>
                      <a:pt x="3101" y="14194"/>
                      <a:pt x="2645" y="17477"/>
                    </a:cubicBezTo>
                    <a:cubicBezTo>
                      <a:pt x="3031" y="18327"/>
                      <a:pt x="4345" y="18664"/>
                      <a:pt x="5902" y="18664"/>
                    </a:cubicBezTo>
                    <a:cubicBezTo>
                      <a:pt x="8020" y="18664"/>
                      <a:pt x="10589" y="18040"/>
                      <a:pt x="11885" y="17234"/>
                    </a:cubicBezTo>
                    <a:cubicBezTo>
                      <a:pt x="12250" y="14985"/>
                      <a:pt x="10122" y="13739"/>
                      <a:pt x="10274" y="11672"/>
                    </a:cubicBezTo>
                    <a:cubicBezTo>
                      <a:pt x="11277" y="5349"/>
                      <a:pt x="11156" y="1672"/>
                      <a:pt x="10183" y="1368"/>
                    </a:cubicBezTo>
                    <a:cubicBezTo>
                      <a:pt x="8217" y="328"/>
                      <a:pt x="6611" y="1"/>
                      <a:pt x="53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1"/>
              <p:cNvSpPr/>
              <p:nvPr/>
            </p:nvSpPr>
            <p:spPr>
              <a:xfrm>
                <a:off x="4746275" y="2150025"/>
                <a:ext cx="222950" cy="236400"/>
              </a:xfrm>
              <a:custGeom>
                <a:avLst/>
                <a:gdLst/>
                <a:ahLst/>
                <a:cxnLst/>
                <a:rect l="l" t="t" r="r" b="b"/>
                <a:pathLst>
                  <a:path w="8918" h="9456" extrusionOk="0">
                    <a:moveTo>
                      <a:pt x="1167" y="0"/>
                    </a:moveTo>
                    <a:cubicBezTo>
                      <a:pt x="711" y="699"/>
                      <a:pt x="650" y="1915"/>
                      <a:pt x="954" y="3009"/>
                    </a:cubicBezTo>
                    <a:cubicBezTo>
                      <a:pt x="893" y="3526"/>
                      <a:pt x="893" y="4408"/>
                      <a:pt x="103" y="5167"/>
                    </a:cubicBezTo>
                    <a:cubicBezTo>
                      <a:pt x="0" y="5283"/>
                      <a:pt x="157" y="5328"/>
                      <a:pt x="388" y="5328"/>
                    </a:cubicBezTo>
                    <a:cubicBezTo>
                      <a:pt x="706" y="5328"/>
                      <a:pt x="1165" y="5243"/>
                      <a:pt x="1288" y="5137"/>
                    </a:cubicBezTo>
                    <a:cubicBezTo>
                      <a:pt x="1471" y="5715"/>
                      <a:pt x="1683" y="6231"/>
                      <a:pt x="2139" y="6474"/>
                    </a:cubicBezTo>
                    <a:cubicBezTo>
                      <a:pt x="2264" y="6548"/>
                      <a:pt x="2401" y="6581"/>
                      <a:pt x="2549" y="6581"/>
                    </a:cubicBezTo>
                    <a:cubicBezTo>
                      <a:pt x="3014" y="6581"/>
                      <a:pt x="3584" y="6259"/>
                      <a:pt x="4206" y="5867"/>
                    </a:cubicBezTo>
                    <a:cubicBezTo>
                      <a:pt x="4210" y="5865"/>
                      <a:pt x="4215" y="5863"/>
                      <a:pt x="4219" y="5863"/>
                    </a:cubicBezTo>
                    <a:cubicBezTo>
                      <a:pt x="4349" y="5863"/>
                      <a:pt x="4642" y="6683"/>
                      <a:pt x="4936" y="7417"/>
                    </a:cubicBezTo>
                    <a:cubicBezTo>
                      <a:pt x="4997" y="7538"/>
                      <a:pt x="4358" y="7630"/>
                      <a:pt x="4115" y="7903"/>
                    </a:cubicBezTo>
                    <a:cubicBezTo>
                      <a:pt x="3963" y="8055"/>
                      <a:pt x="4753" y="9453"/>
                      <a:pt x="5361" y="9453"/>
                    </a:cubicBezTo>
                    <a:cubicBezTo>
                      <a:pt x="5386" y="9455"/>
                      <a:pt x="5411" y="9456"/>
                      <a:pt x="5437" y="9456"/>
                    </a:cubicBezTo>
                    <a:cubicBezTo>
                      <a:pt x="6397" y="9456"/>
                      <a:pt x="8118" y="8376"/>
                      <a:pt x="8918" y="7873"/>
                    </a:cubicBezTo>
                    <a:cubicBezTo>
                      <a:pt x="8857" y="7690"/>
                      <a:pt x="7489" y="7478"/>
                      <a:pt x="7337" y="7326"/>
                    </a:cubicBezTo>
                    <a:cubicBezTo>
                      <a:pt x="6851" y="6930"/>
                      <a:pt x="6243" y="5502"/>
                      <a:pt x="6243" y="5259"/>
                    </a:cubicBezTo>
                    <a:cubicBezTo>
                      <a:pt x="6152" y="4225"/>
                      <a:pt x="2200" y="5259"/>
                      <a:pt x="11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1"/>
              <p:cNvSpPr/>
              <p:nvPr/>
            </p:nvSpPr>
            <p:spPr>
              <a:xfrm>
                <a:off x="4794425" y="2367650"/>
                <a:ext cx="245625" cy="245625"/>
              </a:xfrm>
              <a:custGeom>
                <a:avLst/>
                <a:gdLst/>
                <a:ahLst/>
                <a:cxnLst/>
                <a:rect l="l" t="t" r="r" b="b"/>
                <a:pathLst>
                  <a:path w="9825" h="9825" extrusionOk="0">
                    <a:moveTo>
                      <a:pt x="8234" y="0"/>
                    </a:moveTo>
                    <a:cubicBezTo>
                      <a:pt x="7743" y="0"/>
                      <a:pt x="7302" y="311"/>
                      <a:pt x="7204" y="870"/>
                    </a:cubicBezTo>
                    <a:cubicBezTo>
                      <a:pt x="6809" y="2876"/>
                      <a:pt x="7083" y="7800"/>
                      <a:pt x="7083" y="7800"/>
                    </a:cubicBezTo>
                    <a:cubicBezTo>
                      <a:pt x="7083" y="7800"/>
                      <a:pt x="396" y="6949"/>
                      <a:pt x="244" y="6949"/>
                    </a:cubicBezTo>
                    <a:cubicBezTo>
                      <a:pt x="92" y="6949"/>
                      <a:pt x="1" y="7800"/>
                      <a:pt x="244" y="7891"/>
                    </a:cubicBezTo>
                    <a:cubicBezTo>
                      <a:pt x="550" y="8030"/>
                      <a:pt x="6305" y="9825"/>
                      <a:pt x="8001" y="9825"/>
                    </a:cubicBezTo>
                    <a:cubicBezTo>
                      <a:pt x="8158" y="9825"/>
                      <a:pt x="8280" y="9809"/>
                      <a:pt x="8359" y="9776"/>
                    </a:cubicBezTo>
                    <a:cubicBezTo>
                      <a:pt x="9332" y="9350"/>
                      <a:pt x="9727" y="3423"/>
                      <a:pt x="9788" y="2329"/>
                    </a:cubicBezTo>
                    <a:cubicBezTo>
                      <a:pt x="9825" y="704"/>
                      <a:pt x="8973" y="0"/>
                      <a:pt x="82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1"/>
              <p:cNvSpPr/>
              <p:nvPr/>
            </p:nvSpPr>
            <p:spPr>
              <a:xfrm>
                <a:off x="4811150" y="2674350"/>
                <a:ext cx="261425" cy="19775"/>
              </a:xfrm>
              <a:custGeom>
                <a:avLst/>
                <a:gdLst/>
                <a:ahLst/>
                <a:cxnLst/>
                <a:rect l="l" t="t" r="r" b="b"/>
                <a:pathLst>
                  <a:path w="10457" h="791" extrusionOk="0">
                    <a:moveTo>
                      <a:pt x="335" y="0"/>
                    </a:moveTo>
                    <a:cubicBezTo>
                      <a:pt x="122" y="0"/>
                      <a:pt x="0" y="152"/>
                      <a:pt x="0" y="335"/>
                    </a:cubicBezTo>
                    <a:lnTo>
                      <a:pt x="0" y="456"/>
                    </a:lnTo>
                    <a:cubicBezTo>
                      <a:pt x="0" y="638"/>
                      <a:pt x="152" y="790"/>
                      <a:pt x="335" y="790"/>
                    </a:cubicBezTo>
                    <a:lnTo>
                      <a:pt x="10122" y="790"/>
                    </a:lnTo>
                    <a:cubicBezTo>
                      <a:pt x="10335" y="790"/>
                      <a:pt x="10456" y="638"/>
                      <a:pt x="10456" y="456"/>
                    </a:cubicBezTo>
                    <a:lnTo>
                      <a:pt x="10456" y="335"/>
                    </a:lnTo>
                    <a:cubicBezTo>
                      <a:pt x="10456" y="152"/>
                      <a:pt x="10335" y="0"/>
                      <a:pt x="101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1"/>
              <p:cNvSpPr/>
              <p:nvPr/>
            </p:nvSpPr>
            <p:spPr>
              <a:xfrm>
                <a:off x="4802025" y="2593025"/>
                <a:ext cx="35750" cy="319950"/>
              </a:xfrm>
              <a:custGeom>
                <a:avLst/>
                <a:gdLst/>
                <a:ahLst/>
                <a:cxnLst/>
                <a:rect l="l" t="t" r="r" b="b"/>
                <a:pathLst>
                  <a:path w="1430" h="12798" extrusionOk="0">
                    <a:moveTo>
                      <a:pt x="609" y="1"/>
                    </a:moveTo>
                    <a:cubicBezTo>
                      <a:pt x="274" y="1"/>
                      <a:pt x="1" y="244"/>
                      <a:pt x="1" y="609"/>
                    </a:cubicBezTo>
                    <a:lnTo>
                      <a:pt x="1" y="12189"/>
                    </a:lnTo>
                    <a:cubicBezTo>
                      <a:pt x="1" y="12524"/>
                      <a:pt x="274" y="12797"/>
                      <a:pt x="609" y="12797"/>
                    </a:cubicBezTo>
                    <a:lnTo>
                      <a:pt x="821" y="12797"/>
                    </a:lnTo>
                    <a:cubicBezTo>
                      <a:pt x="1125" y="12797"/>
                      <a:pt x="1368" y="12524"/>
                      <a:pt x="1429" y="12220"/>
                    </a:cubicBezTo>
                    <a:lnTo>
                      <a:pt x="1429" y="609"/>
                    </a:lnTo>
                    <a:cubicBezTo>
                      <a:pt x="1429" y="244"/>
                      <a:pt x="1156" y="1"/>
                      <a:pt x="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1"/>
              <p:cNvSpPr/>
              <p:nvPr/>
            </p:nvSpPr>
            <p:spPr>
              <a:xfrm>
                <a:off x="5046725" y="2593025"/>
                <a:ext cx="34975" cy="319950"/>
              </a:xfrm>
              <a:custGeom>
                <a:avLst/>
                <a:gdLst/>
                <a:ahLst/>
                <a:cxnLst/>
                <a:rect l="l" t="t" r="r" b="b"/>
                <a:pathLst>
                  <a:path w="1399" h="12798" extrusionOk="0">
                    <a:moveTo>
                      <a:pt x="608" y="1"/>
                    </a:moveTo>
                    <a:cubicBezTo>
                      <a:pt x="243" y="1"/>
                      <a:pt x="0" y="244"/>
                      <a:pt x="0" y="609"/>
                    </a:cubicBezTo>
                    <a:lnTo>
                      <a:pt x="0" y="12189"/>
                    </a:lnTo>
                    <a:cubicBezTo>
                      <a:pt x="0" y="12524"/>
                      <a:pt x="243" y="12797"/>
                      <a:pt x="608" y="12797"/>
                    </a:cubicBezTo>
                    <a:lnTo>
                      <a:pt x="790" y="12797"/>
                    </a:lnTo>
                    <a:cubicBezTo>
                      <a:pt x="1125" y="12797"/>
                      <a:pt x="1398" y="12524"/>
                      <a:pt x="1398" y="12220"/>
                    </a:cubicBezTo>
                    <a:lnTo>
                      <a:pt x="1398" y="609"/>
                    </a:lnTo>
                    <a:cubicBezTo>
                      <a:pt x="1398" y="244"/>
                      <a:pt x="1125" y="1"/>
                      <a:pt x="7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1"/>
              <p:cNvSpPr/>
              <p:nvPr/>
            </p:nvSpPr>
            <p:spPr>
              <a:xfrm>
                <a:off x="3744250" y="2716125"/>
                <a:ext cx="1941550" cy="1189250"/>
              </a:xfrm>
              <a:custGeom>
                <a:avLst/>
                <a:gdLst/>
                <a:ahLst/>
                <a:cxnLst/>
                <a:rect l="l" t="t" r="r" b="b"/>
                <a:pathLst>
                  <a:path w="77662" h="47570" extrusionOk="0">
                    <a:moveTo>
                      <a:pt x="3800" y="1"/>
                    </a:moveTo>
                    <a:cubicBezTo>
                      <a:pt x="1703" y="1"/>
                      <a:pt x="1" y="1703"/>
                      <a:pt x="1" y="3800"/>
                    </a:cubicBezTo>
                    <a:lnTo>
                      <a:pt x="1" y="43771"/>
                    </a:lnTo>
                    <a:cubicBezTo>
                      <a:pt x="1" y="45868"/>
                      <a:pt x="1703" y="47570"/>
                      <a:pt x="3800" y="47570"/>
                    </a:cubicBezTo>
                    <a:lnTo>
                      <a:pt x="73862" y="47570"/>
                    </a:lnTo>
                    <a:cubicBezTo>
                      <a:pt x="75960" y="47570"/>
                      <a:pt x="77662" y="45868"/>
                      <a:pt x="77631" y="43740"/>
                    </a:cubicBezTo>
                    <a:lnTo>
                      <a:pt x="77631" y="3800"/>
                    </a:lnTo>
                    <a:cubicBezTo>
                      <a:pt x="77631" y="1703"/>
                      <a:pt x="75899" y="1"/>
                      <a:pt x="73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1"/>
              <p:cNvSpPr/>
              <p:nvPr/>
            </p:nvSpPr>
            <p:spPr>
              <a:xfrm>
                <a:off x="3463850" y="3889400"/>
                <a:ext cx="2522875" cy="461275"/>
              </a:xfrm>
              <a:custGeom>
                <a:avLst/>
                <a:gdLst/>
                <a:ahLst/>
                <a:cxnLst/>
                <a:rect l="l" t="t" r="r" b="b"/>
                <a:pathLst>
                  <a:path w="100915" h="18451" extrusionOk="0">
                    <a:moveTo>
                      <a:pt x="13162" y="1"/>
                    </a:moveTo>
                    <a:cubicBezTo>
                      <a:pt x="12250" y="1"/>
                      <a:pt x="943" y="14499"/>
                      <a:pt x="943" y="14499"/>
                    </a:cubicBezTo>
                    <a:cubicBezTo>
                      <a:pt x="1" y="15715"/>
                      <a:pt x="1247" y="18451"/>
                      <a:pt x="3375" y="18451"/>
                    </a:cubicBezTo>
                    <a:lnTo>
                      <a:pt x="97541" y="18451"/>
                    </a:lnTo>
                    <a:cubicBezTo>
                      <a:pt x="99668" y="18451"/>
                      <a:pt x="100914" y="15715"/>
                      <a:pt x="99972" y="14499"/>
                    </a:cubicBezTo>
                    <a:cubicBezTo>
                      <a:pt x="99972" y="14499"/>
                      <a:pt x="88878" y="1"/>
                      <a:pt x="877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1"/>
              <p:cNvSpPr/>
              <p:nvPr/>
            </p:nvSpPr>
            <p:spPr>
              <a:xfrm>
                <a:off x="3479050" y="4263275"/>
                <a:ext cx="2487700" cy="75250"/>
              </a:xfrm>
              <a:custGeom>
                <a:avLst/>
                <a:gdLst/>
                <a:ahLst/>
                <a:cxnLst/>
                <a:rect l="l" t="t" r="r" b="b"/>
                <a:pathLst>
                  <a:path w="99508" h="3010" extrusionOk="0">
                    <a:moveTo>
                      <a:pt x="1794" y="0"/>
                    </a:moveTo>
                    <a:cubicBezTo>
                      <a:pt x="1" y="0"/>
                      <a:pt x="913" y="3009"/>
                      <a:pt x="3010" y="3009"/>
                    </a:cubicBezTo>
                    <a:lnTo>
                      <a:pt x="96477" y="3009"/>
                    </a:lnTo>
                    <a:cubicBezTo>
                      <a:pt x="96487" y="3010"/>
                      <a:pt x="96498" y="3010"/>
                      <a:pt x="96508" y="3010"/>
                    </a:cubicBezTo>
                    <a:cubicBezTo>
                      <a:pt x="98613" y="3010"/>
                      <a:pt x="99507" y="0"/>
                      <a:pt x="977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1"/>
              <p:cNvSpPr/>
              <p:nvPr/>
            </p:nvSpPr>
            <p:spPr>
              <a:xfrm>
                <a:off x="3775425" y="3936525"/>
                <a:ext cx="131475" cy="55500"/>
              </a:xfrm>
              <a:custGeom>
                <a:avLst/>
                <a:gdLst/>
                <a:ahLst/>
                <a:cxnLst/>
                <a:rect l="l" t="t" r="r" b="b"/>
                <a:pathLst>
                  <a:path w="5259" h="2220" extrusionOk="0">
                    <a:moveTo>
                      <a:pt x="1824" y="0"/>
                    </a:moveTo>
                    <a:cubicBezTo>
                      <a:pt x="1185" y="730"/>
                      <a:pt x="578" y="1459"/>
                      <a:pt x="0" y="2219"/>
                    </a:cubicBezTo>
                    <a:lnTo>
                      <a:pt x="3830" y="2219"/>
                    </a:lnTo>
                    <a:cubicBezTo>
                      <a:pt x="4347" y="1459"/>
                      <a:pt x="4803" y="730"/>
                      <a:pt x="5258"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1"/>
              <p:cNvSpPr/>
              <p:nvPr/>
            </p:nvSpPr>
            <p:spPr>
              <a:xfrm>
                <a:off x="4185000" y="3936525"/>
                <a:ext cx="96525" cy="55500"/>
              </a:xfrm>
              <a:custGeom>
                <a:avLst/>
                <a:gdLst/>
                <a:ahLst/>
                <a:cxnLst/>
                <a:rect l="l" t="t" r="r" b="b"/>
                <a:pathLst>
                  <a:path w="3861" h="2220" extrusionOk="0">
                    <a:moveTo>
                      <a:pt x="791" y="0"/>
                    </a:moveTo>
                    <a:cubicBezTo>
                      <a:pt x="487" y="730"/>
                      <a:pt x="213" y="1459"/>
                      <a:pt x="0" y="2219"/>
                    </a:cubicBezTo>
                    <a:lnTo>
                      <a:pt x="3405" y="2219"/>
                    </a:lnTo>
                    <a:cubicBezTo>
                      <a:pt x="3526" y="1459"/>
                      <a:pt x="3678" y="730"/>
                      <a:pt x="3861"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1"/>
              <p:cNvSpPr/>
              <p:nvPr/>
            </p:nvSpPr>
            <p:spPr>
              <a:xfrm>
                <a:off x="4308100" y="3936525"/>
                <a:ext cx="101100" cy="55500"/>
              </a:xfrm>
              <a:custGeom>
                <a:avLst/>
                <a:gdLst/>
                <a:ahLst/>
                <a:cxnLst/>
                <a:rect l="l" t="t" r="r" b="b"/>
                <a:pathLst>
                  <a:path w="4044" h="2220" extrusionOk="0">
                    <a:moveTo>
                      <a:pt x="517" y="0"/>
                    </a:moveTo>
                    <a:cubicBezTo>
                      <a:pt x="304" y="730"/>
                      <a:pt x="152" y="1459"/>
                      <a:pt x="0" y="2219"/>
                    </a:cubicBezTo>
                    <a:lnTo>
                      <a:pt x="4013" y="2219"/>
                    </a:lnTo>
                    <a:cubicBezTo>
                      <a:pt x="4013" y="1459"/>
                      <a:pt x="4043" y="730"/>
                      <a:pt x="401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1"/>
              <p:cNvSpPr/>
              <p:nvPr/>
            </p:nvSpPr>
            <p:spPr>
              <a:xfrm>
                <a:off x="4586975" y="3936525"/>
                <a:ext cx="122375" cy="55500"/>
              </a:xfrm>
              <a:custGeom>
                <a:avLst/>
                <a:gdLst/>
                <a:ahLst/>
                <a:cxnLst/>
                <a:rect l="l" t="t" r="r" b="b"/>
                <a:pathLst>
                  <a:path w="4895" h="2220" extrusionOk="0">
                    <a:moveTo>
                      <a:pt x="1" y="0"/>
                    </a:moveTo>
                    <a:lnTo>
                      <a:pt x="1" y="2219"/>
                    </a:lnTo>
                    <a:lnTo>
                      <a:pt x="4894" y="2219"/>
                    </a:lnTo>
                    <a:lnTo>
                      <a:pt x="4894"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1"/>
              <p:cNvSpPr/>
              <p:nvPr/>
            </p:nvSpPr>
            <p:spPr>
              <a:xfrm>
                <a:off x="4446400" y="3936525"/>
                <a:ext cx="103375" cy="55500"/>
              </a:xfrm>
              <a:custGeom>
                <a:avLst/>
                <a:gdLst/>
                <a:ahLst/>
                <a:cxnLst/>
                <a:rect l="l" t="t" r="r" b="b"/>
                <a:pathLst>
                  <a:path w="4135" h="2220" extrusionOk="0">
                    <a:moveTo>
                      <a:pt x="0" y="0"/>
                    </a:moveTo>
                    <a:lnTo>
                      <a:pt x="0" y="2219"/>
                    </a:lnTo>
                    <a:lnTo>
                      <a:pt x="4134" y="2219"/>
                    </a:lnTo>
                    <a:cubicBezTo>
                      <a:pt x="4134" y="1459"/>
                      <a:pt x="4104" y="730"/>
                      <a:pt x="4104"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1"/>
              <p:cNvSpPr/>
              <p:nvPr/>
            </p:nvSpPr>
            <p:spPr>
              <a:xfrm>
                <a:off x="4056575" y="3936525"/>
                <a:ext cx="108675" cy="55500"/>
              </a:xfrm>
              <a:custGeom>
                <a:avLst/>
                <a:gdLst/>
                <a:ahLst/>
                <a:cxnLst/>
                <a:rect l="l" t="t" r="r" b="b"/>
                <a:pathLst>
                  <a:path w="4347" h="2220" extrusionOk="0">
                    <a:moveTo>
                      <a:pt x="1095" y="0"/>
                    </a:moveTo>
                    <a:cubicBezTo>
                      <a:pt x="730" y="730"/>
                      <a:pt x="396" y="1459"/>
                      <a:pt x="0" y="2219"/>
                    </a:cubicBezTo>
                    <a:lnTo>
                      <a:pt x="3587" y="2219"/>
                    </a:lnTo>
                    <a:cubicBezTo>
                      <a:pt x="3800" y="1459"/>
                      <a:pt x="4043" y="730"/>
                      <a:pt x="434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1"/>
              <p:cNvSpPr/>
              <p:nvPr/>
            </p:nvSpPr>
            <p:spPr>
              <a:xfrm>
                <a:off x="3916750" y="3936525"/>
                <a:ext cx="124650" cy="55500"/>
              </a:xfrm>
              <a:custGeom>
                <a:avLst/>
                <a:gdLst/>
                <a:ahLst/>
                <a:cxnLst/>
                <a:rect l="l" t="t" r="r" b="b"/>
                <a:pathLst>
                  <a:path w="4986" h="2220" extrusionOk="0">
                    <a:moveTo>
                      <a:pt x="1368" y="0"/>
                    </a:moveTo>
                    <a:cubicBezTo>
                      <a:pt x="912" y="760"/>
                      <a:pt x="457" y="1490"/>
                      <a:pt x="1" y="2219"/>
                    </a:cubicBezTo>
                    <a:lnTo>
                      <a:pt x="3861" y="2219"/>
                    </a:lnTo>
                    <a:cubicBezTo>
                      <a:pt x="4226" y="1459"/>
                      <a:pt x="4621" y="730"/>
                      <a:pt x="4985"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1"/>
              <p:cNvSpPr/>
              <p:nvPr/>
            </p:nvSpPr>
            <p:spPr>
              <a:xfrm>
                <a:off x="3698675" y="4033775"/>
                <a:ext cx="143625" cy="54750"/>
              </a:xfrm>
              <a:custGeom>
                <a:avLst/>
                <a:gdLst/>
                <a:ahLst/>
                <a:cxnLst/>
                <a:rect l="l" t="t" r="r" b="b"/>
                <a:pathLst>
                  <a:path w="5745" h="2190" extrusionOk="0">
                    <a:moveTo>
                      <a:pt x="1733" y="1"/>
                    </a:moveTo>
                    <a:cubicBezTo>
                      <a:pt x="1185" y="730"/>
                      <a:pt x="547" y="1490"/>
                      <a:pt x="0" y="2189"/>
                    </a:cubicBezTo>
                    <a:lnTo>
                      <a:pt x="4134" y="2189"/>
                    </a:lnTo>
                    <a:cubicBezTo>
                      <a:pt x="4681" y="1429"/>
                      <a:pt x="5198" y="730"/>
                      <a:pt x="574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1"/>
              <p:cNvSpPr/>
              <p:nvPr/>
            </p:nvSpPr>
            <p:spPr>
              <a:xfrm>
                <a:off x="4005650" y="4033775"/>
                <a:ext cx="125425" cy="54750"/>
              </a:xfrm>
              <a:custGeom>
                <a:avLst/>
                <a:gdLst/>
                <a:ahLst/>
                <a:cxnLst/>
                <a:rect l="l" t="t" r="r" b="b"/>
                <a:pathLst>
                  <a:path w="5017" h="2190" extrusionOk="0">
                    <a:moveTo>
                      <a:pt x="1126" y="1"/>
                    </a:moveTo>
                    <a:cubicBezTo>
                      <a:pt x="761" y="730"/>
                      <a:pt x="366" y="1429"/>
                      <a:pt x="1" y="2189"/>
                    </a:cubicBezTo>
                    <a:lnTo>
                      <a:pt x="4317" y="2189"/>
                    </a:lnTo>
                    <a:cubicBezTo>
                      <a:pt x="4560" y="1429"/>
                      <a:pt x="4773" y="730"/>
                      <a:pt x="5016"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1"/>
              <p:cNvSpPr/>
              <p:nvPr/>
            </p:nvSpPr>
            <p:spPr>
              <a:xfrm>
                <a:off x="4152325" y="4033775"/>
                <a:ext cx="111725" cy="54750"/>
              </a:xfrm>
              <a:custGeom>
                <a:avLst/>
                <a:gdLst/>
                <a:ahLst/>
                <a:cxnLst/>
                <a:rect l="l" t="t" r="r" b="b"/>
                <a:pathLst>
                  <a:path w="4469" h="2190" extrusionOk="0">
                    <a:moveTo>
                      <a:pt x="730" y="1"/>
                    </a:moveTo>
                    <a:cubicBezTo>
                      <a:pt x="517" y="730"/>
                      <a:pt x="274" y="1429"/>
                      <a:pt x="0" y="2189"/>
                    </a:cubicBezTo>
                    <a:lnTo>
                      <a:pt x="4164" y="2189"/>
                    </a:lnTo>
                    <a:cubicBezTo>
                      <a:pt x="4256" y="1429"/>
                      <a:pt x="4347" y="730"/>
                      <a:pt x="446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1"/>
              <p:cNvSpPr/>
              <p:nvPr/>
            </p:nvSpPr>
            <p:spPr>
              <a:xfrm>
                <a:off x="4293650" y="4033775"/>
                <a:ext cx="113250" cy="54750"/>
              </a:xfrm>
              <a:custGeom>
                <a:avLst/>
                <a:gdLst/>
                <a:ahLst/>
                <a:cxnLst/>
                <a:rect l="l" t="t" r="r" b="b"/>
                <a:pathLst>
                  <a:path w="4530" h="2190" extrusionOk="0">
                    <a:moveTo>
                      <a:pt x="305" y="1"/>
                    </a:moveTo>
                    <a:cubicBezTo>
                      <a:pt x="214" y="730"/>
                      <a:pt x="122" y="1429"/>
                      <a:pt x="1" y="2189"/>
                    </a:cubicBezTo>
                    <a:lnTo>
                      <a:pt x="4439" y="2189"/>
                    </a:lnTo>
                    <a:cubicBezTo>
                      <a:pt x="4469" y="1429"/>
                      <a:pt x="4499" y="730"/>
                      <a:pt x="4530"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1"/>
              <p:cNvSpPr/>
              <p:nvPr/>
            </p:nvSpPr>
            <p:spPr>
              <a:xfrm>
                <a:off x="4442600" y="4033775"/>
                <a:ext cx="107175" cy="54750"/>
              </a:xfrm>
              <a:custGeom>
                <a:avLst/>
                <a:gdLst/>
                <a:ahLst/>
                <a:cxnLst/>
                <a:rect l="l" t="t" r="r" b="b"/>
                <a:pathLst>
                  <a:path w="4287" h="2190" extrusionOk="0">
                    <a:moveTo>
                      <a:pt x="92" y="1"/>
                    </a:moveTo>
                    <a:cubicBezTo>
                      <a:pt x="61" y="730"/>
                      <a:pt x="31" y="1429"/>
                      <a:pt x="0" y="2189"/>
                    </a:cubicBezTo>
                    <a:lnTo>
                      <a:pt x="4286" y="2189"/>
                    </a:lnTo>
                    <a:lnTo>
                      <a:pt x="4286"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1"/>
              <p:cNvSpPr/>
              <p:nvPr/>
            </p:nvSpPr>
            <p:spPr>
              <a:xfrm>
                <a:off x="4587750" y="4033775"/>
                <a:ext cx="121600" cy="54750"/>
              </a:xfrm>
              <a:custGeom>
                <a:avLst/>
                <a:gdLst/>
                <a:ahLst/>
                <a:cxnLst/>
                <a:rect l="l" t="t" r="r" b="b"/>
                <a:pathLst>
                  <a:path w="4864" h="2190" extrusionOk="0">
                    <a:moveTo>
                      <a:pt x="0" y="1"/>
                    </a:moveTo>
                    <a:lnTo>
                      <a:pt x="0" y="2189"/>
                    </a:lnTo>
                    <a:lnTo>
                      <a:pt x="4863" y="2189"/>
                    </a:lnTo>
                    <a:lnTo>
                      <a:pt x="4863"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1"/>
              <p:cNvSpPr/>
              <p:nvPr/>
            </p:nvSpPr>
            <p:spPr>
              <a:xfrm>
                <a:off x="3848350" y="4033775"/>
                <a:ext cx="142900" cy="54750"/>
              </a:xfrm>
              <a:custGeom>
                <a:avLst/>
                <a:gdLst/>
                <a:ahLst/>
                <a:cxnLst/>
                <a:rect l="l" t="t" r="r" b="b"/>
                <a:pathLst>
                  <a:path w="5716" h="2190" extrusionOk="0">
                    <a:moveTo>
                      <a:pt x="1612" y="1"/>
                    </a:moveTo>
                    <a:cubicBezTo>
                      <a:pt x="1065" y="730"/>
                      <a:pt x="579" y="1490"/>
                      <a:pt x="1" y="2189"/>
                    </a:cubicBezTo>
                    <a:lnTo>
                      <a:pt x="4530" y="2189"/>
                    </a:lnTo>
                    <a:cubicBezTo>
                      <a:pt x="4955" y="1429"/>
                      <a:pt x="5320" y="730"/>
                      <a:pt x="571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1"/>
              <p:cNvSpPr/>
              <p:nvPr/>
            </p:nvSpPr>
            <p:spPr>
              <a:xfrm>
                <a:off x="3602925" y="4135600"/>
                <a:ext cx="163400" cy="58550"/>
              </a:xfrm>
              <a:custGeom>
                <a:avLst/>
                <a:gdLst/>
                <a:ahLst/>
                <a:cxnLst/>
                <a:rect l="l" t="t" r="r" b="b"/>
                <a:pathLst>
                  <a:path w="6536" h="2342" extrusionOk="0">
                    <a:moveTo>
                      <a:pt x="2189" y="1"/>
                    </a:moveTo>
                    <a:cubicBezTo>
                      <a:pt x="1976" y="214"/>
                      <a:pt x="1763" y="487"/>
                      <a:pt x="1550" y="700"/>
                    </a:cubicBezTo>
                    <a:cubicBezTo>
                      <a:pt x="1064" y="1277"/>
                      <a:pt x="517" y="1825"/>
                      <a:pt x="0" y="2341"/>
                    </a:cubicBezTo>
                    <a:lnTo>
                      <a:pt x="4712" y="2341"/>
                    </a:lnTo>
                    <a:cubicBezTo>
                      <a:pt x="5319" y="1551"/>
                      <a:pt x="5927" y="791"/>
                      <a:pt x="653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1"/>
              <p:cNvSpPr/>
              <p:nvPr/>
            </p:nvSpPr>
            <p:spPr>
              <a:xfrm>
                <a:off x="3767825" y="4135600"/>
                <a:ext cx="167950" cy="58550"/>
              </a:xfrm>
              <a:custGeom>
                <a:avLst/>
                <a:gdLst/>
                <a:ahLst/>
                <a:cxnLst/>
                <a:rect l="l" t="t" r="r" b="b"/>
                <a:pathLst>
                  <a:path w="6718" h="2342" extrusionOk="0">
                    <a:moveTo>
                      <a:pt x="1793" y="1"/>
                    </a:moveTo>
                    <a:cubicBezTo>
                      <a:pt x="1185" y="791"/>
                      <a:pt x="578" y="1551"/>
                      <a:pt x="0" y="2341"/>
                    </a:cubicBezTo>
                    <a:lnTo>
                      <a:pt x="5410" y="2341"/>
                    </a:lnTo>
                    <a:cubicBezTo>
                      <a:pt x="5866" y="1581"/>
                      <a:pt x="6322" y="791"/>
                      <a:pt x="6717"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1"/>
              <p:cNvSpPr/>
              <p:nvPr/>
            </p:nvSpPr>
            <p:spPr>
              <a:xfrm>
                <a:off x="3947150" y="4135600"/>
                <a:ext cx="151250" cy="58550"/>
              </a:xfrm>
              <a:custGeom>
                <a:avLst/>
                <a:gdLst/>
                <a:ahLst/>
                <a:cxnLst/>
                <a:rect l="l" t="t" r="r" b="b"/>
                <a:pathLst>
                  <a:path w="6050" h="2342" extrusionOk="0">
                    <a:moveTo>
                      <a:pt x="1307" y="1"/>
                    </a:moveTo>
                    <a:cubicBezTo>
                      <a:pt x="882" y="791"/>
                      <a:pt x="426" y="1551"/>
                      <a:pt x="0" y="2341"/>
                    </a:cubicBezTo>
                    <a:lnTo>
                      <a:pt x="5289" y="2341"/>
                    </a:lnTo>
                    <a:cubicBezTo>
                      <a:pt x="5563" y="1581"/>
                      <a:pt x="5836" y="791"/>
                      <a:pt x="604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1"/>
              <p:cNvSpPr/>
              <p:nvPr/>
            </p:nvSpPr>
            <p:spPr>
              <a:xfrm>
                <a:off x="4119650" y="4135600"/>
                <a:ext cx="131475" cy="58550"/>
              </a:xfrm>
              <a:custGeom>
                <a:avLst/>
                <a:gdLst/>
                <a:ahLst/>
                <a:cxnLst/>
                <a:rect l="l" t="t" r="r" b="b"/>
                <a:pathLst>
                  <a:path w="5259" h="2342" extrusionOk="0">
                    <a:moveTo>
                      <a:pt x="760" y="1"/>
                    </a:moveTo>
                    <a:cubicBezTo>
                      <a:pt x="487" y="791"/>
                      <a:pt x="243" y="1551"/>
                      <a:pt x="0" y="2341"/>
                    </a:cubicBezTo>
                    <a:lnTo>
                      <a:pt x="5016" y="2341"/>
                    </a:lnTo>
                    <a:cubicBezTo>
                      <a:pt x="5076" y="1551"/>
                      <a:pt x="5198" y="791"/>
                      <a:pt x="525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1"/>
              <p:cNvSpPr/>
              <p:nvPr/>
            </p:nvSpPr>
            <p:spPr>
              <a:xfrm>
                <a:off x="4283025" y="4135600"/>
                <a:ext cx="118575" cy="58550"/>
              </a:xfrm>
              <a:custGeom>
                <a:avLst/>
                <a:gdLst/>
                <a:ahLst/>
                <a:cxnLst/>
                <a:rect l="l" t="t" r="r" b="b"/>
                <a:pathLst>
                  <a:path w="4743" h="2342" extrusionOk="0">
                    <a:moveTo>
                      <a:pt x="243" y="1"/>
                    </a:moveTo>
                    <a:cubicBezTo>
                      <a:pt x="183" y="791"/>
                      <a:pt x="61" y="1551"/>
                      <a:pt x="0" y="2341"/>
                    </a:cubicBezTo>
                    <a:lnTo>
                      <a:pt x="4620" y="2341"/>
                    </a:lnTo>
                    <a:cubicBezTo>
                      <a:pt x="4651" y="1551"/>
                      <a:pt x="4712" y="791"/>
                      <a:pt x="4742"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1"/>
              <p:cNvSpPr/>
              <p:nvPr/>
            </p:nvSpPr>
            <p:spPr>
              <a:xfrm>
                <a:off x="4435750" y="4135600"/>
                <a:ext cx="114775" cy="58550"/>
              </a:xfrm>
              <a:custGeom>
                <a:avLst/>
                <a:gdLst/>
                <a:ahLst/>
                <a:cxnLst/>
                <a:rect l="l" t="t" r="r" b="b"/>
                <a:pathLst>
                  <a:path w="4591" h="2342" extrusionOk="0">
                    <a:moveTo>
                      <a:pt x="153" y="1"/>
                    </a:moveTo>
                    <a:cubicBezTo>
                      <a:pt x="122" y="791"/>
                      <a:pt x="31" y="1551"/>
                      <a:pt x="1" y="2341"/>
                    </a:cubicBezTo>
                    <a:lnTo>
                      <a:pt x="4591" y="2341"/>
                    </a:lnTo>
                    <a:lnTo>
                      <a:pt x="4591"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1"/>
              <p:cNvSpPr/>
              <p:nvPr/>
            </p:nvSpPr>
            <p:spPr>
              <a:xfrm>
                <a:off x="5548250" y="3936525"/>
                <a:ext cx="130725" cy="55500"/>
              </a:xfrm>
              <a:custGeom>
                <a:avLst/>
                <a:gdLst/>
                <a:ahLst/>
                <a:cxnLst/>
                <a:rect l="l" t="t" r="r" b="b"/>
                <a:pathLst>
                  <a:path w="5229" h="2220" extrusionOk="0">
                    <a:moveTo>
                      <a:pt x="0" y="0"/>
                    </a:moveTo>
                    <a:cubicBezTo>
                      <a:pt x="456" y="730"/>
                      <a:pt x="912" y="1459"/>
                      <a:pt x="1398" y="2219"/>
                    </a:cubicBezTo>
                    <a:lnTo>
                      <a:pt x="5228" y="2219"/>
                    </a:lnTo>
                    <a:cubicBezTo>
                      <a:pt x="4651" y="1459"/>
                      <a:pt x="4043" y="730"/>
                      <a:pt x="3404"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1"/>
              <p:cNvSpPr/>
              <p:nvPr/>
            </p:nvSpPr>
            <p:spPr>
              <a:xfrm>
                <a:off x="5172850" y="3936525"/>
                <a:ext cx="96525" cy="55500"/>
              </a:xfrm>
              <a:custGeom>
                <a:avLst/>
                <a:gdLst/>
                <a:ahLst/>
                <a:cxnLst/>
                <a:rect l="l" t="t" r="r" b="b"/>
                <a:pathLst>
                  <a:path w="3861" h="2220" extrusionOk="0">
                    <a:moveTo>
                      <a:pt x="1" y="0"/>
                    </a:moveTo>
                    <a:cubicBezTo>
                      <a:pt x="183" y="730"/>
                      <a:pt x="335" y="1459"/>
                      <a:pt x="457" y="2219"/>
                    </a:cubicBezTo>
                    <a:lnTo>
                      <a:pt x="3861" y="2219"/>
                    </a:lnTo>
                    <a:cubicBezTo>
                      <a:pt x="3648" y="1459"/>
                      <a:pt x="3375" y="730"/>
                      <a:pt x="3071"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1"/>
              <p:cNvSpPr/>
              <p:nvPr/>
            </p:nvSpPr>
            <p:spPr>
              <a:xfrm>
                <a:off x="5045950" y="3936525"/>
                <a:ext cx="100325" cy="55500"/>
              </a:xfrm>
              <a:custGeom>
                <a:avLst/>
                <a:gdLst/>
                <a:ahLst/>
                <a:cxnLst/>
                <a:rect l="l" t="t" r="r" b="b"/>
                <a:pathLst>
                  <a:path w="4013" h="2220" extrusionOk="0">
                    <a:moveTo>
                      <a:pt x="31" y="0"/>
                    </a:moveTo>
                    <a:lnTo>
                      <a:pt x="1" y="2219"/>
                    </a:lnTo>
                    <a:lnTo>
                      <a:pt x="4013" y="2219"/>
                    </a:lnTo>
                    <a:cubicBezTo>
                      <a:pt x="3861" y="1459"/>
                      <a:pt x="3709" y="730"/>
                      <a:pt x="352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1"/>
              <p:cNvSpPr/>
              <p:nvPr/>
            </p:nvSpPr>
            <p:spPr>
              <a:xfrm>
                <a:off x="4745025" y="3936525"/>
                <a:ext cx="123150" cy="55500"/>
              </a:xfrm>
              <a:custGeom>
                <a:avLst/>
                <a:gdLst/>
                <a:ahLst/>
                <a:cxnLst/>
                <a:rect l="l" t="t" r="r" b="b"/>
                <a:pathLst>
                  <a:path w="4926" h="2220" extrusionOk="0">
                    <a:moveTo>
                      <a:pt x="1" y="0"/>
                    </a:moveTo>
                    <a:lnTo>
                      <a:pt x="1" y="2219"/>
                    </a:lnTo>
                    <a:lnTo>
                      <a:pt x="4925" y="2219"/>
                    </a:lnTo>
                    <a:lnTo>
                      <a:pt x="4925"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1"/>
              <p:cNvSpPr/>
              <p:nvPr/>
            </p:nvSpPr>
            <p:spPr>
              <a:xfrm>
                <a:off x="4904625" y="3936525"/>
                <a:ext cx="104125" cy="55500"/>
              </a:xfrm>
              <a:custGeom>
                <a:avLst/>
                <a:gdLst/>
                <a:ahLst/>
                <a:cxnLst/>
                <a:rect l="l" t="t" r="r" b="b"/>
                <a:pathLst>
                  <a:path w="4165" h="2220" extrusionOk="0">
                    <a:moveTo>
                      <a:pt x="61" y="0"/>
                    </a:moveTo>
                    <a:cubicBezTo>
                      <a:pt x="61" y="730"/>
                      <a:pt x="61" y="1459"/>
                      <a:pt x="0" y="2219"/>
                    </a:cubicBezTo>
                    <a:lnTo>
                      <a:pt x="4164" y="2219"/>
                    </a:lnTo>
                    <a:lnTo>
                      <a:pt x="4164"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1"/>
              <p:cNvSpPr/>
              <p:nvPr/>
            </p:nvSpPr>
            <p:spPr>
              <a:xfrm>
                <a:off x="5290650" y="3936525"/>
                <a:ext cx="107925" cy="55500"/>
              </a:xfrm>
              <a:custGeom>
                <a:avLst/>
                <a:gdLst/>
                <a:ahLst/>
                <a:cxnLst/>
                <a:rect l="l" t="t" r="r" b="b"/>
                <a:pathLst>
                  <a:path w="4317" h="2220" extrusionOk="0">
                    <a:moveTo>
                      <a:pt x="0" y="0"/>
                    </a:moveTo>
                    <a:cubicBezTo>
                      <a:pt x="274" y="730"/>
                      <a:pt x="517" y="1459"/>
                      <a:pt x="760" y="2219"/>
                    </a:cubicBezTo>
                    <a:lnTo>
                      <a:pt x="4316" y="2219"/>
                    </a:lnTo>
                    <a:cubicBezTo>
                      <a:pt x="3951" y="1459"/>
                      <a:pt x="3617" y="730"/>
                      <a:pt x="3222"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1"/>
              <p:cNvSpPr/>
              <p:nvPr/>
            </p:nvSpPr>
            <p:spPr>
              <a:xfrm>
                <a:off x="5413750" y="3936525"/>
                <a:ext cx="124650" cy="55500"/>
              </a:xfrm>
              <a:custGeom>
                <a:avLst/>
                <a:gdLst/>
                <a:ahLst/>
                <a:cxnLst/>
                <a:rect l="l" t="t" r="r" b="b"/>
                <a:pathLst>
                  <a:path w="4986" h="2220" extrusionOk="0">
                    <a:moveTo>
                      <a:pt x="0" y="0"/>
                    </a:moveTo>
                    <a:cubicBezTo>
                      <a:pt x="334" y="730"/>
                      <a:pt x="730" y="1459"/>
                      <a:pt x="1155" y="2219"/>
                    </a:cubicBezTo>
                    <a:lnTo>
                      <a:pt x="4985" y="2219"/>
                    </a:lnTo>
                    <a:cubicBezTo>
                      <a:pt x="4529" y="1490"/>
                      <a:pt x="4073" y="760"/>
                      <a:pt x="361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1"/>
              <p:cNvSpPr/>
              <p:nvPr/>
            </p:nvSpPr>
            <p:spPr>
              <a:xfrm>
                <a:off x="5612075" y="4033775"/>
                <a:ext cx="143650" cy="54750"/>
              </a:xfrm>
              <a:custGeom>
                <a:avLst/>
                <a:gdLst/>
                <a:ahLst/>
                <a:cxnLst/>
                <a:rect l="l" t="t" r="r" b="b"/>
                <a:pathLst>
                  <a:path w="5746" h="2190" extrusionOk="0">
                    <a:moveTo>
                      <a:pt x="0" y="1"/>
                    </a:moveTo>
                    <a:cubicBezTo>
                      <a:pt x="548" y="730"/>
                      <a:pt x="1095" y="1429"/>
                      <a:pt x="1611" y="2189"/>
                    </a:cubicBezTo>
                    <a:lnTo>
                      <a:pt x="5745" y="2189"/>
                    </a:lnTo>
                    <a:cubicBezTo>
                      <a:pt x="5198" y="1490"/>
                      <a:pt x="4560" y="730"/>
                      <a:pt x="4013"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1"/>
              <p:cNvSpPr/>
              <p:nvPr/>
            </p:nvSpPr>
            <p:spPr>
              <a:xfrm>
                <a:off x="5324075" y="4033775"/>
                <a:ext cx="125400" cy="54750"/>
              </a:xfrm>
              <a:custGeom>
                <a:avLst/>
                <a:gdLst/>
                <a:ahLst/>
                <a:cxnLst/>
                <a:rect l="l" t="t" r="r" b="b"/>
                <a:pathLst>
                  <a:path w="5016" h="2190" extrusionOk="0">
                    <a:moveTo>
                      <a:pt x="0" y="1"/>
                    </a:moveTo>
                    <a:cubicBezTo>
                      <a:pt x="213" y="730"/>
                      <a:pt x="456" y="1429"/>
                      <a:pt x="669" y="2189"/>
                    </a:cubicBezTo>
                    <a:lnTo>
                      <a:pt x="5016" y="2189"/>
                    </a:lnTo>
                    <a:cubicBezTo>
                      <a:pt x="4621" y="1429"/>
                      <a:pt x="4256" y="730"/>
                      <a:pt x="3861"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1"/>
              <p:cNvSpPr/>
              <p:nvPr/>
            </p:nvSpPr>
            <p:spPr>
              <a:xfrm>
                <a:off x="5191100" y="4033775"/>
                <a:ext cx="110950" cy="54750"/>
              </a:xfrm>
              <a:custGeom>
                <a:avLst/>
                <a:gdLst/>
                <a:ahLst/>
                <a:cxnLst/>
                <a:rect l="l" t="t" r="r" b="b"/>
                <a:pathLst>
                  <a:path w="4438" h="2190" extrusionOk="0">
                    <a:moveTo>
                      <a:pt x="0" y="1"/>
                    </a:moveTo>
                    <a:cubicBezTo>
                      <a:pt x="91" y="730"/>
                      <a:pt x="183" y="1429"/>
                      <a:pt x="274" y="2189"/>
                    </a:cubicBezTo>
                    <a:lnTo>
                      <a:pt x="4438" y="2189"/>
                    </a:lnTo>
                    <a:cubicBezTo>
                      <a:pt x="4164" y="1429"/>
                      <a:pt x="3921" y="730"/>
                      <a:pt x="370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1"/>
              <p:cNvSpPr/>
              <p:nvPr/>
            </p:nvSpPr>
            <p:spPr>
              <a:xfrm>
                <a:off x="5047475" y="4033775"/>
                <a:ext cx="112475" cy="54750"/>
              </a:xfrm>
              <a:custGeom>
                <a:avLst/>
                <a:gdLst/>
                <a:ahLst/>
                <a:cxnLst/>
                <a:rect l="l" t="t" r="r" b="b"/>
                <a:pathLst>
                  <a:path w="4499" h="2190" extrusionOk="0">
                    <a:moveTo>
                      <a:pt x="0" y="1"/>
                    </a:moveTo>
                    <a:cubicBezTo>
                      <a:pt x="31" y="730"/>
                      <a:pt x="61" y="1429"/>
                      <a:pt x="92" y="2189"/>
                    </a:cubicBezTo>
                    <a:lnTo>
                      <a:pt x="4499" y="2189"/>
                    </a:lnTo>
                    <a:cubicBezTo>
                      <a:pt x="4408" y="1429"/>
                      <a:pt x="4317" y="730"/>
                      <a:pt x="422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1"/>
              <p:cNvSpPr/>
              <p:nvPr/>
            </p:nvSpPr>
            <p:spPr>
              <a:xfrm>
                <a:off x="4904625" y="4033775"/>
                <a:ext cx="107925" cy="54750"/>
              </a:xfrm>
              <a:custGeom>
                <a:avLst/>
                <a:gdLst/>
                <a:ahLst/>
                <a:cxnLst/>
                <a:rect l="l" t="t" r="r" b="b"/>
                <a:pathLst>
                  <a:path w="4317" h="2190" extrusionOk="0">
                    <a:moveTo>
                      <a:pt x="0" y="1"/>
                    </a:moveTo>
                    <a:lnTo>
                      <a:pt x="0" y="2189"/>
                    </a:lnTo>
                    <a:lnTo>
                      <a:pt x="4316" y="2189"/>
                    </a:lnTo>
                    <a:cubicBezTo>
                      <a:pt x="4255" y="1429"/>
                      <a:pt x="4225" y="730"/>
                      <a:pt x="419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1"/>
              <p:cNvSpPr/>
              <p:nvPr/>
            </p:nvSpPr>
            <p:spPr>
              <a:xfrm>
                <a:off x="4745025" y="4033775"/>
                <a:ext cx="121625" cy="54750"/>
              </a:xfrm>
              <a:custGeom>
                <a:avLst/>
                <a:gdLst/>
                <a:ahLst/>
                <a:cxnLst/>
                <a:rect l="l" t="t" r="r" b="b"/>
                <a:pathLst>
                  <a:path w="4865" h="2190" extrusionOk="0">
                    <a:moveTo>
                      <a:pt x="1" y="1"/>
                    </a:moveTo>
                    <a:lnTo>
                      <a:pt x="1" y="2189"/>
                    </a:lnTo>
                    <a:lnTo>
                      <a:pt x="4864" y="2189"/>
                    </a:lnTo>
                    <a:lnTo>
                      <a:pt x="4864"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1"/>
              <p:cNvSpPr/>
              <p:nvPr/>
            </p:nvSpPr>
            <p:spPr>
              <a:xfrm>
                <a:off x="5463125" y="4033775"/>
                <a:ext cx="142900" cy="54750"/>
              </a:xfrm>
              <a:custGeom>
                <a:avLst/>
                <a:gdLst/>
                <a:ahLst/>
                <a:cxnLst/>
                <a:rect l="l" t="t" r="r" b="b"/>
                <a:pathLst>
                  <a:path w="5716" h="2190" extrusionOk="0">
                    <a:moveTo>
                      <a:pt x="1" y="1"/>
                    </a:moveTo>
                    <a:cubicBezTo>
                      <a:pt x="396" y="730"/>
                      <a:pt x="761" y="1429"/>
                      <a:pt x="1186" y="2189"/>
                    </a:cubicBezTo>
                    <a:lnTo>
                      <a:pt x="5715" y="2189"/>
                    </a:lnTo>
                    <a:cubicBezTo>
                      <a:pt x="5138" y="1490"/>
                      <a:pt x="4651" y="730"/>
                      <a:pt x="4104"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1"/>
              <p:cNvSpPr/>
              <p:nvPr/>
            </p:nvSpPr>
            <p:spPr>
              <a:xfrm>
                <a:off x="5688050" y="4135600"/>
                <a:ext cx="164175" cy="58550"/>
              </a:xfrm>
              <a:custGeom>
                <a:avLst/>
                <a:gdLst/>
                <a:ahLst/>
                <a:cxnLst/>
                <a:rect l="l" t="t" r="r" b="b"/>
                <a:pathLst>
                  <a:path w="6567" h="2342" extrusionOk="0">
                    <a:moveTo>
                      <a:pt x="1" y="1"/>
                    </a:moveTo>
                    <a:cubicBezTo>
                      <a:pt x="639" y="791"/>
                      <a:pt x="1247" y="1551"/>
                      <a:pt x="1855" y="2341"/>
                    </a:cubicBezTo>
                    <a:lnTo>
                      <a:pt x="6566" y="2341"/>
                    </a:lnTo>
                    <a:cubicBezTo>
                      <a:pt x="6019" y="1825"/>
                      <a:pt x="5472" y="1277"/>
                      <a:pt x="4986" y="700"/>
                    </a:cubicBezTo>
                    <a:cubicBezTo>
                      <a:pt x="4773" y="487"/>
                      <a:pt x="4560" y="214"/>
                      <a:pt x="434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1"/>
              <p:cNvSpPr/>
              <p:nvPr/>
            </p:nvSpPr>
            <p:spPr>
              <a:xfrm>
                <a:off x="5518600" y="4135600"/>
                <a:ext cx="167975" cy="58550"/>
              </a:xfrm>
              <a:custGeom>
                <a:avLst/>
                <a:gdLst/>
                <a:ahLst/>
                <a:cxnLst/>
                <a:rect l="l" t="t" r="r" b="b"/>
                <a:pathLst>
                  <a:path w="6719" h="2342" extrusionOk="0">
                    <a:moveTo>
                      <a:pt x="1" y="1"/>
                    </a:moveTo>
                    <a:cubicBezTo>
                      <a:pt x="426" y="791"/>
                      <a:pt x="882" y="1581"/>
                      <a:pt x="1338" y="2341"/>
                    </a:cubicBezTo>
                    <a:lnTo>
                      <a:pt x="6718" y="2341"/>
                    </a:lnTo>
                    <a:cubicBezTo>
                      <a:pt x="6141" y="1551"/>
                      <a:pt x="5533" y="791"/>
                      <a:pt x="492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1"/>
              <p:cNvSpPr/>
              <p:nvPr/>
            </p:nvSpPr>
            <p:spPr>
              <a:xfrm>
                <a:off x="5356000" y="4135600"/>
                <a:ext cx="151225" cy="58550"/>
              </a:xfrm>
              <a:custGeom>
                <a:avLst/>
                <a:gdLst/>
                <a:ahLst/>
                <a:cxnLst/>
                <a:rect l="l" t="t" r="r" b="b"/>
                <a:pathLst>
                  <a:path w="6049" h="2342" extrusionOk="0">
                    <a:moveTo>
                      <a:pt x="0" y="1"/>
                    </a:moveTo>
                    <a:cubicBezTo>
                      <a:pt x="274" y="791"/>
                      <a:pt x="547" y="1581"/>
                      <a:pt x="760" y="2341"/>
                    </a:cubicBezTo>
                    <a:lnTo>
                      <a:pt x="6049" y="2341"/>
                    </a:lnTo>
                    <a:cubicBezTo>
                      <a:pt x="5623" y="1551"/>
                      <a:pt x="5167" y="791"/>
                      <a:pt x="4742"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1"/>
              <p:cNvSpPr/>
              <p:nvPr/>
            </p:nvSpPr>
            <p:spPr>
              <a:xfrm>
                <a:off x="5203250" y="4135600"/>
                <a:ext cx="132250" cy="58550"/>
              </a:xfrm>
              <a:custGeom>
                <a:avLst/>
                <a:gdLst/>
                <a:ahLst/>
                <a:cxnLst/>
                <a:rect l="l" t="t" r="r" b="b"/>
                <a:pathLst>
                  <a:path w="5290" h="2342" extrusionOk="0">
                    <a:moveTo>
                      <a:pt x="1" y="1"/>
                    </a:moveTo>
                    <a:cubicBezTo>
                      <a:pt x="122" y="791"/>
                      <a:pt x="183" y="1551"/>
                      <a:pt x="274" y="2341"/>
                    </a:cubicBezTo>
                    <a:lnTo>
                      <a:pt x="5289" y="2341"/>
                    </a:lnTo>
                    <a:cubicBezTo>
                      <a:pt x="5016" y="1551"/>
                      <a:pt x="4773" y="791"/>
                      <a:pt x="452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1"/>
              <p:cNvSpPr/>
              <p:nvPr/>
            </p:nvSpPr>
            <p:spPr>
              <a:xfrm>
                <a:off x="5052800" y="4135600"/>
                <a:ext cx="119325" cy="58550"/>
              </a:xfrm>
              <a:custGeom>
                <a:avLst/>
                <a:gdLst/>
                <a:ahLst/>
                <a:cxnLst/>
                <a:rect l="l" t="t" r="r" b="b"/>
                <a:pathLst>
                  <a:path w="4773" h="2342" extrusionOk="0">
                    <a:moveTo>
                      <a:pt x="0" y="1"/>
                    </a:moveTo>
                    <a:cubicBezTo>
                      <a:pt x="61" y="791"/>
                      <a:pt x="122" y="1551"/>
                      <a:pt x="122" y="2341"/>
                    </a:cubicBezTo>
                    <a:lnTo>
                      <a:pt x="4772" y="2341"/>
                    </a:lnTo>
                    <a:cubicBezTo>
                      <a:pt x="4681" y="1551"/>
                      <a:pt x="4560" y="791"/>
                      <a:pt x="449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1"/>
              <p:cNvSpPr/>
              <p:nvPr/>
            </p:nvSpPr>
            <p:spPr>
              <a:xfrm>
                <a:off x="4903850" y="4135600"/>
                <a:ext cx="116300" cy="58550"/>
              </a:xfrm>
              <a:custGeom>
                <a:avLst/>
                <a:gdLst/>
                <a:ahLst/>
                <a:cxnLst/>
                <a:rect l="l" t="t" r="r" b="b"/>
                <a:pathLst>
                  <a:path w="4652" h="2342" extrusionOk="0">
                    <a:moveTo>
                      <a:pt x="31" y="1"/>
                    </a:moveTo>
                    <a:cubicBezTo>
                      <a:pt x="1" y="791"/>
                      <a:pt x="1" y="1551"/>
                      <a:pt x="31" y="2341"/>
                    </a:cubicBezTo>
                    <a:lnTo>
                      <a:pt x="4651" y="2341"/>
                    </a:lnTo>
                    <a:cubicBezTo>
                      <a:pt x="4590" y="1551"/>
                      <a:pt x="4530" y="791"/>
                      <a:pt x="449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1"/>
              <p:cNvSpPr/>
              <p:nvPr/>
            </p:nvSpPr>
            <p:spPr>
              <a:xfrm>
                <a:off x="4580900" y="4135600"/>
                <a:ext cx="288775" cy="58550"/>
              </a:xfrm>
              <a:custGeom>
                <a:avLst/>
                <a:gdLst/>
                <a:ahLst/>
                <a:cxnLst/>
                <a:rect l="l" t="t" r="r" b="b"/>
                <a:pathLst>
                  <a:path w="11551" h="2342" extrusionOk="0">
                    <a:moveTo>
                      <a:pt x="0" y="1"/>
                    </a:moveTo>
                    <a:lnTo>
                      <a:pt x="0" y="2341"/>
                    </a:lnTo>
                    <a:lnTo>
                      <a:pt x="11551" y="2341"/>
                    </a:lnTo>
                    <a:lnTo>
                      <a:pt x="11551"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1"/>
              <p:cNvSpPr/>
              <p:nvPr/>
            </p:nvSpPr>
            <p:spPr>
              <a:xfrm>
                <a:off x="3832400" y="2798200"/>
                <a:ext cx="1763750" cy="1006875"/>
              </a:xfrm>
              <a:custGeom>
                <a:avLst/>
                <a:gdLst/>
                <a:ahLst/>
                <a:cxnLst/>
                <a:rect l="l" t="t" r="r" b="b"/>
                <a:pathLst>
                  <a:path w="70550" h="40275" extrusionOk="0">
                    <a:moveTo>
                      <a:pt x="1" y="1"/>
                    </a:moveTo>
                    <a:lnTo>
                      <a:pt x="1" y="40275"/>
                    </a:lnTo>
                    <a:lnTo>
                      <a:pt x="70549" y="40275"/>
                    </a:lnTo>
                    <a:lnTo>
                      <a:pt x="705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1"/>
              <p:cNvSpPr/>
              <p:nvPr/>
            </p:nvSpPr>
            <p:spPr>
              <a:xfrm>
                <a:off x="4024650" y="2735075"/>
                <a:ext cx="307800" cy="283900"/>
              </a:xfrm>
              <a:custGeom>
                <a:avLst/>
                <a:gdLst/>
                <a:ahLst/>
                <a:cxnLst/>
                <a:rect l="l" t="t" r="r" b="b"/>
                <a:pathLst>
                  <a:path w="12312" h="11356" extrusionOk="0">
                    <a:moveTo>
                      <a:pt x="11076" y="0"/>
                    </a:moveTo>
                    <a:cubicBezTo>
                      <a:pt x="10993" y="0"/>
                      <a:pt x="10943" y="3"/>
                      <a:pt x="10943" y="3"/>
                    </a:cubicBezTo>
                    <a:cubicBezTo>
                      <a:pt x="10670" y="611"/>
                      <a:pt x="9454" y="6720"/>
                      <a:pt x="9454" y="6720"/>
                    </a:cubicBezTo>
                    <a:cubicBezTo>
                      <a:pt x="9454" y="6720"/>
                      <a:pt x="2645" y="7663"/>
                      <a:pt x="1156" y="7663"/>
                    </a:cubicBezTo>
                    <a:cubicBezTo>
                      <a:pt x="1" y="7875"/>
                      <a:pt x="1308" y="11097"/>
                      <a:pt x="2372" y="11340"/>
                    </a:cubicBezTo>
                    <a:cubicBezTo>
                      <a:pt x="2423" y="11351"/>
                      <a:pt x="2489" y="11356"/>
                      <a:pt x="2568" y="11356"/>
                    </a:cubicBezTo>
                    <a:cubicBezTo>
                      <a:pt x="4113" y="11356"/>
                      <a:pt x="10591" y="9460"/>
                      <a:pt x="11430" y="8939"/>
                    </a:cubicBezTo>
                    <a:cubicBezTo>
                      <a:pt x="12311" y="8362"/>
                      <a:pt x="12068" y="1735"/>
                      <a:pt x="12068" y="124"/>
                    </a:cubicBezTo>
                    <a:cubicBezTo>
                      <a:pt x="11699" y="16"/>
                      <a:pt x="11283" y="0"/>
                      <a:pt x="11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1"/>
              <p:cNvSpPr/>
              <p:nvPr/>
            </p:nvSpPr>
            <p:spPr>
              <a:xfrm>
                <a:off x="4224500" y="3941825"/>
                <a:ext cx="175700" cy="45675"/>
              </a:xfrm>
              <a:custGeom>
                <a:avLst/>
                <a:gdLst/>
                <a:ahLst/>
                <a:cxnLst/>
                <a:rect l="l" t="t" r="r" b="b"/>
                <a:pathLst>
                  <a:path w="7028" h="1827" extrusionOk="0">
                    <a:moveTo>
                      <a:pt x="1217" y="1"/>
                    </a:moveTo>
                    <a:cubicBezTo>
                      <a:pt x="1217" y="1"/>
                      <a:pt x="1" y="1369"/>
                      <a:pt x="1126" y="1460"/>
                    </a:cubicBezTo>
                    <a:cubicBezTo>
                      <a:pt x="1805" y="1538"/>
                      <a:pt x="4074" y="1826"/>
                      <a:pt x="5576" y="1826"/>
                    </a:cubicBezTo>
                    <a:cubicBezTo>
                      <a:pt x="6424" y="1826"/>
                      <a:pt x="7027" y="1734"/>
                      <a:pt x="6961" y="1460"/>
                    </a:cubicBezTo>
                    <a:cubicBezTo>
                      <a:pt x="6749" y="700"/>
                      <a:pt x="1217" y="1"/>
                      <a:pt x="1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1"/>
              <p:cNvSpPr/>
              <p:nvPr/>
            </p:nvSpPr>
            <p:spPr>
              <a:xfrm>
                <a:off x="3891675" y="3948800"/>
                <a:ext cx="104750" cy="75175"/>
              </a:xfrm>
              <a:custGeom>
                <a:avLst/>
                <a:gdLst/>
                <a:ahLst/>
                <a:cxnLst/>
                <a:rect l="l" t="t" r="r" b="b"/>
                <a:pathLst>
                  <a:path w="4190" h="3007" extrusionOk="0">
                    <a:moveTo>
                      <a:pt x="3606" y="1"/>
                    </a:moveTo>
                    <a:cubicBezTo>
                      <a:pt x="2833" y="1"/>
                      <a:pt x="1216" y="1546"/>
                      <a:pt x="1216" y="1546"/>
                    </a:cubicBezTo>
                    <a:cubicBezTo>
                      <a:pt x="1216" y="1546"/>
                      <a:pt x="1" y="2944"/>
                      <a:pt x="1095" y="3005"/>
                    </a:cubicBezTo>
                    <a:cubicBezTo>
                      <a:pt x="1120" y="3006"/>
                      <a:pt x="1146" y="3007"/>
                      <a:pt x="1172" y="3007"/>
                    </a:cubicBezTo>
                    <a:cubicBezTo>
                      <a:pt x="2696" y="3007"/>
                      <a:pt x="4190" y="386"/>
                      <a:pt x="3861" y="87"/>
                    </a:cubicBezTo>
                    <a:cubicBezTo>
                      <a:pt x="3794" y="27"/>
                      <a:pt x="3707" y="1"/>
                      <a:pt x="3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1"/>
              <p:cNvSpPr/>
              <p:nvPr/>
            </p:nvSpPr>
            <p:spPr>
              <a:xfrm>
                <a:off x="3910675" y="3308100"/>
                <a:ext cx="487875" cy="700150"/>
              </a:xfrm>
              <a:custGeom>
                <a:avLst/>
                <a:gdLst/>
                <a:ahLst/>
                <a:cxnLst/>
                <a:rect l="l" t="t" r="r" b="b"/>
                <a:pathLst>
                  <a:path w="19515" h="28006" extrusionOk="0">
                    <a:moveTo>
                      <a:pt x="1247" y="0"/>
                    </a:moveTo>
                    <a:cubicBezTo>
                      <a:pt x="1247" y="0"/>
                      <a:pt x="0" y="27660"/>
                      <a:pt x="0" y="27842"/>
                    </a:cubicBezTo>
                    <a:cubicBezTo>
                      <a:pt x="0" y="27931"/>
                      <a:pt x="283" y="28006"/>
                      <a:pt x="597" y="28006"/>
                    </a:cubicBezTo>
                    <a:cubicBezTo>
                      <a:pt x="926" y="28006"/>
                      <a:pt x="1290" y="27924"/>
                      <a:pt x="1399" y="27690"/>
                    </a:cubicBezTo>
                    <a:cubicBezTo>
                      <a:pt x="2037" y="25289"/>
                      <a:pt x="6414" y="5836"/>
                      <a:pt x="6414" y="5836"/>
                    </a:cubicBezTo>
                    <a:lnTo>
                      <a:pt x="8177" y="6079"/>
                    </a:lnTo>
                    <a:lnTo>
                      <a:pt x="15289" y="12341"/>
                    </a:lnTo>
                    <a:cubicBezTo>
                      <a:pt x="15289" y="12341"/>
                      <a:pt x="13557" y="24955"/>
                      <a:pt x="13618" y="25411"/>
                    </a:cubicBezTo>
                    <a:cubicBezTo>
                      <a:pt x="13651" y="25660"/>
                      <a:pt x="14138" y="25782"/>
                      <a:pt x="14593" y="25782"/>
                    </a:cubicBezTo>
                    <a:cubicBezTo>
                      <a:pt x="14970" y="25782"/>
                      <a:pt x="15326" y="25698"/>
                      <a:pt x="15381" y="25532"/>
                    </a:cubicBezTo>
                    <a:cubicBezTo>
                      <a:pt x="15502" y="25137"/>
                      <a:pt x="19514" y="12067"/>
                      <a:pt x="19514" y="11277"/>
                    </a:cubicBezTo>
                    <a:cubicBezTo>
                      <a:pt x="19514" y="10487"/>
                      <a:pt x="10852" y="30"/>
                      <a:pt x="10852" y="30"/>
                    </a:cubicBezTo>
                    <a:lnTo>
                      <a:pt x="1247" y="30"/>
                    </a:lnTo>
                    <a:lnTo>
                      <a:pt x="12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1"/>
              <p:cNvSpPr/>
              <p:nvPr/>
            </p:nvSpPr>
            <p:spPr>
              <a:xfrm>
                <a:off x="3928150" y="2670675"/>
                <a:ext cx="237275" cy="257600"/>
              </a:xfrm>
              <a:custGeom>
                <a:avLst/>
                <a:gdLst/>
                <a:ahLst/>
                <a:cxnLst/>
                <a:rect l="l" t="t" r="r" b="b"/>
                <a:pathLst>
                  <a:path w="9491" h="10304" extrusionOk="0">
                    <a:moveTo>
                      <a:pt x="3634" y="1"/>
                    </a:moveTo>
                    <a:cubicBezTo>
                      <a:pt x="1872" y="1"/>
                      <a:pt x="1" y="994"/>
                      <a:pt x="1" y="3308"/>
                    </a:cubicBezTo>
                    <a:cubicBezTo>
                      <a:pt x="1" y="5406"/>
                      <a:pt x="2189" y="7716"/>
                      <a:pt x="3405" y="8050"/>
                    </a:cubicBezTo>
                    <a:cubicBezTo>
                      <a:pt x="3648" y="8141"/>
                      <a:pt x="3253" y="9296"/>
                      <a:pt x="3131" y="9874"/>
                    </a:cubicBezTo>
                    <a:cubicBezTo>
                      <a:pt x="3058" y="10152"/>
                      <a:pt x="3565" y="10304"/>
                      <a:pt x="4137" y="10304"/>
                    </a:cubicBezTo>
                    <a:cubicBezTo>
                      <a:pt x="4750" y="10304"/>
                      <a:pt x="5437" y="10130"/>
                      <a:pt x="5563" y="9752"/>
                    </a:cubicBezTo>
                    <a:cubicBezTo>
                      <a:pt x="5745" y="9053"/>
                      <a:pt x="5897" y="8050"/>
                      <a:pt x="6080" y="8020"/>
                    </a:cubicBezTo>
                    <a:cubicBezTo>
                      <a:pt x="7204" y="8020"/>
                      <a:pt x="7751" y="7716"/>
                      <a:pt x="8055" y="7138"/>
                    </a:cubicBezTo>
                    <a:cubicBezTo>
                      <a:pt x="8329" y="6652"/>
                      <a:pt x="8481" y="6105"/>
                      <a:pt x="8177" y="4950"/>
                    </a:cubicBezTo>
                    <a:lnTo>
                      <a:pt x="8177" y="4950"/>
                    </a:lnTo>
                    <a:cubicBezTo>
                      <a:pt x="8195" y="4953"/>
                      <a:pt x="8216" y="4955"/>
                      <a:pt x="8238" y="4955"/>
                    </a:cubicBezTo>
                    <a:cubicBezTo>
                      <a:pt x="8618" y="4955"/>
                      <a:pt x="9491" y="4489"/>
                      <a:pt x="9089" y="4403"/>
                    </a:cubicBezTo>
                    <a:cubicBezTo>
                      <a:pt x="7873" y="4190"/>
                      <a:pt x="7387" y="3369"/>
                      <a:pt x="7052" y="2883"/>
                    </a:cubicBezTo>
                    <a:cubicBezTo>
                      <a:pt x="6688" y="1667"/>
                      <a:pt x="5897" y="603"/>
                      <a:pt x="5077" y="238"/>
                    </a:cubicBezTo>
                    <a:cubicBezTo>
                      <a:pt x="4636" y="82"/>
                      <a:pt x="4139" y="1"/>
                      <a:pt x="36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1"/>
              <p:cNvSpPr/>
              <p:nvPr/>
            </p:nvSpPr>
            <p:spPr>
              <a:xfrm>
                <a:off x="3893200" y="2898375"/>
                <a:ext cx="333625" cy="468250"/>
              </a:xfrm>
              <a:custGeom>
                <a:avLst/>
                <a:gdLst/>
                <a:ahLst/>
                <a:cxnLst/>
                <a:rect l="l" t="t" r="r" b="b"/>
                <a:pathLst>
                  <a:path w="13345" h="18730" extrusionOk="0">
                    <a:moveTo>
                      <a:pt x="6449" y="1"/>
                    </a:moveTo>
                    <a:cubicBezTo>
                      <a:pt x="4923" y="1"/>
                      <a:pt x="3166" y="398"/>
                      <a:pt x="1368" y="1647"/>
                    </a:cubicBezTo>
                    <a:cubicBezTo>
                      <a:pt x="0" y="2103"/>
                      <a:pt x="122" y="9550"/>
                      <a:pt x="1399" y="17605"/>
                    </a:cubicBezTo>
                    <a:cubicBezTo>
                      <a:pt x="2523" y="18304"/>
                      <a:pt x="4978" y="18730"/>
                      <a:pt x="7265" y="18730"/>
                    </a:cubicBezTo>
                    <a:cubicBezTo>
                      <a:pt x="9552" y="18730"/>
                      <a:pt x="11672" y="18304"/>
                      <a:pt x="12128" y="17301"/>
                    </a:cubicBezTo>
                    <a:cubicBezTo>
                      <a:pt x="9271" y="10371"/>
                      <a:pt x="13344" y="1951"/>
                      <a:pt x="11216" y="1191"/>
                    </a:cubicBezTo>
                    <a:cubicBezTo>
                      <a:pt x="10748" y="1023"/>
                      <a:pt x="8896" y="1"/>
                      <a:pt x="64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1"/>
              <p:cNvSpPr/>
              <p:nvPr/>
            </p:nvSpPr>
            <p:spPr>
              <a:xfrm>
                <a:off x="3887875" y="2650100"/>
                <a:ext cx="214325" cy="219975"/>
              </a:xfrm>
              <a:custGeom>
                <a:avLst/>
                <a:gdLst/>
                <a:ahLst/>
                <a:cxnLst/>
                <a:rect l="l" t="t" r="r" b="b"/>
                <a:pathLst>
                  <a:path w="8573" h="8799" extrusionOk="0">
                    <a:moveTo>
                      <a:pt x="6562" y="1"/>
                    </a:moveTo>
                    <a:cubicBezTo>
                      <a:pt x="6416" y="1"/>
                      <a:pt x="6308" y="218"/>
                      <a:pt x="6323" y="514"/>
                    </a:cubicBezTo>
                    <a:cubicBezTo>
                      <a:pt x="5583" y="176"/>
                      <a:pt x="4888" y="22"/>
                      <a:pt x="4251" y="22"/>
                    </a:cubicBezTo>
                    <a:cubicBezTo>
                      <a:pt x="2086" y="22"/>
                      <a:pt x="593" y="1792"/>
                      <a:pt x="335" y="4071"/>
                    </a:cubicBezTo>
                    <a:cubicBezTo>
                      <a:pt x="1" y="7019"/>
                      <a:pt x="4043" y="8265"/>
                      <a:pt x="4256" y="8417"/>
                    </a:cubicBezTo>
                    <a:cubicBezTo>
                      <a:pt x="4415" y="8550"/>
                      <a:pt x="4319" y="8799"/>
                      <a:pt x="4738" y="8799"/>
                    </a:cubicBezTo>
                    <a:cubicBezTo>
                      <a:pt x="4799" y="8799"/>
                      <a:pt x="4871" y="8793"/>
                      <a:pt x="4955" y="8782"/>
                    </a:cubicBezTo>
                    <a:cubicBezTo>
                      <a:pt x="5685" y="8721"/>
                      <a:pt x="6627" y="8417"/>
                      <a:pt x="6870" y="7961"/>
                    </a:cubicBezTo>
                    <a:cubicBezTo>
                      <a:pt x="7083" y="7505"/>
                      <a:pt x="5563" y="5378"/>
                      <a:pt x="6718" y="4587"/>
                    </a:cubicBezTo>
                    <a:lnTo>
                      <a:pt x="6718" y="4587"/>
                    </a:lnTo>
                    <a:cubicBezTo>
                      <a:pt x="6933" y="4874"/>
                      <a:pt x="7167" y="5218"/>
                      <a:pt x="7494" y="5218"/>
                    </a:cubicBezTo>
                    <a:cubicBezTo>
                      <a:pt x="7583" y="5218"/>
                      <a:pt x="7678" y="5193"/>
                      <a:pt x="7782" y="5134"/>
                    </a:cubicBezTo>
                    <a:cubicBezTo>
                      <a:pt x="7995" y="5043"/>
                      <a:pt x="7144" y="4192"/>
                      <a:pt x="6992" y="3432"/>
                    </a:cubicBezTo>
                    <a:cubicBezTo>
                      <a:pt x="6863" y="2663"/>
                      <a:pt x="7233" y="1958"/>
                      <a:pt x="7662" y="1958"/>
                    </a:cubicBezTo>
                    <a:cubicBezTo>
                      <a:pt x="7742" y="1958"/>
                      <a:pt x="7823" y="1982"/>
                      <a:pt x="7903" y="2034"/>
                    </a:cubicBezTo>
                    <a:cubicBezTo>
                      <a:pt x="8572" y="1456"/>
                      <a:pt x="7812" y="1426"/>
                      <a:pt x="7812" y="1426"/>
                    </a:cubicBezTo>
                    <a:cubicBezTo>
                      <a:pt x="7889" y="809"/>
                      <a:pt x="7783" y="314"/>
                      <a:pt x="7555" y="314"/>
                    </a:cubicBezTo>
                    <a:cubicBezTo>
                      <a:pt x="7424" y="314"/>
                      <a:pt x="7252" y="479"/>
                      <a:pt x="7052" y="879"/>
                    </a:cubicBezTo>
                    <a:cubicBezTo>
                      <a:pt x="6912" y="240"/>
                      <a:pt x="6716" y="1"/>
                      <a:pt x="6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1"/>
              <p:cNvSpPr/>
              <p:nvPr/>
            </p:nvSpPr>
            <p:spPr>
              <a:xfrm>
                <a:off x="4473000" y="2779900"/>
                <a:ext cx="68400" cy="130025"/>
              </a:xfrm>
              <a:custGeom>
                <a:avLst/>
                <a:gdLst/>
                <a:ahLst/>
                <a:cxnLst/>
                <a:rect l="l" t="t" r="r" b="b"/>
                <a:pathLst>
                  <a:path w="2736" h="5201" extrusionOk="0">
                    <a:moveTo>
                      <a:pt x="2121" y="0"/>
                    </a:moveTo>
                    <a:cubicBezTo>
                      <a:pt x="1617" y="0"/>
                      <a:pt x="1728" y="1837"/>
                      <a:pt x="1520" y="2283"/>
                    </a:cubicBezTo>
                    <a:cubicBezTo>
                      <a:pt x="1307" y="2739"/>
                      <a:pt x="1155" y="2769"/>
                      <a:pt x="1003" y="2800"/>
                    </a:cubicBezTo>
                    <a:cubicBezTo>
                      <a:pt x="993" y="2802"/>
                      <a:pt x="984" y="2804"/>
                      <a:pt x="975" y="2804"/>
                    </a:cubicBezTo>
                    <a:cubicBezTo>
                      <a:pt x="720" y="2804"/>
                      <a:pt x="825" y="1637"/>
                      <a:pt x="424" y="1637"/>
                    </a:cubicBezTo>
                    <a:cubicBezTo>
                      <a:pt x="405" y="1637"/>
                      <a:pt x="386" y="1639"/>
                      <a:pt x="365" y="1645"/>
                    </a:cubicBezTo>
                    <a:cubicBezTo>
                      <a:pt x="91" y="1675"/>
                      <a:pt x="0" y="4897"/>
                      <a:pt x="0" y="4897"/>
                    </a:cubicBezTo>
                    <a:lnTo>
                      <a:pt x="547" y="5201"/>
                    </a:lnTo>
                    <a:cubicBezTo>
                      <a:pt x="1398" y="4562"/>
                      <a:pt x="2371" y="3377"/>
                      <a:pt x="2614" y="2860"/>
                    </a:cubicBezTo>
                    <a:cubicBezTo>
                      <a:pt x="2736" y="2009"/>
                      <a:pt x="2341" y="1219"/>
                      <a:pt x="2158" y="3"/>
                    </a:cubicBezTo>
                    <a:cubicBezTo>
                      <a:pt x="2146" y="1"/>
                      <a:pt x="2133" y="0"/>
                      <a:pt x="21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1"/>
              <p:cNvSpPr/>
              <p:nvPr/>
            </p:nvSpPr>
            <p:spPr>
              <a:xfrm>
                <a:off x="4136150" y="2894700"/>
                <a:ext cx="358150" cy="206425"/>
              </a:xfrm>
              <a:custGeom>
                <a:avLst/>
                <a:gdLst/>
                <a:ahLst/>
                <a:cxnLst/>
                <a:rect l="l" t="t" r="r" b="b"/>
                <a:pathLst>
                  <a:path w="14326" h="8257" extrusionOk="0">
                    <a:moveTo>
                      <a:pt x="13383" y="1"/>
                    </a:moveTo>
                    <a:cubicBezTo>
                      <a:pt x="12866" y="366"/>
                      <a:pt x="9006" y="4560"/>
                      <a:pt x="9006" y="4560"/>
                    </a:cubicBezTo>
                    <a:cubicBezTo>
                      <a:pt x="9006" y="4560"/>
                      <a:pt x="2897" y="2189"/>
                      <a:pt x="1650" y="1399"/>
                    </a:cubicBezTo>
                    <a:cubicBezTo>
                      <a:pt x="1575" y="1367"/>
                      <a:pt x="1501" y="1352"/>
                      <a:pt x="1431" y="1352"/>
                    </a:cubicBezTo>
                    <a:cubicBezTo>
                      <a:pt x="429" y="1352"/>
                      <a:pt x="0" y="4399"/>
                      <a:pt x="738" y="5138"/>
                    </a:cubicBezTo>
                    <a:cubicBezTo>
                      <a:pt x="1498" y="5898"/>
                      <a:pt x="8307" y="7843"/>
                      <a:pt x="9219" y="8238"/>
                    </a:cubicBezTo>
                    <a:cubicBezTo>
                      <a:pt x="9247" y="8251"/>
                      <a:pt x="9277" y="8257"/>
                      <a:pt x="9309" y="8257"/>
                    </a:cubicBezTo>
                    <a:cubicBezTo>
                      <a:pt x="10388" y="8257"/>
                      <a:pt x="14089" y="1607"/>
                      <a:pt x="14325" y="426"/>
                    </a:cubicBezTo>
                    <a:cubicBezTo>
                      <a:pt x="13961" y="1"/>
                      <a:pt x="13383" y="1"/>
                      <a:pt x="13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1"/>
              <p:cNvSpPr/>
              <p:nvPr/>
            </p:nvSpPr>
            <p:spPr>
              <a:xfrm>
                <a:off x="4691850" y="2541225"/>
                <a:ext cx="120075" cy="65875"/>
              </a:xfrm>
              <a:custGeom>
                <a:avLst/>
                <a:gdLst/>
                <a:ahLst/>
                <a:cxnLst/>
                <a:rect l="l" t="t" r="r" b="b"/>
                <a:pathLst>
                  <a:path w="4803" h="2635" extrusionOk="0">
                    <a:moveTo>
                      <a:pt x="4267" y="0"/>
                    </a:moveTo>
                    <a:cubicBezTo>
                      <a:pt x="3742" y="0"/>
                      <a:pt x="1518" y="416"/>
                      <a:pt x="1490" y="644"/>
                    </a:cubicBezTo>
                    <a:cubicBezTo>
                      <a:pt x="1459" y="1100"/>
                      <a:pt x="2675" y="887"/>
                      <a:pt x="2645" y="1161"/>
                    </a:cubicBezTo>
                    <a:cubicBezTo>
                      <a:pt x="2645" y="1252"/>
                      <a:pt x="2584" y="1404"/>
                      <a:pt x="2189" y="1647"/>
                    </a:cubicBezTo>
                    <a:cubicBezTo>
                      <a:pt x="1794" y="1860"/>
                      <a:pt x="0" y="1921"/>
                      <a:pt x="152" y="2407"/>
                    </a:cubicBezTo>
                    <a:cubicBezTo>
                      <a:pt x="1038" y="2455"/>
                      <a:pt x="1697" y="2635"/>
                      <a:pt x="2309" y="2635"/>
                    </a:cubicBezTo>
                    <a:cubicBezTo>
                      <a:pt x="2474" y="2635"/>
                      <a:pt x="2635" y="2622"/>
                      <a:pt x="2797" y="2590"/>
                    </a:cubicBezTo>
                    <a:cubicBezTo>
                      <a:pt x="3253" y="2377"/>
                      <a:pt x="4225" y="1374"/>
                      <a:pt x="4772" y="553"/>
                    </a:cubicBezTo>
                    <a:cubicBezTo>
                      <a:pt x="4803" y="553"/>
                      <a:pt x="4651" y="128"/>
                      <a:pt x="4347" y="6"/>
                    </a:cubicBezTo>
                    <a:cubicBezTo>
                      <a:pt x="4328" y="2"/>
                      <a:pt x="4301" y="0"/>
                      <a:pt x="42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1"/>
              <p:cNvSpPr/>
              <p:nvPr/>
            </p:nvSpPr>
            <p:spPr>
              <a:xfrm>
                <a:off x="4514800" y="2293525"/>
                <a:ext cx="59100" cy="39450"/>
              </a:xfrm>
              <a:custGeom>
                <a:avLst/>
                <a:gdLst/>
                <a:ahLst/>
                <a:cxnLst/>
                <a:rect l="l" t="t" r="r" b="b"/>
                <a:pathLst>
                  <a:path w="2364" h="1578" extrusionOk="0">
                    <a:moveTo>
                      <a:pt x="681" y="1"/>
                    </a:moveTo>
                    <a:cubicBezTo>
                      <a:pt x="506" y="1"/>
                      <a:pt x="376" y="55"/>
                      <a:pt x="334" y="187"/>
                    </a:cubicBezTo>
                    <a:cubicBezTo>
                      <a:pt x="152" y="795"/>
                      <a:pt x="0" y="1494"/>
                      <a:pt x="517" y="1555"/>
                    </a:cubicBezTo>
                    <a:cubicBezTo>
                      <a:pt x="586" y="1570"/>
                      <a:pt x="666" y="1578"/>
                      <a:pt x="753" y="1578"/>
                    </a:cubicBezTo>
                    <a:cubicBezTo>
                      <a:pt x="1359" y="1578"/>
                      <a:pt x="2314" y="1236"/>
                      <a:pt x="2340" y="917"/>
                    </a:cubicBezTo>
                    <a:cubicBezTo>
                      <a:pt x="2364" y="612"/>
                      <a:pt x="1268" y="1"/>
                      <a:pt x="6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 name="Google Shape;856;p41"/>
            <p:cNvGrpSpPr/>
            <p:nvPr/>
          </p:nvGrpSpPr>
          <p:grpSpPr>
            <a:xfrm flipH="1">
              <a:off x="5754775" y="1704388"/>
              <a:ext cx="688225" cy="627862"/>
              <a:chOff x="760050" y="2874625"/>
              <a:chExt cx="1485485" cy="1355487"/>
            </a:xfrm>
          </p:grpSpPr>
          <p:sp>
            <p:nvSpPr>
              <p:cNvPr id="857" name="Google Shape;857;p41"/>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1"/>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1"/>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1"/>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 name="Google Shape;861;p41"/>
            <p:cNvGrpSpPr/>
            <p:nvPr/>
          </p:nvGrpSpPr>
          <p:grpSpPr>
            <a:xfrm>
              <a:off x="6087463" y="2676093"/>
              <a:ext cx="753670" cy="753244"/>
              <a:chOff x="889282" y="2874625"/>
              <a:chExt cx="1356253" cy="1355487"/>
            </a:xfrm>
          </p:grpSpPr>
          <p:sp>
            <p:nvSpPr>
              <p:cNvPr id="862" name="Google Shape;862;p41"/>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1"/>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1"/>
              <p:cNvSpPr/>
              <p:nvPr/>
            </p:nvSpPr>
            <p:spPr>
              <a:xfrm>
                <a:off x="1290539"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extBox 2">
            <a:extLst>
              <a:ext uri="{FF2B5EF4-FFF2-40B4-BE49-F238E27FC236}">
                <a16:creationId xmlns:a16="http://schemas.microsoft.com/office/drawing/2014/main" id="{EC6898A6-AF89-BB3D-9C2D-664E369A2CF5}"/>
              </a:ext>
            </a:extLst>
          </p:cNvPr>
          <p:cNvSpPr txBox="1"/>
          <p:nvPr/>
        </p:nvSpPr>
        <p:spPr>
          <a:xfrm>
            <a:off x="395227" y="2170362"/>
            <a:ext cx="3394645" cy="2523768"/>
          </a:xfrm>
          <a:prstGeom prst="rect">
            <a:avLst/>
          </a:prstGeom>
          <a:noFill/>
        </p:spPr>
        <p:txBody>
          <a:bodyPr wrap="square">
            <a:spAutoFit/>
          </a:bodyPr>
          <a:lstStyle/>
          <a:p>
            <a:pPr>
              <a:buNone/>
            </a:pPr>
            <a:r>
              <a:rPr lang="en-US" sz="1600" b="1" dirty="0">
                <a:solidFill>
                  <a:schemeClr val="accent3"/>
                </a:solidFill>
                <a:latin typeface="Ubuntu"/>
                <a:sym typeface="Ubuntu"/>
              </a:rPr>
              <a:t>EDA: </a:t>
            </a:r>
          </a:p>
          <a:p>
            <a:pPr lvl="4"/>
            <a:r>
              <a:rPr lang="en-US" sz="1600" dirty="0">
                <a:solidFill>
                  <a:schemeClr val="accent3"/>
                </a:solidFill>
                <a:latin typeface="Ubuntu"/>
                <a:sym typeface="Ubuntu"/>
              </a:rPr>
              <a:t>Bankrupt companies are extreme outliers in almost every ratio</a:t>
            </a:r>
          </a:p>
          <a:p>
            <a:pPr lvl="4"/>
            <a:r>
              <a:rPr lang="en-US" sz="1600" dirty="0">
                <a:solidFill>
                  <a:schemeClr val="accent3"/>
                </a:solidFill>
                <a:latin typeface="Ubuntu"/>
                <a:sym typeface="Ubuntu"/>
              </a:rPr>
              <a:t>Healthy firms cluster around positive values</a:t>
            </a:r>
          </a:p>
          <a:p>
            <a:pPr lvl="4"/>
            <a:r>
              <a:rPr lang="en-US" sz="1600" dirty="0">
                <a:solidFill>
                  <a:schemeClr val="accent3"/>
                </a:solidFill>
                <a:latin typeface="Ubuntu"/>
                <a:sym typeface="Ubuntu"/>
              </a:rPr>
              <a:t>Bankrupt firms form a visible “tail” or separate cluster in the negative region</a:t>
            </a:r>
          </a:p>
          <a:p>
            <a:pPr>
              <a:buNone/>
            </a:pPr>
            <a:endParaRPr lang="en-US" sz="1600" dirty="0">
              <a:solidFill>
                <a:schemeClr val="accent3"/>
              </a:solidFill>
              <a:latin typeface="Ubuntu"/>
              <a:sym typeface="Ubuntu"/>
            </a:endParaRPr>
          </a:p>
          <a:p>
            <a:pPr>
              <a:buNone/>
            </a:pPr>
            <a:endParaRPr lang="en-US" dirty="0">
              <a:effectLst/>
            </a:endParaRPr>
          </a:p>
        </p:txBody>
      </p:sp>
      <p:sp>
        <p:nvSpPr>
          <p:cNvPr id="4" name="Rectangle 1">
            <a:extLst>
              <a:ext uri="{FF2B5EF4-FFF2-40B4-BE49-F238E27FC236}">
                <a16:creationId xmlns:a16="http://schemas.microsoft.com/office/drawing/2014/main" id="{9714F30C-8D9B-8CB9-2CB2-92B58A3944F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Bankrupt companies are extreme outliers in almost every ratio</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Healthy firms cluster around positive values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Bankrupt firms form a visible “tail” or separate cluster in the negative region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20571BC-BE79-478D-42B2-005E1C9FD8A3}"/>
              </a:ext>
            </a:extLst>
          </p:cNvPr>
          <p:cNvPicPr>
            <a:picLocks noChangeAspect="1"/>
          </p:cNvPicPr>
          <p:nvPr/>
        </p:nvPicPr>
        <p:blipFill>
          <a:blip r:embed="rId3"/>
          <a:stretch>
            <a:fillRect/>
          </a:stretch>
        </p:blipFill>
        <p:spPr>
          <a:xfrm>
            <a:off x="4223111" y="2247158"/>
            <a:ext cx="3684661" cy="22831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US" sz="4400" dirty="0"/>
              <a:t>Challenge</a:t>
            </a:r>
            <a:endParaRPr sz="4400" dirty="0"/>
          </a:p>
        </p:txBody>
      </p:sp>
      <p:grpSp>
        <p:nvGrpSpPr>
          <p:cNvPr id="1029" name="Google Shape;1029;p45"/>
          <p:cNvGrpSpPr/>
          <p:nvPr/>
        </p:nvGrpSpPr>
        <p:grpSpPr>
          <a:xfrm>
            <a:off x="129558" y="4371204"/>
            <a:ext cx="583667" cy="654541"/>
            <a:chOff x="1136276" y="1355688"/>
            <a:chExt cx="2883349" cy="3041464"/>
          </a:xfrm>
        </p:grpSpPr>
        <p:grpSp>
          <p:nvGrpSpPr>
            <p:cNvPr id="1030" name="Google Shape;1030;p45"/>
            <p:cNvGrpSpPr/>
            <p:nvPr/>
          </p:nvGrpSpPr>
          <p:grpSpPr>
            <a:xfrm>
              <a:off x="1136276" y="1355688"/>
              <a:ext cx="1644812" cy="3041464"/>
              <a:chOff x="2418425" y="2089200"/>
              <a:chExt cx="1299425" cy="2402800"/>
            </a:xfrm>
          </p:grpSpPr>
          <p:sp>
            <p:nvSpPr>
              <p:cNvPr id="1031" name="Google Shape;1031;p45"/>
              <p:cNvSpPr/>
              <p:nvPr/>
            </p:nvSpPr>
            <p:spPr>
              <a:xfrm>
                <a:off x="2418425" y="2089200"/>
                <a:ext cx="1299425" cy="2402800"/>
              </a:xfrm>
              <a:custGeom>
                <a:avLst/>
                <a:gdLst/>
                <a:ahLst/>
                <a:cxnLst/>
                <a:rect l="l" t="t" r="r" b="b"/>
                <a:pathLst>
                  <a:path w="51977" h="96112" extrusionOk="0">
                    <a:moveTo>
                      <a:pt x="5137" y="1"/>
                    </a:moveTo>
                    <a:cubicBezTo>
                      <a:pt x="2310" y="1"/>
                      <a:pt x="0" y="2311"/>
                      <a:pt x="0" y="5138"/>
                    </a:cubicBezTo>
                    <a:lnTo>
                      <a:pt x="0" y="90975"/>
                    </a:lnTo>
                    <a:cubicBezTo>
                      <a:pt x="0" y="93832"/>
                      <a:pt x="2310" y="96112"/>
                      <a:pt x="5137" y="96112"/>
                    </a:cubicBezTo>
                    <a:lnTo>
                      <a:pt x="46840" y="96112"/>
                    </a:lnTo>
                    <a:cubicBezTo>
                      <a:pt x="49697" y="96112"/>
                      <a:pt x="51977" y="93832"/>
                      <a:pt x="51977" y="90975"/>
                    </a:cubicBezTo>
                    <a:lnTo>
                      <a:pt x="51977" y="5138"/>
                    </a:lnTo>
                    <a:cubicBezTo>
                      <a:pt x="51977" y="2311"/>
                      <a:pt x="49697" y="1"/>
                      <a:pt x="46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5"/>
              <p:cNvSpPr/>
              <p:nvPr/>
            </p:nvSpPr>
            <p:spPr>
              <a:xfrm>
                <a:off x="2508850" y="2181925"/>
                <a:ext cx="1118575" cy="2217375"/>
              </a:xfrm>
              <a:custGeom>
                <a:avLst/>
                <a:gdLst/>
                <a:ahLst/>
                <a:cxnLst/>
                <a:rect l="l" t="t" r="r" b="b"/>
                <a:pathLst>
                  <a:path w="44743" h="88695" extrusionOk="0">
                    <a:moveTo>
                      <a:pt x="3009" y="0"/>
                    </a:moveTo>
                    <a:cubicBezTo>
                      <a:pt x="1338" y="0"/>
                      <a:pt x="0" y="1368"/>
                      <a:pt x="0" y="3040"/>
                    </a:cubicBezTo>
                    <a:lnTo>
                      <a:pt x="0" y="85685"/>
                    </a:lnTo>
                    <a:cubicBezTo>
                      <a:pt x="0" y="87357"/>
                      <a:pt x="1338" y="88694"/>
                      <a:pt x="3009" y="88694"/>
                    </a:cubicBezTo>
                    <a:lnTo>
                      <a:pt x="41734" y="88694"/>
                    </a:lnTo>
                    <a:cubicBezTo>
                      <a:pt x="43405" y="88694"/>
                      <a:pt x="44743" y="87357"/>
                      <a:pt x="44743" y="85685"/>
                    </a:cubicBezTo>
                    <a:lnTo>
                      <a:pt x="44743" y="3040"/>
                    </a:lnTo>
                    <a:cubicBezTo>
                      <a:pt x="44743" y="1368"/>
                      <a:pt x="43405" y="0"/>
                      <a:pt x="41734" y="0"/>
                    </a:cubicBezTo>
                    <a:lnTo>
                      <a:pt x="30791" y="0"/>
                    </a:lnTo>
                    <a:lnTo>
                      <a:pt x="30791" y="578"/>
                    </a:lnTo>
                    <a:cubicBezTo>
                      <a:pt x="30791" y="1398"/>
                      <a:pt x="30153" y="2067"/>
                      <a:pt x="29332" y="2067"/>
                    </a:cubicBezTo>
                    <a:lnTo>
                      <a:pt x="15411" y="2067"/>
                    </a:lnTo>
                    <a:cubicBezTo>
                      <a:pt x="14590" y="2067"/>
                      <a:pt x="13952" y="1398"/>
                      <a:pt x="13952" y="578"/>
                    </a:cubicBezTo>
                    <a:lnTo>
                      <a:pt x="139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5"/>
              <p:cNvSpPr/>
              <p:nvPr/>
            </p:nvSpPr>
            <p:spPr>
              <a:xfrm>
                <a:off x="2890300" y="2160625"/>
                <a:ext cx="42600" cy="43350"/>
              </a:xfrm>
              <a:custGeom>
                <a:avLst/>
                <a:gdLst/>
                <a:ahLst/>
                <a:cxnLst/>
                <a:rect l="l" t="t" r="r" b="b"/>
                <a:pathLst>
                  <a:path w="1704" h="1734" extrusionOk="0">
                    <a:moveTo>
                      <a:pt x="852" y="1"/>
                    </a:moveTo>
                    <a:cubicBezTo>
                      <a:pt x="366" y="1"/>
                      <a:pt x="1" y="396"/>
                      <a:pt x="1" y="852"/>
                    </a:cubicBezTo>
                    <a:cubicBezTo>
                      <a:pt x="1" y="1338"/>
                      <a:pt x="366" y="1733"/>
                      <a:pt x="852" y="1733"/>
                    </a:cubicBezTo>
                    <a:cubicBezTo>
                      <a:pt x="1308" y="1733"/>
                      <a:pt x="1703" y="1338"/>
                      <a:pt x="1703" y="852"/>
                    </a:cubicBezTo>
                    <a:cubicBezTo>
                      <a:pt x="1703" y="396"/>
                      <a:pt x="1308" y="1"/>
                      <a:pt x="852"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5"/>
              <p:cNvSpPr/>
              <p:nvPr/>
            </p:nvSpPr>
            <p:spPr>
              <a:xfrm>
                <a:off x="2975425" y="2160625"/>
                <a:ext cx="268250" cy="43350"/>
              </a:xfrm>
              <a:custGeom>
                <a:avLst/>
                <a:gdLst/>
                <a:ahLst/>
                <a:cxnLst/>
                <a:rect l="l" t="t" r="r" b="b"/>
                <a:pathLst>
                  <a:path w="10730" h="1734" extrusionOk="0">
                    <a:moveTo>
                      <a:pt x="851" y="1"/>
                    </a:moveTo>
                    <a:cubicBezTo>
                      <a:pt x="365" y="1"/>
                      <a:pt x="0" y="396"/>
                      <a:pt x="0" y="852"/>
                    </a:cubicBezTo>
                    <a:cubicBezTo>
                      <a:pt x="0" y="1338"/>
                      <a:pt x="365" y="1733"/>
                      <a:pt x="851" y="1733"/>
                    </a:cubicBezTo>
                    <a:lnTo>
                      <a:pt x="9879" y="1733"/>
                    </a:lnTo>
                    <a:cubicBezTo>
                      <a:pt x="10365" y="1733"/>
                      <a:pt x="10730" y="1338"/>
                      <a:pt x="10730" y="852"/>
                    </a:cubicBezTo>
                    <a:cubicBezTo>
                      <a:pt x="10730" y="396"/>
                      <a:pt x="10365" y="1"/>
                      <a:pt x="9879"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5" name="Google Shape;1035;p45"/>
              <p:cNvGrpSpPr/>
              <p:nvPr/>
            </p:nvGrpSpPr>
            <p:grpSpPr>
              <a:xfrm flipH="1">
                <a:off x="2685152" y="2899207"/>
                <a:ext cx="783372" cy="782794"/>
                <a:chOff x="889282" y="2874625"/>
                <a:chExt cx="1356253" cy="1355487"/>
              </a:xfrm>
            </p:grpSpPr>
            <p:sp>
              <p:nvSpPr>
                <p:cNvPr id="1036" name="Google Shape;1036;p45"/>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5"/>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5"/>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9" name="Google Shape;1039;p45"/>
            <p:cNvGrpSpPr/>
            <p:nvPr/>
          </p:nvGrpSpPr>
          <p:grpSpPr>
            <a:xfrm>
              <a:off x="2576419" y="3089938"/>
              <a:ext cx="938597" cy="1202962"/>
              <a:chOff x="829475" y="2774625"/>
              <a:chExt cx="857950" cy="1099600"/>
            </a:xfrm>
          </p:grpSpPr>
          <p:sp>
            <p:nvSpPr>
              <p:cNvPr id="1040" name="Google Shape;1040;p45"/>
              <p:cNvSpPr/>
              <p:nvPr/>
            </p:nvSpPr>
            <p:spPr>
              <a:xfrm>
                <a:off x="829475" y="2912675"/>
                <a:ext cx="795650" cy="961550"/>
              </a:xfrm>
              <a:custGeom>
                <a:avLst/>
                <a:gdLst/>
                <a:ahLst/>
                <a:cxnLst/>
                <a:rect l="l" t="t" r="r" b="b"/>
                <a:pathLst>
                  <a:path w="31826" h="38462" extrusionOk="0">
                    <a:moveTo>
                      <a:pt x="22954" y="0"/>
                    </a:moveTo>
                    <a:cubicBezTo>
                      <a:pt x="21576" y="0"/>
                      <a:pt x="18962" y="414"/>
                      <a:pt x="14682" y="2564"/>
                    </a:cubicBezTo>
                    <a:cubicBezTo>
                      <a:pt x="7721" y="6029"/>
                      <a:pt x="2311" y="9190"/>
                      <a:pt x="1095" y="9980"/>
                    </a:cubicBezTo>
                    <a:cubicBezTo>
                      <a:pt x="487" y="10345"/>
                      <a:pt x="122" y="10801"/>
                      <a:pt x="62" y="11622"/>
                    </a:cubicBezTo>
                    <a:cubicBezTo>
                      <a:pt x="1" y="12442"/>
                      <a:pt x="214" y="13658"/>
                      <a:pt x="852" y="15573"/>
                    </a:cubicBezTo>
                    <a:cubicBezTo>
                      <a:pt x="2068" y="19433"/>
                      <a:pt x="7812" y="33810"/>
                      <a:pt x="8512" y="35482"/>
                    </a:cubicBezTo>
                    <a:cubicBezTo>
                      <a:pt x="8937" y="36516"/>
                      <a:pt x="9515" y="37367"/>
                      <a:pt x="10639" y="37731"/>
                    </a:cubicBezTo>
                    <a:cubicBezTo>
                      <a:pt x="10974" y="37823"/>
                      <a:pt x="11338" y="37883"/>
                      <a:pt x="11764" y="37914"/>
                    </a:cubicBezTo>
                    <a:cubicBezTo>
                      <a:pt x="12324" y="38295"/>
                      <a:pt x="13000" y="38461"/>
                      <a:pt x="13622" y="38461"/>
                    </a:cubicBezTo>
                    <a:cubicBezTo>
                      <a:pt x="13843" y="38461"/>
                      <a:pt x="14057" y="38440"/>
                      <a:pt x="14256" y="38400"/>
                    </a:cubicBezTo>
                    <a:cubicBezTo>
                      <a:pt x="14348" y="38370"/>
                      <a:pt x="14439" y="38339"/>
                      <a:pt x="14530" y="38309"/>
                    </a:cubicBezTo>
                    <a:cubicBezTo>
                      <a:pt x="18329" y="37154"/>
                      <a:pt x="31825" y="27640"/>
                      <a:pt x="31825" y="27640"/>
                    </a:cubicBezTo>
                    <a:lnTo>
                      <a:pt x="25928" y="6454"/>
                    </a:lnTo>
                    <a:lnTo>
                      <a:pt x="24196" y="163"/>
                    </a:lnTo>
                    <a:cubicBezTo>
                      <a:pt x="24196" y="163"/>
                      <a:pt x="23817" y="0"/>
                      <a:pt x="22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5"/>
              <p:cNvSpPr/>
              <p:nvPr/>
            </p:nvSpPr>
            <p:spPr>
              <a:xfrm>
                <a:off x="853050" y="2937250"/>
                <a:ext cx="531925" cy="923275"/>
              </a:xfrm>
              <a:custGeom>
                <a:avLst/>
                <a:gdLst/>
                <a:ahLst/>
                <a:cxnLst/>
                <a:rect l="l" t="t" r="r" b="b"/>
                <a:pathLst>
                  <a:path w="21277" h="36931" extrusionOk="0">
                    <a:moveTo>
                      <a:pt x="21125" y="0"/>
                    </a:moveTo>
                    <a:cubicBezTo>
                      <a:pt x="21125" y="0"/>
                      <a:pt x="20578" y="31"/>
                      <a:pt x="18085" y="1003"/>
                    </a:cubicBezTo>
                    <a:cubicBezTo>
                      <a:pt x="18055" y="1034"/>
                      <a:pt x="18025" y="1034"/>
                      <a:pt x="17994" y="1064"/>
                    </a:cubicBezTo>
                    <a:cubicBezTo>
                      <a:pt x="17933" y="1094"/>
                      <a:pt x="17873" y="1125"/>
                      <a:pt x="17781" y="1155"/>
                    </a:cubicBezTo>
                    <a:cubicBezTo>
                      <a:pt x="17478" y="1277"/>
                      <a:pt x="17052" y="1490"/>
                      <a:pt x="16566" y="1733"/>
                    </a:cubicBezTo>
                    <a:cubicBezTo>
                      <a:pt x="16474" y="1794"/>
                      <a:pt x="16353" y="1854"/>
                      <a:pt x="16231" y="1885"/>
                    </a:cubicBezTo>
                    <a:cubicBezTo>
                      <a:pt x="15836" y="2098"/>
                      <a:pt x="15411" y="2310"/>
                      <a:pt x="14955" y="2553"/>
                    </a:cubicBezTo>
                    <a:cubicBezTo>
                      <a:pt x="14803" y="2614"/>
                      <a:pt x="14681" y="2705"/>
                      <a:pt x="14560" y="2766"/>
                    </a:cubicBezTo>
                    <a:cubicBezTo>
                      <a:pt x="14286" y="2888"/>
                      <a:pt x="14012" y="3040"/>
                      <a:pt x="13708" y="3192"/>
                    </a:cubicBezTo>
                    <a:cubicBezTo>
                      <a:pt x="13587" y="3283"/>
                      <a:pt x="13465" y="3344"/>
                      <a:pt x="13313" y="3435"/>
                    </a:cubicBezTo>
                    <a:cubicBezTo>
                      <a:pt x="12614" y="3800"/>
                      <a:pt x="11885" y="4195"/>
                      <a:pt x="11155" y="4590"/>
                    </a:cubicBezTo>
                    <a:cubicBezTo>
                      <a:pt x="10790" y="4772"/>
                      <a:pt x="10426" y="4985"/>
                      <a:pt x="10061" y="5198"/>
                    </a:cubicBezTo>
                    <a:cubicBezTo>
                      <a:pt x="9483" y="5502"/>
                      <a:pt x="8906" y="5806"/>
                      <a:pt x="8359" y="6110"/>
                    </a:cubicBezTo>
                    <a:cubicBezTo>
                      <a:pt x="8268" y="6171"/>
                      <a:pt x="8176" y="6201"/>
                      <a:pt x="8116" y="6262"/>
                    </a:cubicBezTo>
                    <a:cubicBezTo>
                      <a:pt x="7599" y="6535"/>
                      <a:pt x="7082" y="6809"/>
                      <a:pt x="6565" y="7082"/>
                    </a:cubicBezTo>
                    <a:cubicBezTo>
                      <a:pt x="6474" y="7143"/>
                      <a:pt x="6353" y="7234"/>
                      <a:pt x="6262" y="7295"/>
                    </a:cubicBezTo>
                    <a:cubicBezTo>
                      <a:pt x="6018" y="7417"/>
                      <a:pt x="5806" y="7538"/>
                      <a:pt x="5593" y="7660"/>
                    </a:cubicBezTo>
                    <a:cubicBezTo>
                      <a:pt x="5471" y="7721"/>
                      <a:pt x="5380" y="7781"/>
                      <a:pt x="5289" y="7842"/>
                    </a:cubicBezTo>
                    <a:cubicBezTo>
                      <a:pt x="2584" y="9332"/>
                      <a:pt x="517" y="10547"/>
                      <a:pt x="395" y="10760"/>
                    </a:cubicBezTo>
                    <a:cubicBezTo>
                      <a:pt x="0" y="11277"/>
                      <a:pt x="669" y="13405"/>
                      <a:pt x="2067" y="17508"/>
                    </a:cubicBezTo>
                    <a:cubicBezTo>
                      <a:pt x="3283" y="21095"/>
                      <a:pt x="8176" y="33679"/>
                      <a:pt x="9696" y="36748"/>
                    </a:cubicBezTo>
                    <a:cubicBezTo>
                      <a:pt x="10031" y="36840"/>
                      <a:pt x="10395" y="36900"/>
                      <a:pt x="10821" y="36931"/>
                    </a:cubicBezTo>
                    <a:cubicBezTo>
                      <a:pt x="10790" y="36779"/>
                      <a:pt x="10760" y="36596"/>
                      <a:pt x="10638" y="36414"/>
                    </a:cubicBezTo>
                    <a:cubicBezTo>
                      <a:pt x="10152" y="35624"/>
                      <a:pt x="3496" y="18177"/>
                      <a:pt x="2796" y="15745"/>
                    </a:cubicBezTo>
                    <a:cubicBezTo>
                      <a:pt x="2097" y="13344"/>
                      <a:pt x="1854" y="11824"/>
                      <a:pt x="2827" y="10943"/>
                    </a:cubicBezTo>
                    <a:cubicBezTo>
                      <a:pt x="3070" y="10699"/>
                      <a:pt x="4529" y="9848"/>
                      <a:pt x="6505" y="8724"/>
                    </a:cubicBezTo>
                    <a:cubicBezTo>
                      <a:pt x="6717" y="8602"/>
                      <a:pt x="6930" y="8481"/>
                      <a:pt x="7143" y="8359"/>
                    </a:cubicBezTo>
                    <a:cubicBezTo>
                      <a:pt x="7204" y="8329"/>
                      <a:pt x="7265" y="8298"/>
                      <a:pt x="7325" y="8237"/>
                    </a:cubicBezTo>
                    <a:cubicBezTo>
                      <a:pt x="7447" y="8177"/>
                      <a:pt x="7569" y="8116"/>
                      <a:pt x="7690" y="8055"/>
                    </a:cubicBezTo>
                    <a:cubicBezTo>
                      <a:pt x="8237" y="7721"/>
                      <a:pt x="8845" y="7386"/>
                      <a:pt x="9453" y="7052"/>
                    </a:cubicBezTo>
                    <a:cubicBezTo>
                      <a:pt x="9483" y="7022"/>
                      <a:pt x="9544" y="6991"/>
                      <a:pt x="9575" y="6961"/>
                    </a:cubicBezTo>
                    <a:cubicBezTo>
                      <a:pt x="10578" y="6414"/>
                      <a:pt x="11642" y="5806"/>
                      <a:pt x="12675" y="5228"/>
                    </a:cubicBezTo>
                    <a:cubicBezTo>
                      <a:pt x="13070" y="4985"/>
                      <a:pt x="13496" y="4742"/>
                      <a:pt x="13891" y="4529"/>
                    </a:cubicBezTo>
                    <a:cubicBezTo>
                      <a:pt x="14073" y="4408"/>
                      <a:pt x="14256" y="4316"/>
                      <a:pt x="14438" y="4195"/>
                    </a:cubicBezTo>
                    <a:cubicBezTo>
                      <a:pt x="14985" y="3891"/>
                      <a:pt x="15502" y="3587"/>
                      <a:pt x="15988" y="3313"/>
                    </a:cubicBezTo>
                    <a:cubicBezTo>
                      <a:pt x="16140" y="3222"/>
                      <a:pt x="16292" y="3131"/>
                      <a:pt x="16444" y="3040"/>
                    </a:cubicBezTo>
                    <a:cubicBezTo>
                      <a:pt x="16900" y="2797"/>
                      <a:pt x="17326" y="2523"/>
                      <a:pt x="17751" y="2280"/>
                    </a:cubicBezTo>
                    <a:cubicBezTo>
                      <a:pt x="17873" y="2219"/>
                      <a:pt x="17994" y="2158"/>
                      <a:pt x="18085" y="2067"/>
                    </a:cubicBezTo>
                    <a:cubicBezTo>
                      <a:pt x="20031" y="942"/>
                      <a:pt x="21277" y="122"/>
                      <a:pt x="21125"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5"/>
              <p:cNvSpPr/>
              <p:nvPr/>
            </p:nvSpPr>
            <p:spPr>
              <a:xfrm>
                <a:off x="916875" y="2774625"/>
                <a:ext cx="350325" cy="380725"/>
              </a:xfrm>
              <a:custGeom>
                <a:avLst/>
                <a:gdLst/>
                <a:ahLst/>
                <a:cxnLst/>
                <a:rect l="l" t="t" r="r" b="b"/>
                <a:pathLst>
                  <a:path w="14013" h="15229" extrusionOk="0">
                    <a:moveTo>
                      <a:pt x="7022" y="1"/>
                    </a:moveTo>
                    <a:cubicBezTo>
                      <a:pt x="3131" y="1"/>
                      <a:pt x="0" y="3587"/>
                      <a:pt x="0" y="8025"/>
                    </a:cubicBezTo>
                    <a:cubicBezTo>
                      <a:pt x="0" y="10578"/>
                      <a:pt x="1064" y="12888"/>
                      <a:pt x="2736" y="14347"/>
                    </a:cubicBezTo>
                    <a:cubicBezTo>
                      <a:pt x="3101" y="14682"/>
                      <a:pt x="3526" y="14986"/>
                      <a:pt x="3952" y="15229"/>
                    </a:cubicBezTo>
                    <a:cubicBezTo>
                      <a:pt x="4164" y="15107"/>
                      <a:pt x="4377" y="14986"/>
                      <a:pt x="4590" y="14864"/>
                    </a:cubicBezTo>
                    <a:cubicBezTo>
                      <a:pt x="4651" y="14834"/>
                      <a:pt x="4712" y="14803"/>
                      <a:pt x="4772" y="14742"/>
                    </a:cubicBezTo>
                    <a:cubicBezTo>
                      <a:pt x="4894" y="14682"/>
                      <a:pt x="5016" y="14621"/>
                      <a:pt x="5137" y="14560"/>
                    </a:cubicBezTo>
                    <a:cubicBezTo>
                      <a:pt x="5684" y="14226"/>
                      <a:pt x="6292" y="13891"/>
                      <a:pt x="6900" y="13557"/>
                    </a:cubicBezTo>
                    <a:cubicBezTo>
                      <a:pt x="6930" y="13527"/>
                      <a:pt x="6991" y="13496"/>
                      <a:pt x="7022" y="13466"/>
                    </a:cubicBezTo>
                    <a:cubicBezTo>
                      <a:pt x="8025" y="12919"/>
                      <a:pt x="9089" y="12311"/>
                      <a:pt x="10122" y="11733"/>
                    </a:cubicBezTo>
                    <a:cubicBezTo>
                      <a:pt x="10517" y="11490"/>
                      <a:pt x="10943" y="11247"/>
                      <a:pt x="11338" y="11034"/>
                    </a:cubicBezTo>
                    <a:cubicBezTo>
                      <a:pt x="11520" y="10913"/>
                      <a:pt x="11703" y="10821"/>
                      <a:pt x="11885" y="10700"/>
                    </a:cubicBezTo>
                    <a:cubicBezTo>
                      <a:pt x="12432" y="10396"/>
                      <a:pt x="12949" y="10092"/>
                      <a:pt x="13435" y="9818"/>
                    </a:cubicBezTo>
                    <a:cubicBezTo>
                      <a:pt x="13587" y="9727"/>
                      <a:pt x="13739" y="9636"/>
                      <a:pt x="13891" y="9545"/>
                    </a:cubicBezTo>
                    <a:cubicBezTo>
                      <a:pt x="13952" y="9119"/>
                      <a:pt x="14013" y="8694"/>
                      <a:pt x="14013" y="8238"/>
                    </a:cubicBezTo>
                    <a:cubicBezTo>
                      <a:pt x="14013" y="8147"/>
                      <a:pt x="14013" y="8086"/>
                      <a:pt x="14013" y="8025"/>
                    </a:cubicBezTo>
                    <a:cubicBezTo>
                      <a:pt x="14013" y="5988"/>
                      <a:pt x="13374" y="4165"/>
                      <a:pt x="12310" y="2767"/>
                    </a:cubicBezTo>
                    <a:cubicBezTo>
                      <a:pt x="11338" y="1490"/>
                      <a:pt x="10031" y="578"/>
                      <a:pt x="8541" y="213"/>
                    </a:cubicBezTo>
                    <a:lnTo>
                      <a:pt x="8541"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5"/>
              <p:cNvSpPr/>
              <p:nvPr/>
            </p:nvSpPr>
            <p:spPr>
              <a:xfrm>
                <a:off x="955625" y="2774625"/>
                <a:ext cx="350325" cy="368575"/>
              </a:xfrm>
              <a:custGeom>
                <a:avLst/>
                <a:gdLst/>
                <a:ahLst/>
                <a:cxnLst/>
                <a:rect l="l" t="t" r="r" b="b"/>
                <a:pathLst>
                  <a:path w="14013" h="14743" extrusionOk="0">
                    <a:moveTo>
                      <a:pt x="6991" y="1"/>
                    </a:moveTo>
                    <a:cubicBezTo>
                      <a:pt x="3921" y="1"/>
                      <a:pt x="1307" y="2280"/>
                      <a:pt x="365" y="5441"/>
                    </a:cubicBezTo>
                    <a:cubicBezTo>
                      <a:pt x="304" y="5654"/>
                      <a:pt x="244" y="5867"/>
                      <a:pt x="213" y="6080"/>
                    </a:cubicBezTo>
                    <a:cubicBezTo>
                      <a:pt x="152" y="6262"/>
                      <a:pt x="122" y="6444"/>
                      <a:pt x="92" y="6627"/>
                    </a:cubicBezTo>
                    <a:cubicBezTo>
                      <a:pt x="31" y="7022"/>
                      <a:pt x="0" y="7478"/>
                      <a:pt x="0" y="7903"/>
                    </a:cubicBezTo>
                    <a:cubicBezTo>
                      <a:pt x="0" y="7934"/>
                      <a:pt x="0" y="7964"/>
                      <a:pt x="0" y="8025"/>
                    </a:cubicBezTo>
                    <a:cubicBezTo>
                      <a:pt x="0" y="8116"/>
                      <a:pt x="0" y="8238"/>
                      <a:pt x="0" y="8329"/>
                    </a:cubicBezTo>
                    <a:cubicBezTo>
                      <a:pt x="31" y="9150"/>
                      <a:pt x="152" y="9910"/>
                      <a:pt x="396" y="10639"/>
                    </a:cubicBezTo>
                    <a:cubicBezTo>
                      <a:pt x="426" y="10791"/>
                      <a:pt x="487" y="10943"/>
                      <a:pt x="548" y="11095"/>
                    </a:cubicBezTo>
                    <a:cubicBezTo>
                      <a:pt x="912" y="12128"/>
                      <a:pt x="1459" y="13040"/>
                      <a:pt x="2159" y="13800"/>
                    </a:cubicBezTo>
                    <a:cubicBezTo>
                      <a:pt x="2493" y="14135"/>
                      <a:pt x="2827" y="14469"/>
                      <a:pt x="3222" y="14742"/>
                    </a:cubicBezTo>
                    <a:cubicBezTo>
                      <a:pt x="3344" y="14682"/>
                      <a:pt x="3466" y="14621"/>
                      <a:pt x="3587" y="14560"/>
                    </a:cubicBezTo>
                    <a:cubicBezTo>
                      <a:pt x="4134" y="14226"/>
                      <a:pt x="4742" y="13891"/>
                      <a:pt x="5350" y="13557"/>
                    </a:cubicBezTo>
                    <a:cubicBezTo>
                      <a:pt x="5380" y="13527"/>
                      <a:pt x="5441" y="13496"/>
                      <a:pt x="5472" y="13466"/>
                    </a:cubicBezTo>
                    <a:cubicBezTo>
                      <a:pt x="6475" y="12919"/>
                      <a:pt x="7539" y="12311"/>
                      <a:pt x="8572" y="11733"/>
                    </a:cubicBezTo>
                    <a:cubicBezTo>
                      <a:pt x="8967" y="11490"/>
                      <a:pt x="9393" y="11247"/>
                      <a:pt x="9788" y="11034"/>
                    </a:cubicBezTo>
                    <a:cubicBezTo>
                      <a:pt x="9970" y="10913"/>
                      <a:pt x="10153" y="10821"/>
                      <a:pt x="10335" y="10700"/>
                    </a:cubicBezTo>
                    <a:cubicBezTo>
                      <a:pt x="10882" y="10396"/>
                      <a:pt x="11399" y="10092"/>
                      <a:pt x="11885" y="9818"/>
                    </a:cubicBezTo>
                    <a:cubicBezTo>
                      <a:pt x="12037" y="9727"/>
                      <a:pt x="12189" y="9636"/>
                      <a:pt x="12341" y="9545"/>
                    </a:cubicBezTo>
                    <a:cubicBezTo>
                      <a:pt x="12797" y="9302"/>
                      <a:pt x="13223" y="9028"/>
                      <a:pt x="13648" y="8785"/>
                    </a:cubicBezTo>
                    <a:cubicBezTo>
                      <a:pt x="13770" y="8724"/>
                      <a:pt x="13891" y="8663"/>
                      <a:pt x="13982" y="8572"/>
                    </a:cubicBezTo>
                    <a:cubicBezTo>
                      <a:pt x="14013" y="8390"/>
                      <a:pt x="14013" y="8207"/>
                      <a:pt x="14013" y="8025"/>
                    </a:cubicBezTo>
                    <a:cubicBezTo>
                      <a:pt x="14013" y="7843"/>
                      <a:pt x="14013" y="7691"/>
                      <a:pt x="14013" y="7539"/>
                    </a:cubicBezTo>
                    <a:cubicBezTo>
                      <a:pt x="13770" y="3344"/>
                      <a:pt x="10730" y="1"/>
                      <a:pt x="6991"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5"/>
              <p:cNvSpPr/>
              <p:nvPr/>
            </p:nvSpPr>
            <p:spPr>
              <a:xfrm>
                <a:off x="1002725" y="2828575"/>
                <a:ext cx="256125" cy="284975"/>
              </a:xfrm>
              <a:custGeom>
                <a:avLst/>
                <a:gdLst/>
                <a:ahLst/>
                <a:cxnLst/>
                <a:rect l="l" t="t" r="r" b="b"/>
                <a:pathLst>
                  <a:path w="10245" h="11399" extrusionOk="0">
                    <a:moveTo>
                      <a:pt x="5107" y="1"/>
                    </a:moveTo>
                    <a:cubicBezTo>
                      <a:pt x="4925" y="1"/>
                      <a:pt x="4712" y="1"/>
                      <a:pt x="4530" y="31"/>
                    </a:cubicBezTo>
                    <a:cubicBezTo>
                      <a:pt x="2737" y="274"/>
                      <a:pt x="1247" y="1520"/>
                      <a:pt x="518" y="3283"/>
                    </a:cubicBezTo>
                    <a:cubicBezTo>
                      <a:pt x="426" y="3496"/>
                      <a:pt x="335" y="3709"/>
                      <a:pt x="275" y="3922"/>
                    </a:cubicBezTo>
                    <a:cubicBezTo>
                      <a:pt x="214" y="4104"/>
                      <a:pt x="183" y="4286"/>
                      <a:pt x="123" y="4469"/>
                    </a:cubicBezTo>
                    <a:cubicBezTo>
                      <a:pt x="62" y="4864"/>
                      <a:pt x="1" y="5289"/>
                      <a:pt x="1" y="5745"/>
                    </a:cubicBezTo>
                    <a:cubicBezTo>
                      <a:pt x="1" y="5776"/>
                      <a:pt x="1" y="5806"/>
                      <a:pt x="1" y="5867"/>
                    </a:cubicBezTo>
                    <a:cubicBezTo>
                      <a:pt x="1" y="5958"/>
                      <a:pt x="1" y="6080"/>
                      <a:pt x="1" y="6171"/>
                    </a:cubicBezTo>
                    <a:cubicBezTo>
                      <a:pt x="1" y="6262"/>
                      <a:pt x="1" y="6353"/>
                      <a:pt x="1" y="6414"/>
                    </a:cubicBezTo>
                    <a:cubicBezTo>
                      <a:pt x="31" y="6475"/>
                      <a:pt x="31" y="6566"/>
                      <a:pt x="31" y="6627"/>
                    </a:cubicBezTo>
                    <a:cubicBezTo>
                      <a:pt x="31" y="6718"/>
                      <a:pt x="62" y="6779"/>
                      <a:pt x="62" y="6870"/>
                    </a:cubicBezTo>
                    <a:cubicBezTo>
                      <a:pt x="62" y="6931"/>
                      <a:pt x="92" y="6992"/>
                      <a:pt x="92" y="7052"/>
                    </a:cubicBezTo>
                    <a:cubicBezTo>
                      <a:pt x="92" y="7113"/>
                      <a:pt x="123" y="7174"/>
                      <a:pt x="123" y="7204"/>
                    </a:cubicBezTo>
                    <a:cubicBezTo>
                      <a:pt x="153" y="7296"/>
                      <a:pt x="153" y="7356"/>
                      <a:pt x="183" y="7448"/>
                    </a:cubicBezTo>
                    <a:cubicBezTo>
                      <a:pt x="244" y="7752"/>
                      <a:pt x="366" y="8086"/>
                      <a:pt x="487" y="8390"/>
                    </a:cubicBezTo>
                    <a:cubicBezTo>
                      <a:pt x="487" y="8420"/>
                      <a:pt x="518" y="8451"/>
                      <a:pt x="518" y="8481"/>
                    </a:cubicBezTo>
                    <a:cubicBezTo>
                      <a:pt x="548" y="8511"/>
                      <a:pt x="548" y="8542"/>
                      <a:pt x="578" y="8572"/>
                    </a:cubicBezTo>
                    <a:cubicBezTo>
                      <a:pt x="609" y="8663"/>
                      <a:pt x="670" y="8785"/>
                      <a:pt x="730" y="8907"/>
                    </a:cubicBezTo>
                    <a:cubicBezTo>
                      <a:pt x="730" y="8907"/>
                      <a:pt x="761" y="8937"/>
                      <a:pt x="761" y="8937"/>
                    </a:cubicBezTo>
                    <a:cubicBezTo>
                      <a:pt x="791" y="8967"/>
                      <a:pt x="791" y="9028"/>
                      <a:pt x="822" y="9059"/>
                    </a:cubicBezTo>
                    <a:cubicBezTo>
                      <a:pt x="882" y="9150"/>
                      <a:pt x="913" y="9211"/>
                      <a:pt x="974" y="9271"/>
                    </a:cubicBezTo>
                    <a:cubicBezTo>
                      <a:pt x="1004" y="9332"/>
                      <a:pt x="1004" y="9362"/>
                      <a:pt x="1034" y="9423"/>
                    </a:cubicBezTo>
                    <a:cubicBezTo>
                      <a:pt x="1186" y="9606"/>
                      <a:pt x="1308" y="9788"/>
                      <a:pt x="1490" y="9970"/>
                    </a:cubicBezTo>
                    <a:cubicBezTo>
                      <a:pt x="1582" y="10092"/>
                      <a:pt x="1673" y="10183"/>
                      <a:pt x="1764" y="10274"/>
                    </a:cubicBezTo>
                    <a:cubicBezTo>
                      <a:pt x="1825" y="10335"/>
                      <a:pt x="1855" y="10396"/>
                      <a:pt x="1916" y="10426"/>
                    </a:cubicBezTo>
                    <a:cubicBezTo>
                      <a:pt x="1946" y="10457"/>
                      <a:pt x="1977" y="10487"/>
                      <a:pt x="2007" y="10518"/>
                    </a:cubicBezTo>
                    <a:cubicBezTo>
                      <a:pt x="2037" y="10548"/>
                      <a:pt x="2068" y="10578"/>
                      <a:pt x="2129" y="10609"/>
                    </a:cubicBezTo>
                    <a:cubicBezTo>
                      <a:pt x="2129" y="10609"/>
                      <a:pt x="2129" y="10609"/>
                      <a:pt x="2159" y="10639"/>
                    </a:cubicBezTo>
                    <a:cubicBezTo>
                      <a:pt x="2189" y="10669"/>
                      <a:pt x="2250" y="10730"/>
                      <a:pt x="2311" y="10761"/>
                    </a:cubicBezTo>
                    <a:cubicBezTo>
                      <a:pt x="2585" y="10943"/>
                      <a:pt x="2858" y="11125"/>
                      <a:pt x="3132" y="11247"/>
                    </a:cubicBezTo>
                    <a:cubicBezTo>
                      <a:pt x="3132" y="11247"/>
                      <a:pt x="3132" y="11277"/>
                      <a:pt x="3162" y="11277"/>
                    </a:cubicBezTo>
                    <a:cubicBezTo>
                      <a:pt x="3223" y="11308"/>
                      <a:pt x="3284" y="11338"/>
                      <a:pt x="3344" y="11369"/>
                    </a:cubicBezTo>
                    <a:lnTo>
                      <a:pt x="3405" y="11369"/>
                    </a:lnTo>
                    <a:cubicBezTo>
                      <a:pt x="3405" y="11369"/>
                      <a:pt x="3436" y="11399"/>
                      <a:pt x="3466" y="11399"/>
                    </a:cubicBezTo>
                    <a:cubicBezTo>
                      <a:pt x="3496" y="11369"/>
                      <a:pt x="3557" y="11338"/>
                      <a:pt x="3588" y="11308"/>
                    </a:cubicBezTo>
                    <a:cubicBezTo>
                      <a:pt x="4591" y="10761"/>
                      <a:pt x="5655" y="10153"/>
                      <a:pt x="6688" y="9575"/>
                    </a:cubicBezTo>
                    <a:cubicBezTo>
                      <a:pt x="7083" y="9332"/>
                      <a:pt x="7509" y="9089"/>
                      <a:pt x="7904" y="8876"/>
                    </a:cubicBezTo>
                    <a:cubicBezTo>
                      <a:pt x="8086" y="8755"/>
                      <a:pt x="8269" y="8663"/>
                      <a:pt x="8451" y="8542"/>
                    </a:cubicBezTo>
                    <a:cubicBezTo>
                      <a:pt x="8998" y="8238"/>
                      <a:pt x="9515" y="7934"/>
                      <a:pt x="10001" y="7660"/>
                    </a:cubicBezTo>
                    <a:cubicBezTo>
                      <a:pt x="10123" y="7204"/>
                      <a:pt x="10214" y="6748"/>
                      <a:pt x="10244" y="6262"/>
                    </a:cubicBezTo>
                    <a:cubicBezTo>
                      <a:pt x="10244" y="6110"/>
                      <a:pt x="10244" y="5989"/>
                      <a:pt x="10244" y="5867"/>
                    </a:cubicBezTo>
                    <a:cubicBezTo>
                      <a:pt x="10244" y="4469"/>
                      <a:pt x="9849" y="3223"/>
                      <a:pt x="9150" y="2220"/>
                    </a:cubicBezTo>
                    <a:cubicBezTo>
                      <a:pt x="8208" y="852"/>
                      <a:pt x="6749" y="1"/>
                      <a:pt x="510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5"/>
              <p:cNvSpPr/>
              <p:nvPr/>
            </p:nvSpPr>
            <p:spPr>
              <a:xfrm>
                <a:off x="1002725" y="2829350"/>
                <a:ext cx="225725" cy="284200"/>
              </a:xfrm>
              <a:custGeom>
                <a:avLst/>
                <a:gdLst/>
                <a:ahLst/>
                <a:cxnLst/>
                <a:rect l="l" t="t" r="r" b="b"/>
                <a:pathLst>
                  <a:path w="9029" h="11368" extrusionOk="0">
                    <a:moveTo>
                      <a:pt x="4500" y="0"/>
                    </a:moveTo>
                    <a:cubicBezTo>
                      <a:pt x="2737" y="243"/>
                      <a:pt x="1247" y="1489"/>
                      <a:pt x="518" y="3252"/>
                    </a:cubicBezTo>
                    <a:cubicBezTo>
                      <a:pt x="426" y="3465"/>
                      <a:pt x="335" y="3678"/>
                      <a:pt x="275" y="3891"/>
                    </a:cubicBezTo>
                    <a:cubicBezTo>
                      <a:pt x="214" y="4073"/>
                      <a:pt x="183" y="4255"/>
                      <a:pt x="123" y="4438"/>
                    </a:cubicBezTo>
                    <a:cubicBezTo>
                      <a:pt x="31" y="4833"/>
                      <a:pt x="1" y="5258"/>
                      <a:pt x="1" y="5714"/>
                    </a:cubicBezTo>
                    <a:cubicBezTo>
                      <a:pt x="1" y="5745"/>
                      <a:pt x="1" y="5775"/>
                      <a:pt x="1" y="5836"/>
                    </a:cubicBezTo>
                    <a:cubicBezTo>
                      <a:pt x="1" y="5927"/>
                      <a:pt x="1" y="6049"/>
                      <a:pt x="1" y="6140"/>
                    </a:cubicBezTo>
                    <a:cubicBezTo>
                      <a:pt x="1" y="6231"/>
                      <a:pt x="1" y="6322"/>
                      <a:pt x="1" y="6383"/>
                    </a:cubicBezTo>
                    <a:cubicBezTo>
                      <a:pt x="31" y="6444"/>
                      <a:pt x="31" y="6535"/>
                      <a:pt x="31" y="6596"/>
                    </a:cubicBezTo>
                    <a:cubicBezTo>
                      <a:pt x="31" y="6687"/>
                      <a:pt x="62" y="6748"/>
                      <a:pt x="62" y="6839"/>
                    </a:cubicBezTo>
                    <a:cubicBezTo>
                      <a:pt x="62" y="6900"/>
                      <a:pt x="92" y="6961"/>
                      <a:pt x="92" y="7021"/>
                    </a:cubicBezTo>
                    <a:cubicBezTo>
                      <a:pt x="92" y="7082"/>
                      <a:pt x="123" y="7143"/>
                      <a:pt x="123" y="7173"/>
                    </a:cubicBezTo>
                    <a:cubicBezTo>
                      <a:pt x="153" y="7265"/>
                      <a:pt x="153" y="7325"/>
                      <a:pt x="183" y="7417"/>
                    </a:cubicBezTo>
                    <a:cubicBezTo>
                      <a:pt x="244" y="7721"/>
                      <a:pt x="366" y="8055"/>
                      <a:pt x="487" y="8359"/>
                    </a:cubicBezTo>
                    <a:cubicBezTo>
                      <a:pt x="487" y="8389"/>
                      <a:pt x="518" y="8420"/>
                      <a:pt x="518" y="8450"/>
                    </a:cubicBezTo>
                    <a:cubicBezTo>
                      <a:pt x="548" y="8480"/>
                      <a:pt x="548" y="8511"/>
                      <a:pt x="578" y="8541"/>
                    </a:cubicBezTo>
                    <a:cubicBezTo>
                      <a:pt x="609" y="8632"/>
                      <a:pt x="670" y="8754"/>
                      <a:pt x="730" y="8876"/>
                    </a:cubicBezTo>
                    <a:cubicBezTo>
                      <a:pt x="730" y="8876"/>
                      <a:pt x="761" y="8906"/>
                      <a:pt x="761" y="8906"/>
                    </a:cubicBezTo>
                    <a:cubicBezTo>
                      <a:pt x="791" y="8936"/>
                      <a:pt x="791" y="8997"/>
                      <a:pt x="822" y="9028"/>
                    </a:cubicBezTo>
                    <a:cubicBezTo>
                      <a:pt x="882" y="9119"/>
                      <a:pt x="913" y="9180"/>
                      <a:pt x="974" y="9240"/>
                    </a:cubicBezTo>
                    <a:cubicBezTo>
                      <a:pt x="974" y="9301"/>
                      <a:pt x="1004" y="9331"/>
                      <a:pt x="1034" y="9392"/>
                    </a:cubicBezTo>
                    <a:cubicBezTo>
                      <a:pt x="1186" y="9575"/>
                      <a:pt x="1308" y="9757"/>
                      <a:pt x="1460" y="9939"/>
                    </a:cubicBezTo>
                    <a:cubicBezTo>
                      <a:pt x="1582" y="10061"/>
                      <a:pt x="1673" y="10152"/>
                      <a:pt x="1764" y="10243"/>
                    </a:cubicBezTo>
                    <a:cubicBezTo>
                      <a:pt x="1825" y="10304"/>
                      <a:pt x="1855" y="10365"/>
                      <a:pt x="1916" y="10395"/>
                    </a:cubicBezTo>
                    <a:cubicBezTo>
                      <a:pt x="1946" y="10426"/>
                      <a:pt x="1977" y="10456"/>
                      <a:pt x="2007" y="10487"/>
                    </a:cubicBezTo>
                    <a:cubicBezTo>
                      <a:pt x="2037" y="10517"/>
                      <a:pt x="2068" y="10547"/>
                      <a:pt x="2129" y="10578"/>
                    </a:cubicBezTo>
                    <a:cubicBezTo>
                      <a:pt x="2129" y="10578"/>
                      <a:pt x="2129" y="10578"/>
                      <a:pt x="2159" y="10608"/>
                    </a:cubicBezTo>
                    <a:cubicBezTo>
                      <a:pt x="2189" y="10638"/>
                      <a:pt x="2250" y="10699"/>
                      <a:pt x="2311" y="10730"/>
                    </a:cubicBezTo>
                    <a:cubicBezTo>
                      <a:pt x="2585" y="10912"/>
                      <a:pt x="2858" y="11094"/>
                      <a:pt x="3132" y="11216"/>
                    </a:cubicBezTo>
                    <a:cubicBezTo>
                      <a:pt x="3132" y="11216"/>
                      <a:pt x="3132" y="11216"/>
                      <a:pt x="3162" y="11246"/>
                    </a:cubicBezTo>
                    <a:cubicBezTo>
                      <a:pt x="3223" y="11277"/>
                      <a:pt x="3284" y="11307"/>
                      <a:pt x="3344" y="11338"/>
                    </a:cubicBezTo>
                    <a:lnTo>
                      <a:pt x="3405" y="11338"/>
                    </a:lnTo>
                    <a:cubicBezTo>
                      <a:pt x="3405" y="11338"/>
                      <a:pt x="3436" y="11368"/>
                      <a:pt x="3466" y="11368"/>
                    </a:cubicBezTo>
                    <a:cubicBezTo>
                      <a:pt x="3496" y="11338"/>
                      <a:pt x="3557" y="11307"/>
                      <a:pt x="3588" y="11277"/>
                    </a:cubicBezTo>
                    <a:cubicBezTo>
                      <a:pt x="4591" y="10730"/>
                      <a:pt x="5655" y="10122"/>
                      <a:pt x="6688" y="9544"/>
                    </a:cubicBezTo>
                    <a:cubicBezTo>
                      <a:pt x="7083" y="9301"/>
                      <a:pt x="7509" y="9058"/>
                      <a:pt x="7904" y="8845"/>
                    </a:cubicBezTo>
                    <a:cubicBezTo>
                      <a:pt x="8086" y="8724"/>
                      <a:pt x="8269" y="8632"/>
                      <a:pt x="8451" y="8511"/>
                    </a:cubicBezTo>
                    <a:cubicBezTo>
                      <a:pt x="8694" y="8024"/>
                      <a:pt x="8876" y="7447"/>
                      <a:pt x="8968" y="6869"/>
                    </a:cubicBezTo>
                    <a:cubicBezTo>
                      <a:pt x="8998" y="6535"/>
                      <a:pt x="9028" y="6170"/>
                      <a:pt x="9028" y="5836"/>
                    </a:cubicBezTo>
                    <a:cubicBezTo>
                      <a:pt x="9028" y="5441"/>
                      <a:pt x="8998" y="5076"/>
                      <a:pt x="8937" y="4742"/>
                    </a:cubicBezTo>
                    <a:cubicBezTo>
                      <a:pt x="8542" y="2249"/>
                      <a:pt x="6749" y="304"/>
                      <a:pt x="45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5"/>
              <p:cNvSpPr/>
              <p:nvPr/>
            </p:nvSpPr>
            <p:spPr>
              <a:xfrm>
                <a:off x="1073400" y="2864300"/>
                <a:ext cx="114025" cy="221900"/>
              </a:xfrm>
              <a:custGeom>
                <a:avLst/>
                <a:gdLst/>
                <a:ahLst/>
                <a:cxnLst/>
                <a:rect l="l" t="t" r="r" b="b"/>
                <a:pathLst>
                  <a:path w="4561" h="8876" extrusionOk="0">
                    <a:moveTo>
                      <a:pt x="2159" y="2006"/>
                    </a:moveTo>
                    <a:lnTo>
                      <a:pt x="2159" y="3435"/>
                    </a:lnTo>
                    <a:cubicBezTo>
                      <a:pt x="2098" y="3405"/>
                      <a:pt x="2037" y="3374"/>
                      <a:pt x="2007" y="3313"/>
                    </a:cubicBezTo>
                    <a:cubicBezTo>
                      <a:pt x="1885" y="3222"/>
                      <a:pt x="1824" y="3131"/>
                      <a:pt x="1764" y="3040"/>
                    </a:cubicBezTo>
                    <a:cubicBezTo>
                      <a:pt x="1703" y="2918"/>
                      <a:pt x="1703" y="2827"/>
                      <a:pt x="1703" y="2736"/>
                    </a:cubicBezTo>
                    <a:cubicBezTo>
                      <a:pt x="1703" y="2645"/>
                      <a:pt x="1703" y="2584"/>
                      <a:pt x="1703" y="2493"/>
                    </a:cubicBezTo>
                    <a:cubicBezTo>
                      <a:pt x="1764" y="2310"/>
                      <a:pt x="1855" y="2189"/>
                      <a:pt x="2007" y="2098"/>
                    </a:cubicBezTo>
                    <a:cubicBezTo>
                      <a:pt x="2037" y="2067"/>
                      <a:pt x="2098" y="2037"/>
                      <a:pt x="2159" y="2006"/>
                    </a:cubicBezTo>
                    <a:close/>
                    <a:moveTo>
                      <a:pt x="2554" y="5259"/>
                    </a:moveTo>
                    <a:cubicBezTo>
                      <a:pt x="2676" y="5350"/>
                      <a:pt x="2797" y="5441"/>
                      <a:pt x="2888" y="5532"/>
                    </a:cubicBezTo>
                    <a:cubicBezTo>
                      <a:pt x="3071" y="5715"/>
                      <a:pt x="3162" y="5897"/>
                      <a:pt x="3162" y="6110"/>
                    </a:cubicBezTo>
                    <a:cubicBezTo>
                      <a:pt x="3162" y="6323"/>
                      <a:pt x="3101" y="6505"/>
                      <a:pt x="2980" y="6626"/>
                    </a:cubicBezTo>
                    <a:cubicBezTo>
                      <a:pt x="2888" y="6748"/>
                      <a:pt x="2736" y="6839"/>
                      <a:pt x="2554" y="6900"/>
                    </a:cubicBezTo>
                    <a:lnTo>
                      <a:pt x="2554" y="5259"/>
                    </a:lnTo>
                    <a:close/>
                    <a:moveTo>
                      <a:pt x="2159" y="0"/>
                    </a:moveTo>
                    <a:lnTo>
                      <a:pt x="2159" y="669"/>
                    </a:lnTo>
                    <a:cubicBezTo>
                      <a:pt x="1612" y="730"/>
                      <a:pt x="1156" y="973"/>
                      <a:pt x="852" y="1368"/>
                    </a:cubicBezTo>
                    <a:cubicBezTo>
                      <a:pt x="700" y="1520"/>
                      <a:pt x="609" y="1672"/>
                      <a:pt x="548" y="1854"/>
                    </a:cubicBezTo>
                    <a:cubicBezTo>
                      <a:pt x="457" y="2067"/>
                      <a:pt x="396" y="2280"/>
                      <a:pt x="366" y="2493"/>
                    </a:cubicBezTo>
                    <a:cubicBezTo>
                      <a:pt x="366" y="2614"/>
                      <a:pt x="366" y="2736"/>
                      <a:pt x="366" y="2827"/>
                    </a:cubicBezTo>
                    <a:cubicBezTo>
                      <a:pt x="366" y="2888"/>
                      <a:pt x="366" y="2979"/>
                      <a:pt x="366" y="3040"/>
                    </a:cubicBezTo>
                    <a:cubicBezTo>
                      <a:pt x="396" y="3465"/>
                      <a:pt x="517" y="3830"/>
                      <a:pt x="730" y="4104"/>
                    </a:cubicBezTo>
                    <a:cubicBezTo>
                      <a:pt x="791" y="4195"/>
                      <a:pt x="852" y="4256"/>
                      <a:pt x="943" y="4316"/>
                    </a:cubicBezTo>
                    <a:cubicBezTo>
                      <a:pt x="1095" y="4468"/>
                      <a:pt x="1277" y="4620"/>
                      <a:pt x="1490" y="4742"/>
                    </a:cubicBezTo>
                    <a:cubicBezTo>
                      <a:pt x="1581" y="4803"/>
                      <a:pt x="1703" y="4864"/>
                      <a:pt x="1794" y="4894"/>
                    </a:cubicBezTo>
                    <a:lnTo>
                      <a:pt x="1794" y="6900"/>
                    </a:lnTo>
                    <a:cubicBezTo>
                      <a:pt x="1733" y="6900"/>
                      <a:pt x="1642" y="6870"/>
                      <a:pt x="1581" y="6839"/>
                    </a:cubicBezTo>
                    <a:cubicBezTo>
                      <a:pt x="1460" y="6809"/>
                      <a:pt x="1308" y="6748"/>
                      <a:pt x="1156" y="6687"/>
                    </a:cubicBezTo>
                    <a:cubicBezTo>
                      <a:pt x="943" y="6566"/>
                      <a:pt x="761" y="6444"/>
                      <a:pt x="578" y="6292"/>
                    </a:cubicBezTo>
                    <a:lnTo>
                      <a:pt x="214" y="7052"/>
                    </a:lnTo>
                    <a:lnTo>
                      <a:pt x="1" y="7447"/>
                    </a:lnTo>
                    <a:cubicBezTo>
                      <a:pt x="31" y="7478"/>
                      <a:pt x="62" y="7478"/>
                      <a:pt x="92" y="7508"/>
                    </a:cubicBezTo>
                    <a:cubicBezTo>
                      <a:pt x="457" y="7782"/>
                      <a:pt x="821" y="7994"/>
                      <a:pt x="1247" y="8116"/>
                    </a:cubicBezTo>
                    <a:cubicBezTo>
                      <a:pt x="1429" y="8146"/>
                      <a:pt x="1612" y="8207"/>
                      <a:pt x="1794" y="8207"/>
                    </a:cubicBezTo>
                    <a:lnTo>
                      <a:pt x="1794" y="8876"/>
                    </a:lnTo>
                    <a:lnTo>
                      <a:pt x="2554" y="8876"/>
                    </a:lnTo>
                    <a:lnTo>
                      <a:pt x="2554" y="8237"/>
                    </a:lnTo>
                    <a:lnTo>
                      <a:pt x="2645" y="8237"/>
                    </a:lnTo>
                    <a:cubicBezTo>
                      <a:pt x="3010" y="8177"/>
                      <a:pt x="3344" y="8055"/>
                      <a:pt x="3618" y="7873"/>
                    </a:cubicBezTo>
                    <a:cubicBezTo>
                      <a:pt x="3709" y="7812"/>
                      <a:pt x="3770" y="7751"/>
                      <a:pt x="3861" y="7690"/>
                    </a:cubicBezTo>
                    <a:cubicBezTo>
                      <a:pt x="4043" y="7508"/>
                      <a:pt x="4165" y="7326"/>
                      <a:pt x="4287" y="7113"/>
                    </a:cubicBezTo>
                    <a:cubicBezTo>
                      <a:pt x="4347" y="6991"/>
                      <a:pt x="4378" y="6870"/>
                      <a:pt x="4439" y="6748"/>
                    </a:cubicBezTo>
                    <a:cubicBezTo>
                      <a:pt x="4469" y="6626"/>
                      <a:pt x="4499" y="6474"/>
                      <a:pt x="4499" y="6353"/>
                    </a:cubicBezTo>
                    <a:cubicBezTo>
                      <a:pt x="4499" y="6262"/>
                      <a:pt x="4499" y="6171"/>
                      <a:pt x="4499" y="6110"/>
                    </a:cubicBezTo>
                    <a:cubicBezTo>
                      <a:pt x="4499" y="5654"/>
                      <a:pt x="4439" y="5289"/>
                      <a:pt x="4287" y="4985"/>
                    </a:cubicBezTo>
                    <a:cubicBezTo>
                      <a:pt x="4135" y="4712"/>
                      <a:pt x="3952" y="4468"/>
                      <a:pt x="3739" y="4316"/>
                    </a:cubicBezTo>
                    <a:cubicBezTo>
                      <a:pt x="3679" y="4256"/>
                      <a:pt x="3618" y="4225"/>
                      <a:pt x="3557" y="4195"/>
                    </a:cubicBezTo>
                    <a:cubicBezTo>
                      <a:pt x="3375" y="4073"/>
                      <a:pt x="3192" y="3952"/>
                      <a:pt x="2949" y="3860"/>
                    </a:cubicBezTo>
                    <a:lnTo>
                      <a:pt x="2919" y="3830"/>
                    </a:lnTo>
                    <a:lnTo>
                      <a:pt x="2919" y="1976"/>
                    </a:lnTo>
                    <a:cubicBezTo>
                      <a:pt x="3192" y="2037"/>
                      <a:pt x="3527" y="2158"/>
                      <a:pt x="3891" y="2371"/>
                    </a:cubicBezTo>
                    <a:cubicBezTo>
                      <a:pt x="3952" y="2401"/>
                      <a:pt x="4013" y="2462"/>
                      <a:pt x="4074" y="2493"/>
                    </a:cubicBezTo>
                    <a:lnTo>
                      <a:pt x="4560" y="1368"/>
                    </a:lnTo>
                    <a:cubicBezTo>
                      <a:pt x="4317" y="1155"/>
                      <a:pt x="4074" y="1003"/>
                      <a:pt x="3800" y="882"/>
                    </a:cubicBezTo>
                    <a:lnTo>
                      <a:pt x="3770" y="882"/>
                    </a:lnTo>
                    <a:cubicBezTo>
                      <a:pt x="3527" y="760"/>
                      <a:pt x="3223" y="699"/>
                      <a:pt x="2919" y="669"/>
                    </a:cubicBezTo>
                    <a:lnTo>
                      <a:pt x="2919"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5"/>
              <p:cNvSpPr/>
              <p:nvPr/>
            </p:nvSpPr>
            <p:spPr>
              <a:xfrm>
                <a:off x="924475" y="2916725"/>
                <a:ext cx="762950" cy="954250"/>
              </a:xfrm>
              <a:custGeom>
                <a:avLst/>
                <a:gdLst/>
                <a:ahLst/>
                <a:cxnLst/>
                <a:rect l="l" t="t" r="r" b="b"/>
                <a:pathLst>
                  <a:path w="30518" h="38170" extrusionOk="0">
                    <a:moveTo>
                      <a:pt x="20396" y="1"/>
                    </a:moveTo>
                    <a:cubicBezTo>
                      <a:pt x="20396" y="61"/>
                      <a:pt x="20365" y="426"/>
                      <a:pt x="20061" y="973"/>
                    </a:cubicBezTo>
                    <a:cubicBezTo>
                      <a:pt x="19727" y="1581"/>
                      <a:pt x="19058" y="2371"/>
                      <a:pt x="17690" y="3222"/>
                    </a:cubicBezTo>
                    <a:cubicBezTo>
                      <a:pt x="14924" y="4925"/>
                      <a:pt x="1246" y="12220"/>
                      <a:pt x="1246" y="12220"/>
                    </a:cubicBezTo>
                    <a:cubicBezTo>
                      <a:pt x="0" y="13679"/>
                      <a:pt x="365" y="14986"/>
                      <a:pt x="1733" y="19089"/>
                    </a:cubicBezTo>
                    <a:cubicBezTo>
                      <a:pt x="3070" y="23192"/>
                      <a:pt x="7781" y="35807"/>
                      <a:pt x="9028" y="37539"/>
                    </a:cubicBezTo>
                    <a:cubicBezTo>
                      <a:pt x="9333" y="37971"/>
                      <a:pt x="9787" y="38170"/>
                      <a:pt x="10372" y="38170"/>
                    </a:cubicBezTo>
                    <a:cubicBezTo>
                      <a:pt x="10486" y="38170"/>
                      <a:pt x="10605" y="38162"/>
                      <a:pt x="10730" y="38147"/>
                    </a:cubicBezTo>
                    <a:cubicBezTo>
                      <a:pt x="12493" y="37995"/>
                      <a:pt x="15198" y="36475"/>
                      <a:pt x="18268" y="35168"/>
                    </a:cubicBezTo>
                    <a:cubicBezTo>
                      <a:pt x="22128" y="33557"/>
                      <a:pt x="27660" y="30518"/>
                      <a:pt x="29362" y="28968"/>
                    </a:cubicBezTo>
                    <a:cubicBezTo>
                      <a:pt x="29575" y="28785"/>
                      <a:pt x="29727" y="28603"/>
                      <a:pt x="29818" y="28451"/>
                    </a:cubicBezTo>
                    <a:cubicBezTo>
                      <a:pt x="30517" y="27205"/>
                      <a:pt x="20548" y="396"/>
                      <a:pt x="203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5"/>
              <p:cNvSpPr/>
              <p:nvPr/>
            </p:nvSpPr>
            <p:spPr>
              <a:xfrm>
                <a:off x="860625" y="3337350"/>
                <a:ext cx="326025" cy="124450"/>
              </a:xfrm>
              <a:custGeom>
                <a:avLst/>
                <a:gdLst/>
                <a:ahLst/>
                <a:cxnLst/>
                <a:rect l="l" t="t" r="r" b="b"/>
                <a:pathLst>
                  <a:path w="13041" h="4978" extrusionOk="0">
                    <a:moveTo>
                      <a:pt x="12184" y="0"/>
                    </a:moveTo>
                    <a:cubicBezTo>
                      <a:pt x="12134" y="0"/>
                      <a:pt x="12085" y="5"/>
                      <a:pt x="12038" y="15"/>
                    </a:cubicBezTo>
                    <a:cubicBezTo>
                      <a:pt x="11643" y="106"/>
                      <a:pt x="4925" y="3115"/>
                      <a:pt x="4652" y="3145"/>
                    </a:cubicBezTo>
                    <a:cubicBezTo>
                      <a:pt x="4646" y="3147"/>
                      <a:pt x="4639" y="3147"/>
                      <a:pt x="4631" y="3147"/>
                    </a:cubicBezTo>
                    <a:cubicBezTo>
                      <a:pt x="4227" y="3147"/>
                      <a:pt x="578" y="1717"/>
                      <a:pt x="578" y="1717"/>
                    </a:cubicBezTo>
                    <a:lnTo>
                      <a:pt x="1" y="2082"/>
                    </a:lnTo>
                    <a:cubicBezTo>
                      <a:pt x="1" y="2082"/>
                      <a:pt x="3193" y="4756"/>
                      <a:pt x="4591" y="4969"/>
                    </a:cubicBezTo>
                    <a:cubicBezTo>
                      <a:pt x="4626" y="4975"/>
                      <a:pt x="4665" y="4977"/>
                      <a:pt x="4708" y="4977"/>
                    </a:cubicBezTo>
                    <a:cubicBezTo>
                      <a:pt x="6337" y="4977"/>
                      <a:pt x="12919" y="1109"/>
                      <a:pt x="12919" y="1109"/>
                    </a:cubicBezTo>
                    <a:lnTo>
                      <a:pt x="13041" y="288"/>
                    </a:lnTo>
                    <a:cubicBezTo>
                      <a:pt x="13041" y="288"/>
                      <a:pt x="12584" y="0"/>
                      <a:pt x="1218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5"/>
              <p:cNvSpPr/>
              <p:nvPr/>
            </p:nvSpPr>
            <p:spPr>
              <a:xfrm>
                <a:off x="860625" y="3344550"/>
                <a:ext cx="375425" cy="225000"/>
              </a:xfrm>
              <a:custGeom>
                <a:avLst/>
                <a:gdLst/>
                <a:ahLst/>
                <a:cxnLst/>
                <a:rect l="l" t="t" r="r" b="b"/>
                <a:pathLst>
                  <a:path w="15017" h="9000" extrusionOk="0">
                    <a:moveTo>
                      <a:pt x="13033" y="0"/>
                    </a:moveTo>
                    <a:cubicBezTo>
                      <a:pt x="12434" y="0"/>
                      <a:pt x="5469" y="3557"/>
                      <a:pt x="4803" y="3587"/>
                    </a:cubicBezTo>
                    <a:lnTo>
                      <a:pt x="4773" y="3587"/>
                    </a:lnTo>
                    <a:cubicBezTo>
                      <a:pt x="4256" y="3557"/>
                      <a:pt x="123" y="1854"/>
                      <a:pt x="1" y="1794"/>
                    </a:cubicBezTo>
                    <a:lnTo>
                      <a:pt x="1" y="1794"/>
                    </a:lnTo>
                    <a:cubicBezTo>
                      <a:pt x="62" y="1946"/>
                      <a:pt x="1916" y="7204"/>
                      <a:pt x="2098" y="7478"/>
                    </a:cubicBezTo>
                    <a:cubicBezTo>
                      <a:pt x="2247" y="7745"/>
                      <a:pt x="5966" y="8999"/>
                      <a:pt x="6986" y="8999"/>
                    </a:cubicBezTo>
                    <a:cubicBezTo>
                      <a:pt x="7010" y="8999"/>
                      <a:pt x="7032" y="8999"/>
                      <a:pt x="7053" y="8997"/>
                    </a:cubicBezTo>
                    <a:lnTo>
                      <a:pt x="7144" y="8997"/>
                    </a:lnTo>
                    <a:cubicBezTo>
                      <a:pt x="7873" y="8815"/>
                      <a:pt x="15016" y="5684"/>
                      <a:pt x="14956" y="4985"/>
                    </a:cubicBezTo>
                    <a:cubicBezTo>
                      <a:pt x="14925" y="4316"/>
                      <a:pt x="13618" y="0"/>
                      <a:pt x="13041" y="0"/>
                    </a:cubicBezTo>
                    <a:cubicBezTo>
                      <a:pt x="13038" y="0"/>
                      <a:pt x="13036" y="0"/>
                      <a:pt x="1303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5"/>
              <p:cNvSpPr/>
              <p:nvPr/>
            </p:nvSpPr>
            <p:spPr>
              <a:xfrm>
                <a:off x="1135325" y="3396000"/>
                <a:ext cx="83350" cy="65525"/>
              </a:xfrm>
              <a:custGeom>
                <a:avLst/>
                <a:gdLst/>
                <a:ahLst/>
                <a:cxnLst/>
                <a:rect l="l" t="t" r="r" b="b"/>
                <a:pathLst>
                  <a:path w="3334" h="2621" extrusionOk="0">
                    <a:moveTo>
                      <a:pt x="1421" y="1"/>
                    </a:moveTo>
                    <a:cubicBezTo>
                      <a:pt x="1318" y="1"/>
                      <a:pt x="1214" y="22"/>
                      <a:pt x="1110" y="70"/>
                    </a:cubicBezTo>
                    <a:cubicBezTo>
                      <a:pt x="0" y="597"/>
                      <a:pt x="715" y="2620"/>
                      <a:pt x="1843" y="2620"/>
                    </a:cubicBezTo>
                    <a:cubicBezTo>
                      <a:pt x="1950" y="2620"/>
                      <a:pt x="2061" y="2602"/>
                      <a:pt x="2174" y="2562"/>
                    </a:cubicBezTo>
                    <a:cubicBezTo>
                      <a:pt x="3333" y="2121"/>
                      <a:pt x="2438" y="1"/>
                      <a:pt x="142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 name="Google Shape;1051;p45"/>
            <p:cNvGrpSpPr/>
            <p:nvPr/>
          </p:nvGrpSpPr>
          <p:grpSpPr>
            <a:xfrm>
              <a:off x="3404553" y="2329701"/>
              <a:ext cx="432321" cy="612312"/>
              <a:chOff x="1462475" y="2164625"/>
              <a:chExt cx="395175" cy="559700"/>
            </a:xfrm>
          </p:grpSpPr>
          <p:sp>
            <p:nvSpPr>
              <p:cNvPr id="1052" name="Google Shape;1052;p45"/>
              <p:cNvSpPr/>
              <p:nvPr/>
            </p:nvSpPr>
            <p:spPr>
              <a:xfrm>
                <a:off x="1462475" y="2167475"/>
                <a:ext cx="341225" cy="556850"/>
              </a:xfrm>
              <a:custGeom>
                <a:avLst/>
                <a:gdLst/>
                <a:ahLst/>
                <a:cxnLst/>
                <a:rect l="l" t="t" r="r" b="b"/>
                <a:pathLst>
                  <a:path w="13649" h="22274" extrusionOk="0">
                    <a:moveTo>
                      <a:pt x="5563" y="0"/>
                    </a:moveTo>
                    <a:lnTo>
                      <a:pt x="2158" y="1308"/>
                    </a:lnTo>
                    <a:cubicBezTo>
                      <a:pt x="0" y="2159"/>
                      <a:pt x="61" y="7508"/>
                      <a:pt x="2280" y="13253"/>
                    </a:cubicBezTo>
                    <a:cubicBezTo>
                      <a:pt x="4298" y="18505"/>
                      <a:pt x="7447" y="22273"/>
                      <a:pt x="9624" y="22273"/>
                    </a:cubicBezTo>
                    <a:cubicBezTo>
                      <a:pt x="9841" y="22273"/>
                      <a:pt x="10048" y="22236"/>
                      <a:pt x="10244" y="22159"/>
                    </a:cubicBezTo>
                    <a:lnTo>
                      <a:pt x="13648" y="20852"/>
                    </a:lnTo>
                    <a:lnTo>
                      <a:pt x="11612" y="15593"/>
                    </a:lnTo>
                    <a:cubicBezTo>
                      <a:pt x="11338" y="13952"/>
                      <a:pt x="10852" y="12128"/>
                      <a:pt x="10122" y="10244"/>
                    </a:cubicBezTo>
                    <a:cubicBezTo>
                      <a:pt x="9393" y="8359"/>
                      <a:pt x="8511" y="6657"/>
                      <a:pt x="7599" y="5259"/>
                    </a:cubicBezTo>
                    <a:lnTo>
                      <a:pt x="5563"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5"/>
              <p:cNvSpPr/>
              <p:nvPr/>
            </p:nvSpPr>
            <p:spPr>
              <a:xfrm>
                <a:off x="1547575" y="2164625"/>
                <a:ext cx="310075" cy="527000"/>
              </a:xfrm>
              <a:custGeom>
                <a:avLst/>
                <a:gdLst/>
                <a:ahLst/>
                <a:cxnLst/>
                <a:rect l="l" t="t" r="r" b="b"/>
                <a:pathLst>
                  <a:path w="12403" h="21080" extrusionOk="0">
                    <a:moveTo>
                      <a:pt x="2805" y="1"/>
                    </a:moveTo>
                    <a:cubicBezTo>
                      <a:pt x="2589" y="1"/>
                      <a:pt x="2384" y="38"/>
                      <a:pt x="2189" y="114"/>
                    </a:cubicBezTo>
                    <a:cubicBezTo>
                      <a:pt x="1" y="935"/>
                      <a:pt x="61" y="6285"/>
                      <a:pt x="2280" y="12060"/>
                    </a:cubicBezTo>
                    <a:cubicBezTo>
                      <a:pt x="4327" y="17287"/>
                      <a:pt x="7456" y="21080"/>
                      <a:pt x="9629" y="21080"/>
                    </a:cubicBezTo>
                    <a:cubicBezTo>
                      <a:pt x="9844" y="21080"/>
                      <a:pt x="10050" y="21043"/>
                      <a:pt x="10244" y="20966"/>
                    </a:cubicBezTo>
                    <a:cubicBezTo>
                      <a:pt x="12402" y="20115"/>
                      <a:pt x="12372" y="14796"/>
                      <a:pt x="10122" y="9020"/>
                    </a:cubicBezTo>
                    <a:cubicBezTo>
                      <a:pt x="8104" y="3793"/>
                      <a:pt x="4977" y="1"/>
                      <a:pt x="2805"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5"/>
              <p:cNvSpPr/>
              <p:nvPr/>
            </p:nvSpPr>
            <p:spPr>
              <a:xfrm>
                <a:off x="1600775" y="2252325"/>
                <a:ext cx="205200" cy="351650"/>
              </a:xfrm>
              <a:custGeom>
                <a:avLst/>
                <a:gdLst/>
                <a:ahLst/>
                <a:cxnLst/>
                <a:rect l="l" t="t" r="r" b="b"/>
                <a:pathLst>
                  <a:path w="8208" h="14066" extrusionOk="0">
                    <a:moveTo>
                      <a:pt x="1793" y="1"/>
                    </a:moveTo>
                    <a:cubicBezTo>
                      <a:pt x="1655" y="1"/>
                      <a:pt x="1523" y="24"/>
                      <a:pt x="1399" y="72"/>
                    </a:cubicBezTo>
                    <a:cubicBezTo>
                      <a:pt x="1155" y="163"/>
                      <a:pt x="973" y="345"/>
                      <a:pt x="821" y="558"/>
                    </a:cubicBezTo>
                    <a:cubicBezTo>
                      <a:pt x="0" y="1774"/>
                      <a:pt x="213" y="4813"/>
                      <a:pt x="1459" y="8035"/>
                    </a:cubicBezTo>
                    <a:cubicBezTo>
                      <a:pt x="2706" y="11288"/>
                      <a:pt x="4590" y="13689"/>
                      <a:pt x="6019" y="14023"/>
                    </a:cubicBezTo>
                    <a:cubicBezTo>
                      <a:pt x="6142" y="14050"/>
                      <a:pt x="6259" y="14066"/>
                      <a:pt x="6369" y="14066"/>
                    </a:cubicBezTo>
                    <a:cubicBezTo>
                      <a:pt x="6505" y="14066"/>
                      <a:pt x="6631" y="14043"/>
                      <a:pt x="6748" y="13993"/>
                    </a:cubicBezTo>
                    <a:cubicBezTo>
                      <a:pt x="8207" y="13415"/>
                      <a:pt x="8177" y="9859"/>
                      <a:pt x="6687" y="6029"/>
                    </a:cubicBezTo>
                    <a:cubicBezTo>
                      <a:pt x="5328" y="2534"/>
                      <a:pt x="3235" y="1"/>
                      <a:pt x="17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5"/>
              <p:cNvSpPr/>
              <p:nvPr/>
            </p:nvSpPr>
            <p:spPr>
              <a:xfrm>
                <a:off x="1639525" y="2339200"/>
                <a:ext cx="91225" cy="175575"/>
              </a:xfrm>
              <a:custGeom>
                <a:avLst/>
                <a:gdLst/>
                <a:ahLst/>
                <a:cxnLst/>
                <a:rect l="l" t="t" r="r" b="b"/>
                <a:pathLst>
                  <a:path w="3649" h="7023" extrusionOk="0">
                    <a:moveTo>
                      <a:pt x="973" y="1733"/>
                    </a:moveTo>
                    <a:lnTo>
                      <a:pt x="1399" y="2828"/>
                    </a:lnTo>
                    <a:cubicBezTo>
                      <a:pt x="1156" y="2706"/>
                      <a:pt x="1004" y="2554"/>
                      <a:pt x="943" y="2341"/>
                    </a:cubicBezTo>
                    <a:cubicBezTo>
                      <a:pt x="821" y="2068"/>
                      <a:pt x="852" y="1855"/>
                      <a:pt x="973" y="1733"/>
                    </a:cubicBezTo>
                    <a:close/>
                    <a:moveTo>
                      <a:pt x="2159" y="4135"/>
                    </a:moveTo>
                    <a:cubicBezTo>
                      <a:pt x="2432" y="4226"/>
                      <a:pt x="2645" y="4408"/>
                      <a:pt x="2736" y="4651"/>
                    </a:cubicBezTo>
                    <a:cubicBezTo>
                      <a:pt x="2797" y="4803"/>
                      <a:pt x="2827" y="4955"/>
                      <a:pt x="2797" y="5077"/>
                    </a:cubicBezTo>
                    <a:cubicBezTo>
                      <a:pt x="2767" y="5199"/>
                      <a:pt x="2706" y="5290"/>
                      <a:pt x="2645" y="5381"/>
                    </a:cubicBezTo>
                    <a:lnTo>
                      <a:pt x="2159" y="4135"/>
                    </a:lnTo>
                    <a:close/>
                    <a:moveTo>
                      <a:pt x="760" y="1"/>
                    </a:moveTo>
                    <a:lnTo>
                      <a:pt x="365" y="153"/>
                    </a:lnTo>
                    <a:lnTo>
                      <a:pt x="578" y="670"/>
                    </a:lnTo>
                    <a:cubicBezTo>
                      <a:pt x="305" y="852"/>
                      <a:pt x="122" y="1126"/>
                      <a:pt x="61" y="1490"/>
                    </a:cubicBezTo>
                    <a:cubicBezTo>
                      <a:pt x="1" y="1855"/>
                      <a:pt x="61" y="2250"/>
                      <a:pt x="244" y="2706"/>
                    </a:cubicBezTo>
                    <a:cubicBezTo>
                      <a:pt x="396" y="3132"/>
                      <a:pt x="608" y="3436"/>
                      <a:pt x="821" y="3618"/>
                    </a:cubicBezTo>
                    <a:cubicBezTo>
                      <a:pt x="1064" y="3800"/>
                      <a:pt x="1338" y="3922"/>
                      <a:pt x="1642" y="4013"/>
                    </a:cubicBezTo>
                    <a:lnTo>
                      <a:pt x="2219" y="5533"/>
                    </a:lnTo>
                    <a:cubicBezTo>
                      <a:pt x="2098" y="5533"/>
                      <a:pt x="1976" y="5533"/>
                      <a:pt x="1824" y="5502"/>
                    </a:cubicBezTo>
                    <a:cubicBezTo>
                      <a:pt x="1672" y="5442"/>
                      <a:pt x="1520" y="5411"/>
                      <a:pt x="1399" y="5320"/>
                    </a:cubicBezTo>
                    <a:lnTo>
                      <a:pt x="1399" y="5320"/>
                    </a:lnTo>
                    <a:lnTo>
                      <a:pt x="1429" y="6323"/>
                    </a:lnTo>
                    <a:cubicBezTo>
                      <a:pt x="1721" y="6480"/>
                      <a:pt x="2013" y="6571"/>
                      <a:pt x="2305" y="6571"/>
                    </a:cubicBezTo>
                    <a:cubicBezTo>
                      <a:pt x="2408" y="6571"/>
                      <a:pt x="2511" y="6560"/>
                      <a:pt x="2615" y="6536"/>
                    </a:cubicBezTo>
                    <a:lnTo>
                      <a:pt x="2797" y="7022"/>
                    </a:lnTo>
                    <a:lnTo>
                      <a:pt x="3222" y="6870"/>
                    </a:lnTo>
                    <a:lnTo>
                      <a:pt x="3040" y="6414"/>
                    </a:lnTo>
                    <a:cubicBezTo>
                      <a:pt x="3253" y="6293"/>
                      <a:pt x="3405" y="6110"/>
                      <a:pt x="3496" y="5898"/>
                    </a:cubicBezTo>
                    <a:cubicBezTo>
                      <a:pt x="3587" y="5685"/>
                      <a:pt x="3648" y="5442"/>
                      <a:pt x="3618" y="5168"/>
                    </a:cubicBezTo>
                    <a:cubicBezTo>
                      <a:pt x="3618" y="4895"/>
                      <a:pt x="3557" y="4621"/>
                      <a:pt x="3466" y="4347"/>
                    </a:cubicBezTo>
                    <a:cubicBezTo>
                      <a:pt x="3314" y="4013"/>
                      <a:pt x="3162" y="3740"/>
                      <a:pt x="3010" y="3557"/>
                    </a:cubicBezTo>
                    <a:cubicBezTo>
                      <a:pt x="2827" y="3344"/>
                      <a:pt x="2675" y="3223"/>
                      <a:pt x="2523" y="3132"/>
                    </a:cubicBezTo>
                    <a:cubicBezTo>
                      <a:pt x="2341" y="3071"/>
                      <a:pt x="2159" y="3010"/>
                      <a:pt x="1946" y="2980"/>
                    </a:cubicBezTo>
                    <a:lnTo>
                      <a:pt x="1915" y="2949"/>
                    </a:lnTo>
                    <a:lnTo>
                      <a:pt x="1368" y="1521"/>
                    </a:lnTo>
                    <a:cubicBezTo>
                      <a:pt x="1581" y="1521"/>
                      <a:pt x="1824" y="1551"/>
                      <a:pt x="2159" y="1673"/>
                    </a:cubicBezTo>
                    <a:lnTo>
                      <a:pt x="2067" y="700"/>
                    </a:lnTo>
                    <a:cubicBezTo>
                      <a:pt x="1885" y="609"/>
                      <a:pt x="1703" y="548"/>
                      <a:pt x="1520" y="518"/>
                    </a:cubicBezTo>
                    <a:cubicBezTo>
                      <a:pt x="1444" y="502"/>
                      <a:pt x="1361" y="495"/>
                      <a:pt x="1270" y="495"/>
                    </a:cubicBezTo>
                    <a:cubicBezTo>
                      <a:pt x="1178" y="495"/>
                      <a:pt x="1080" y="502"/>
                      <a:pt x="973" y="518"/>
                    </a:cubicBezTo>
                    <a:lnTo>
                      <a:pt x="760"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5"/>
              <p:cNvSpPr/>
              <p:nvPr/>
            </p:nvSpPr>
            <p:spPr>
              <a:xfrm>
                <a:off x="1621300" y="2252325"/>
                <a:ext cx="184675" cy="351650"/>
              </a:xfrm>
              <a:custGeom>
                <a:avLst/>
                <a:gdLst/>
                <a:ahLst/>
                <a:cxnLst/>
                <a:rect l="l" t="t" r="r" b="b"/>
                <a:pathLst>
                  <a:path w="7387" h="14066" extrusionOk="0">
                    <a:moveTo>
                      <a:pt x="972" y="1"/>
                    </a:moveTo>
                    <a:cubicBezTo>
                      <a:pt x="834" y="1"/>
                      <a:pt x="702" y="24"/>
                      <a:pt x="578" y="72"/>
                    </a:cubicBezTo>
                    <a:cubicBezTo>
                      <a:pt x="334" y="163"/>
                      <a:pt x="152" y="345"/>
                      <a:pt x="0" y="558"/>
                    </a:cubicBezTo>
                    <a:cubicBezTo>
                      <a:pt x="1429" y="892"/>
                      <a:pt x="3313" y="3294"/>
                      <a:pt x="4559" y="6515"/>
                    </a:cubicBezTo>
                    <a:cubicBezTo>
                      <a:pt x="5806" y="9768"/>
                      <a:pt x="6018" y="12807"/>
                      <a:pt x="5198" y="14023"/>
                    </a:cubicBezTo>
                    <a:cubicBezTo>
                      <a:pt x="5321" y="14050"/>
                      <a:pt x="5438" y="14066"/>
                      <a:pt x="5548" y="14066"/>
                    </a:cubicBezTo>
                    <a:cubicBezTo>
                      <a:pt x="5684" y="14066"/>
                      <a:pt x="5810" y="14043"/>
                      <a:pt x="5927" y="13993"/>
                    </a:cubicBezTo>
                    <a:cubicBezTo>
                      <a:pt x="7386" y="13415"/>
                      <a:pt x="7356" y="9859"/>
                      <a:pt x="5866" y="6029"/>
                    </a:cubicBezTo>
                    <a:cubicBezTo>
                      <a:pt x="4507" y="2534"/>
                      <a:pt x="2414" y="1"/>
                      <a:pt x="972"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 name="Google Shape;1057;p45"/>
            <p:cNvGrpSpPr/>
            <p:nvPr/>
          </p:nvGrpSpPr>
          <p:grpSpPr>
            <a:xfrm>
              <a:off x="3515025" y="3089950"/>
              <a:ext cx="504600" cy="518275"/>
              <a:chOff x="1860650" y="2700150"/>
              <a:chExt cx="504600" cy="518275"/>
            </a:xfrm>
          </p:grpSpPr>
          <p:sp>
            <p:nvSpPr>
              <p:cNvPr id="1058" name="Google Shape;1058;p45"/>
              <p:cNvSpPr/>
              <p:nvPr/>
            </p:nvSpPr>
            <p:spPr>
              <a:xfrm>
                <a:off x="186065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lnTo>
                      <a:pt x="11095" y="20731"/>
                    </a:lnTo>
                    <a:lnTo>
                      <a:pt x="11095" y="20487"/>
                    </a:lnTo>
                    <a:cubicBezTo>
                      <a:pt x="15138" y="19454"/>
                      <a:pt x="18177" y="15320"/>
                      <a:pt x="18177" y="10366"/>
                    </a:cubicBezTo>
                    <a:cubicBezTo>
                      <a:pt x="18177" y="5411"/>
                      <a:pt x="15138" y="1277"/>
                      <a:pt x="11095" y="244"/>
                    </a:cubicBezTo>
                    <a:lnTo>
                      <a:pt x="11095"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5"/>
              <p:cNvSpPr/>
              <p:nvPr/>
            </p:nvSpPr>
            <p:spPr>
              <a:xfrm>
                <a:off x="191080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cubicBezTo>
                      <a:pt x="14104" y="20731"/>
                      <a:pt x="18177" y="16080"/>
                      <a:pt x="18177" y="10366"/>
                    </a:cubicBezTo>
                    <a:cubicBezTo>
                      <a:pt x="18177" y="4621"/>
                      <a:pt x="14104" y="1"/>
                      <a:pt x="908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5"/>
              <p:cNvSpPr/>
              <p:nvPr/>
            </p:nvSpPr>
            <p:spPr>
              <a:xfrm>
                <a:off x="1971600" y="2769300"/>
                <a:ext cx="332850" cy="379975"/>
              </a:xfrm>
              <a:custGeom>
                <a:avLst/>
                <a:gdLst/>
                <a:ahLst/>
                <a:cxnLst/>
                <a:rect l="l" t="t" r="r" b="b"/>
                <a:pathLst>
                  <a:path w="13314" h="15199" extrusionOk="0">
                    <a:moveTo>
                      <a:pt x="6657" y="1"/>
                    </a:moveTo>
                    <a:cubicBezTo>
                      <a:pt x="6384" y="1"/>
                      <a:pt x="6110" y="31"/>
                      <a:pt x="5867" y="62"/>
                    </a:cubicBezTo>
                    <a:cubicBezTo>
                      <a:pt x="2554" y="487"/>
                      <a:pt x="0" y="3709"/>
                      <a:pt x="0" y="7600"/>
                    </a:cubicBezTo>
                    <a:cubicBezTo>
                      <a:pt x="0" y="11490"/>
                      <a:pt x="2554" y="14712"/>
                      <a:pt x="5867" y="15138"/>
                    </a:cubicBezTo>
                    <a:cubicBezTo>
                      <a:pt x="6110" y="15168"/>
                      <a:pt x="6384" y="15199"/>
                      <a:pt x="6657" y="15199"/>
                    </a:cubicBezTo>
                    <a:cubicBezTo>
                      <a:pt x="10335" y="15199"/>
                      <a:pt x="13314" y="11794"/>
                      <a:pt x="13314" y="7600"/>
                    </a:cubicBezTo>
                    <a:cubicBezTo>
                      <a:pt x="13314" y="3405"/>
                      <a:pt x="10335" y="1"/>
                      <a:pt x="665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5"/>
              <p:cNvSpPr/>
              <p:nvPr/>
            </p:nvSpPr>
            <p:spPr>
              <a:xfrm>
                <a:off x="1971600" y="2770825"/>
                <a:ext cx="293350" cy="376925"/>
              </a:xfrm>
              <a:custGeom>
                <a:avLst/>
                <a:gdLst/>
                <a:ahLst/>
                <a:cxnLst/>
                <a:rect l="l" t="t" r="r" b="b"/>
                <a:pathLst>
                  <a:path w="11734" h="15077" extrusionOk="0">
                    <a:moveTo>
                      <a:pt x="5867" y="1"/>
                    </a:moveTo>
                    <a:cubicBezTo>
                      <a:pt x="2554" y="426"/>
                      <a:pt x="0" y="3648"/>
                      <a:pt x="0" y="7539"/>
                    </a:cubicBezTo>
                    <a:cubicBezTo>
                      <a:pt x="0" y="8998"/>
                      <a:pt x="365" y="10335"/>
                      <a:pt x="973" y="11490"/>
                    </a:cubicBezTo>
                    <a:cubicBezTo>
                      <a:pt x="1703" y="12858"/>
                      <a:pt x="2766" y="13922"/>
                      <a:pt x="4073" y="14530"/>
                    </a:cubicBezTo>
                    <a:cubicBezTo>
                      <a:pt x="4651" y="14803"/>
                      <a:pt x="5229" y="14986"/>
                      <a:pt x="5867" y="15077"/>
                    </a:cubicBezTo>
                    <a:cubicBezTo>
                      <a:pt x="9180" y="14651"/>
                      <a:pt x="11733" y="11429"/>
                      <a:pt x="11733" y="7539"/>
                    </a:cubicBezTo>
                    <a:cubicBezTo>
                      <a:pt x="11733" y="3648"/>
                      <a:pt x="9180" y="426"/>
                      <a:pt x="5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5"/>
              <p:cNvSpPr/>
              <p:nvPr/>
            </p:nvSpPr>
            <p:spPr>
              <a:xfrm>
                <a:off x="2064300" y="2815650"/>
                <a:ext cx="147450" cy="287275"/>
              </a:xfrm>
              <a:custGeom>
                <a:avLst/>
                <a:gdLst/>
                <a:ahLst/>
                <a:cxnLst/>
                <a:rect l="l" t="t" r="r" b="b"/>
                <a:pathLst>
                  <a:path w="5898" h="11491" extrusionOk="0">
                    <a:moveTo>
                      <a:pt x="2767" y="2615"/>
                    </a:moveTo>
                    <a:lnTo>
                      <a:pt x="2767" y="4469"/>
                    </a:lnTo>
                    <a:cubicBezTo>
                      <a:pt x="2372" y="4196"/>
                      <a:pt x="2159" y="3892"/>
                      <a:pt x="2159" y="3527"/>
                    </a:cubicBezTo>
                    <a:cubicBezTo>
                      <a:pt x="2159" y="3071"/>
                      <a:pt x="2372" y="2767"/>
                      <a:pt x="2767" y="2615"/>
                    </a:cubicBezTo>
                    <a:close/>
                    <a:moveTo>
                      <a:pt x="3283" y="6840"/>
                    </a:moveTo>
                    <a:cubicBezTo>
                      <a:pt x="3800" y="7144"/>
                      <a:pt x="4074" y="7509"/>
                      <a:pt x="4074" y="7934"/>
                    </a:cubicBezTo>
                    <a:cubicBezTo>
                      <a:pt x="4074" y="8208"/>
                      <a:pt x="4013" y="8420"/>
                      <a:pt x="3861" y="8603"/>
                    </a:cubicBezTo>
                    <a:cubicBezTo>
                      <a:pt x="3709" y="8785"/>
                      <a:pt x="3527" y="8907"/>
                      <a:pt x="3283" y="8968"/>
                    </a:cubicBezTo>
                    <a:lnTo>
                      <a:pt x="3283" y="6840"/>
                    </a:lnTo>
                    <a:close/>
                    <a:moveTo>
                      <a:pt x="2767" y="1"/>
                    </a:moveTo>
                    <a:lnTo>
                      <a:pt x="2767" y="852"/>
                    </a:lnTo>
                    <a:cubicBezTo>
                      <a:pt x="2037" y="974"/>
                      <a:pt x="1490" y="1278"/>
                      <a:pt x="1065" y="1764"/>
                    </a:cubicBezTo>
                    <a:cubicBezTo>
                      <a:pt x="639" y="2281"/>
                      <a:pt x="426" y="2919"/>
                      <a:pt x="426" y="3679"/>
                    </a:cubicBezTo>
                    <a:cubicBezTo>
                      <a:pt x="426" y="4378"/>
                      <a:pt x="609" y="4955"/>
                      <a:pt x="943" y="5351"/>
                    </a:cubicBezTo>
                    <a:cubicBezTo>
                      <a:pt x="1277" y="5746"/>
                      <a:pt x="1733" y="6080"/>
                      <a:pt x="2311" y="6354"/>
                    </a:cubicBezTo>
                    <a:lnTo>
                      <a:pt x="2311" y="8968"/>
                    </a:lnTo>
                    <a:cubicBezTo>
                      <a:pt x="2037" y="8907"/>
                      <a:pt x="1764" y="8816"/>
                      <a:pt x="1490" y="8664"/>
                    </a:cubicBezTo>
                    <a:cubicBezTo>
                      <a:pt x="1217" y="8512"/>
                      <a:pt x="943" y="8360"/>
                      <a:pt x="730" y="8177"/>
                    </a:cubicBezTo>
                    <a:lnTo>
                      <a:pt x="1" y="9667"/>
                    </a:lnTo>
                    <a:cubicBezTo>
                      <a:pt x="669" y="10214"/>
                      <a:pt x="1429" y="10548"/>
                      <a:pt x="2311" y="10670"/>
                    </a:cubicBezTo>
                    <a:lnTo>
                      <a:pt x="2311" y="11490"/>
                    </a:lnTo>
                    <a:lnTo>
                      <a:pt x="3283" y="11490"/>
                    </a:lnTo>
                    <a:lnTo>
                      <a:pt x="3283" y="10700"/>
                    </a:lnTo>
                    <a:cubicBezTo>
                      <a:pt x="3800" y="10639"/>
                      <a:pt x="4256" y="10487"/>
                      <a:pt x="4651" y="10214"/>
                    </a:cubicBezTo>
                    <a:cubicBezTo>
                      <a:pt x="5046" y="9971"/>
                      <a:pt x="5320" y="9636"/>
                      <a:pt x="5533" y="9211"/>
                    </a:cubicBezTo>
                    <a:cubicBezTo>
                      <a:pt x="5715" y="8816"/>
                      <a:pt x="5837" y="8390"/>
                      <a:pt x="5837" y="7934"/>
                    </a:cubicBezTo>
                    <a:cubicBezTo>
                      <a:pt x="5837" y="7357"/>
                      <a:pt x="5715" y="6870"/>
                      <a:pt x="5533" y="6475"/>
                    </a:cubicBezTo>
                    <a:cubicBezTo>
                      <a:pt x="5350" y="6110"/>
                      <a:pt x="5107" y="5806"/>
                      <a:pt x="4834" y="5594"/>
                    </a:cubicBezTo>
                    <a:cubicBezTo>
                      <a:pt x="4530" y="5381"/>
                      <a:pt x="4195" y="5199"/>
                      <a:pt x="3800" y="5016"/>
                    </a:cubicBezTo>
                    <a:lnTo>
                      <a:pt x="3739" y="4986"/>
                    </a:lnTo>
                    <a:lnTo>
                      <a:pt x="3739" y="2585"/>
                    </a:lnTo>
                    <a:cubicBezTo>
                      <a:pt x="4195" y="2676"/>
                      <a:pt x="4682" y="2889"/>
                      <a:pt x="5259" y="3223"/>
                    </a:cubicBezTo>
                    <a:lnTo>
                      <a:pt x="5898" y="1764"/>
                    </a:lnTo>
                    <a:cubicBezTo>
                      <a:pt x="5563" y="1521"/>
                      <a:pt x="5229" y="1338"/>
                      <a:pt x="4894" y="1156"/>
                    </a:cubicBezTo>
                    <a:cubicBezTo>
                      <a:pt x="4591" y="1004"/>
                      <a:pt x="4195" y="913"/>
                      <a:pt x="3739" y="882"/>
                    </a:cubicBezTo>
                    <a:lnTo>
                      <a:pt x="3739"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3" name="Google Shape;1063;p45"/>
            <p:cNvGrpSpPr/>
            <p:nvPr/>
          </p:nvGrpSpPr>
          <p:grpSpPr>
            <a:xfrm>
              <a:off x="2667911" y="2312212"/>
              <a:ext cx="655087" cy="561195"/>
              <a:chOff x="713225" y="2091550"/>
              <a:chExt cx="598800" cy="512975"/>
            </a:xfrm>
          </p:grpSpPr>
          <p:sp>
            <p:nvSpPr>
              <p:cNvPr id="1064" name="Google Shape;1064;p45"/>
              <p:cNvSpPr/>
              <p:nvPr/>
            </p:nvSpPr>
            <p:spPr>
              <a:xfrm>
                <a:off x="713225" y="2136450"/>
                <a:ext cx="559300" cy="468075"/>
              </a:xfrm>
              <a:custGeom>
                <a:avLst/>
                <a:gdLst/>
                <a:ahLst/>
                <a:cxnLst/>
                <a:rect l="l" t="t" r="r" b="b"/>
                <a:pathLst>
                  <a:path w="22372" h="18723" extrusionOk="0">
                    <a:moveTo>
                      <a:pt x="10463" y="0"/>
                    </a:moveTo>
                    <a:cubicBezTo>
                      <a:pt x="7687" y="0"/>
                      <a:pt x="5091" y="1072"/>
                      <a:pt x="3374" y="3035"/>
                    </a:cubicBezTo>
                    <a:lnTo>
                      <a:pt x="3161" y="2913"/>
                    </a:lnTo>
                    <a:lnTo>
                      <a:pt x="2249" y="4707"/>
                    </a:lnTo>
                    <a:cubicBezTo>
                      <a:pt x="0" y="9205"/>
                      <a:pt x="2341" y="14920"/>
                      <a:pt x="7447" y="17473"/>
                    </a:cubicBezTo>
                    <a:cubicBezTo>
                      <a:pt x="9132" y="18320"/>
                      <a:pt x="10904" y="18723"/>
                      <a:pt x="12606" y="18723"/>
                    </a:cubicBezTo>
                    <a:cubicBezTo>
                      <a:pt x="16092" y="18723"/>
                      <a:pt x="19279" y="17031"/>
                      <a:pt x="20791" y="14008"/>
                    </a:cubicBezTo>
                    <a:lnTo>
                      <a:pt x="21703" y="12214"/>
                    </a:lnTo>
                    <a:lnTo>
                      <a:pt x="21460" y="12093"/>
                    </a:lnTo>
                    <a:cubicBezTo>
                      <a:pt x="22371" y="8020"/>
                      <a:pt x="20031" y="3460"/>
                      <a:pt x="15593" y="1241"/>
                    </a:cubicBezTo>
                    <a:cubicBezTo>
                      <a:pt x="13922" y="400"/>
                      <a:pt x="12159" y="0"/>
                      <a:pt x="1046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5"/>
              <p:cNvSpPr/>
              <p:nvPr/>
            </p:nvSpPr>
            <p:spPr>
              <a:xfrm>
                <a:off x="736025" y="2091550"/>
                <a:ext cx="576000" cy="468150"/>
              </a:xfrm>
              <a:custGeom>
                <a:avLst/>
                <a:gdLst/>
                <a:ahLst/>
                <a:cxnLst/>
                <a:rect l="l" t="t" r="r" b="b"/>
                <a:pathLst>
                  <a:path w="23040" h="18726" extrusionOk="0">
                    <a:moveTo>
                      <a:pt x="10469" y="1"/>
                    </a:moveTo>
                    <a:cubicBezTo>
                      <a:pt x="6974" y="1"/>
                      <a:pt x="3764" y="1700"/>
                      <a:pt x="2249" y="4709"/>
                    </a:cubicBezTo>
                    <a:cubicBezTo>
                      <a:pt x="0" y="9208"/>
                      <a:pt x="2310" y="14922"/>
                      <a:pt x="7447" y="17475"/>
                    </a:cubicBezTo>
                    <a:cubicBezTo>
                      <a:pt x="9122" y="18323"/>
                      <a:pt x="10891" y="18725"/>
                      <a:pt x="12592" y="18725"/>
                    </a:cubicBezTo>
                    <a:cubicBezTo>
                      <a:pt x="16079" y="18725"/>
                      <a:pt x="19279" y="17034"/>
                      <a:pt x="20791" y="14010"/>
                    </a:cubicBezTo>
                    <a:cubicBezTo>
                      <a:pt x="23040" y="9542"/>
                      <a:pt x="20730" y="3797"/>
                      <a:pt x="15593" y="1244"/>
                    </a:cubicBezTo>
                    <a:cubicBezTo>
                      <a:pt x="13925" y="400"/>
                      <a:pt x="12164" y="1"/>
                      <a:pt x="1046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5"/>
              <p:cNvSpPr/>
              <p:nvPr/>
            </p:nvSpPr>
            <p:spPr>
              <a:xfrm>
                <a:off x="819600" y="2154300"/>
                <a:ext cx="414925" cy="342675"/>
              </a:xfrm>
              <a:custGeom>
                <a:avLst/>
                <a:gdLst/>
                <a:ahLst/>
                <a:cxnLst/>
                <a:rect l="l" t="t" r="r" b="b"/>
                <a:pathLst>
                  <a:path w="16597" h="13707" extrusionOk="0">
                    <a:moveTo>
                      <a:pt x="7413" y="0"/>
                    </a:moveTo>
                    <a:cubicBezTo>
                      <a:pt x="4852" y="0"/>
                      <a:pt x="2495" y="1232"/>
                      <a:pt x="1368" y="3445"/>
                    </a:cubicBezTo>
                    <a:cubicBezTo>
                      <a:pt x="1277" y="3689"/>
                      <a:pt x="1156" y="3932"/>
                      <a:pt x="1064" y="4175"/>
                    </a:cubicBezTo>
                    <a:cubicBezTo>
                      <a:pt x="1" y="7336"/>
                      <a:pt x="1703" y="11075"/>
                      <a:pt x="5198" y="12807"/>
                    </a:cubicBezTo>
                    <a:cubicBezTo>
                      <a:pt x="6418" y="13417"/>
                      <a:pt x="7706" y="13707"/>
                      <a:pt x="8945" y="13707"/>
                    </a:cubicBezTo>
                    <a:cubicBezTo>
                      <a:pt x="11225" y="13707"/>
                      <a:pt x="13339" y="12726"/>
                      <a:pt x="14560" y="10953"/>
                    </a:cubicBezTo>
                    <a:cubicBezTo>
                      <a:pt x="14712" y="10710"/>
                      <a:pt x="14834" y="10497"/>
                      <a:pt x="14955" y="10254"/>
                    </a:cubicBezTo>
                    <a:cubicBezTo>
                      <a:pt x="16597" y="6971"/>
                      <a:pt x="14894" y="2777"/>
                      <a:pt x="11156" y="892"/>
                    </a:cubicBezTo>
                    <a:cubicBezTo>
                      <a:pt x="9938" y="288"/>
                      <a:pt x="8652" y="0"/>
                      <a:pt x="741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5"/>
              <p:cNvSpPr/>
              <p:nvPr/>
            </p:nvSpPr>
            <p:spPr>
              <a:xfrm>
                <a:off x="819600" y="2189300"/>
                <a:ext cx="391375" cy="308050"/>
              </a:xfrm>
              <a:custGeom>
                <a:avLst/>
                <a:gdLst/>
                <a:ahLst/>
                <a:cxnLst/>
                <a:rect l="l" t="t" r="r" b="b"/>
                <a:pathLst>
                  <a:path w="15655" h="12322" extrusionOk="0">
                    <a:moveTo>
                      <a:pt x="6668" y="0"/>
                    </a:moveTo>
                    <a:cubicBezTo>
                      <a:pt x="4387" y="0"/>
                      <a:pt x="2282" y="988"/>
                      <a:pt x="1064" y="2775"/>
                    </a:cubicBezTo>
                    <a:cubicBezTo>
                      <a:pt x="1" y="5936"/>
                      <a:pt x="1703" y="9675"/>
                      <a:pt x="5198" y="11407"/>
                    </a:cubicBezTo>
                    <a:cubicBezTo>
                      <a:pt x="6417" y="12017"/>
                      <a:pt x="7719" y="12321"/>
                      <a:pt x="8971" y="12321"/>
                    </a:cubicBezTo>
                    <a:cubicBezTo>
                      <a:pt x="9031" y="12321"/>
                      <a:pt x="9090" y="12321"/>
                      <a:pt x="9150" y="12319"/>
                    </a:cubicBezTo>
                    <a:cubicBezTo>
                      <a:pt x="10700" y="12258"/>
                      <a:pt x="12128" y="11772"/>
                      <a:pt x="13284" y="10891"/>
                    </a:cubicBezTo>
                    <a:cubicBezTo>
                      <a:pt x="13770" y="10526"/>
                      <a:pt x="14195" y="10070"/>
                      <a:pt x="14560" y="9553"/>
                    </a:cubicBezTo>
                    <a:cubicBezTo>
                      <a:pt x="15654" y="6392"/>
                      <a:pt x="13922" y="2653"/>
                      <a:pt x="10457" y="921"/>
                    </a:cubicBezTo>
                    <a:cubicBezTo>
                      <a:pt x="9219" y="297"/>
                      <a:pt x="7917" y="0"/>
                      <a:pt x="6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5"/>
              <p:cNvSpPr/>
              <p:nvPr/>
            </p:nvSpPr>
            <p:spPr>
              <a:xfrm>
                <a:off x="893300" y="2215350"/>
                <a:ext cx="262950" cy="220400"/>
              </a:xfrm>
              <a:custGeom>
                <a:avLst/>
                <a:gdLst/>
                <a:ahLst/>
                <a:cxnLst/>
                <a:rect l="l" t="t" r="r" b="b"/>
                <a:pathLst>
                  <a:path w="10518" h="8816" extrusionOk="0">
                    <a:moveTo>
                      <a:pt x="2372" y="3162"/>
                    </a:moveTo>
                    <a:lnTo>
                      <a:pt x="4013" y="4013"/>
                    </a:lnTo>
                    <a:cubicBezTo>
                      <a:pt x="3748" y="4145"/>
                      <a:pt x="3507" y="4219"/>
                      <a:pt x="3282" y="4219"/>
                    </a:cubicBezTo>
                    <a:cubicBezTo>
                      <a:pt x="3145" y="4219"/>
                      <a:pt x="3015" y="4192"/>
                      <a:pt x="2889" y="4134"/>
                    </a:cubicBezTo>
                    <a:cubicBezTo>
                      <a:pt x="2493" y="3921"/>
                      <a:pt x="2311" y="3587"/>
                      <a:pt x="2372" y="3162"/>
                    </a:cubicBezTo>
                    <a:close/>
                    <a:moveTo>
                      <a:pt x="7289" y="4285"/>
                    </a:moveTo>
                    <a:cubicBezTo>
                      <a:pt x="7433" y="4285"/>
                      <a:pt x="7567" y="4315"/>
                      <a:pt x="7691" y="4377"/>
                    </a:cubicBezTo>
                    <a:cubicBezTo>
                      <a:pt x="7934" y="4499"/>
                      <a:pt x="8086" y="4681"/>
                      <a:pt x="8177" y="4894"/>
                    </a:cubicBezTo>
                    <a:cubicBezTo>
                      <a:pt x="8269" y="5076"/>
                      <a:pt x="8299" y="5320"/>
                      <a:pt x="8238" y="5563"/>
                    </a:cubicBezTo>
                    <a:lnTo>
                      <a:pt x="6354" y="4621"/>
                    </a:lnTo>
                    <a:cubicBezTo>
                      <a:pt x="6695" y="4400"/>
                      <a:pt x="7010" y="4285"/>
                      <a:pt x="7289" y="4285"/>
                    </a:cubicBezTo>
                    <a:close/>
                    <a:moveTo>
                      <a:pt x="3010" y="0"/>
                    </a:moveTo>
                    <a:cubicBezTo>
                      <a:pt x="2615" y="183"/>
                      <a:pt x="2311" y="365"/>
                      <a:pt x="2007" y="608"/>
                    </a:cubicBezTo>
                    <a:cubicBezTo>
                      <a:pt x="1734" y="821"/>
                      <a:pt x="1460" y="1125"/>
                      <a:pt x="1217" y="1520"/>
                    </a:cubicBezTo>
                    <a:lnTo>
                      <a:pt x="427" y="1125"/>
                    </a:lnTo>
                    <a:lnTo>
                      <a:pt x="1" y="1976"/>
                    </a:lnTo>
                    <a:lnTo>
                      <a:pt x="791" y="2371"/>
                    </a:lnTo>
                    <a:cubicBezTo>
                      <a:pt x="548" y="3070"/>
                      <a:pt x="578" y="3709"/>
                      <a:pt x="822" y="4317"/>
                    </a:cubicBezTo>
                    <a:cubicBezTo>
                      <a:pt x="1095" y="4925"/>
                      <a:pt x="1551" y="5380"/>
                      <a:pt x="2250" y="5745"/>
                    </a:cubicBezTo>
                    <a:cubicBezTo>
                      <a:pt x="2706" y="5962"/>
                      <a:pt x="3131" y="6071"/>
                      <a:pt x="3525" y="6071"/>
                    </a:cubicBezTo>
                    <a:cubicBezTo>
                      <a:pt x="3683" y="6071"/>
                      <a:pt x="3835" y="6053"/>
                      <a:pt x="3983" y="6019"/>
                    </a:cubicBezTo>
                    <a:cubicBezTo>
                      <a:pt x="4500" y="5897"/>
                      <a:pt x="4986" y="5654"/>
                      <a:pt x="5503" y="5259"/>
                    </a:cubicBezTo>
                    <a:lnTo>
                      <a:pt x="7813" y="6444"/>
                    </a:lnTo>
                    <a:cubicBezTo>
                      <a:pt x="7630" y="6627"/>
                      <a:pt x="7418" y="6839"/>
                      <a:pt x="7174" y="7022"/>
                    </a:cubicBezTo>
                    <a:cubicBezTo>
                      <a:pt x="6931" y="7204"/>
                      <a:pt x="6658" y="7356"/>
                      <a:pt x="6414" y="7478"/>
                    </a:cubicBezTo>
                    <a:lnTo>
                      <a:pt x="7418" y="8815"/>
                    </a:lnTo>
                    <a:cubicBezTo>
                      <a:pt x="8208" y="8450"/>
                      <a:pt x="8846" y="7934"/>
                      <a:pt x="9332" y="7204"/>
                    </a:cubicBezTo>
                    <a:lnTo>
                      <a:pt x="10092" y="7569"/>
                    </a:lnTo>
                    <a:lnTo>
                      <a:pt x="10518" y="6687"/>
                    </a:lnTo>
                    <a:lnTo>
                      <a:pt x="9788" y="6323"/>
                    </a:lnTo>
                    <a:cubicBezTo>
                      <a:pt x="10001" y="5836"/>
                      <a:pt x="10062" y="5350"/>
                      <a:pt x="10001" y="4894"/>
                    </a:cubicBezTo>
                    <a:cubicBezTo>
                      <a:pt x="9940" y="4438"/>
                      <a:pt x="9758" y="4013"/>
                      <a:pt x="9484" y="3678"/>
                    </a:cubicBezTo>
                    <a:cubicBezTo>
                      <a:pt x="9211" y="3314"/>
                      <a:pt x="8877" y="3040"/>
                      <a:pt x="8451" y="2827"/>
                    </a:cubicBezTo>
                    <a:cubicBezTo>
                      <a:pt x="7934" y="2554"/>
                      <a:pt x="7478" y="2432"/>
                      <a:pt x="7053" y="2432"/>
                    </a:cubicBezTo>
                    <a:cubicBezTo>
                      <a:pt x="6627" y="2432"/>
                      <a:pt x="6262" y="2493"/>
                      <a:pt x="5928" y="2675"/>
                    </a:cubicBezTo>
                    <a:cubicBezTo>
                      <a:pt x="5624" y="2827"/>
                      <a:pt x="5290" y="3040"/>
                      <a:pt x="4955" y="3314"/>
                    </a:cubicBezTo>
                    <a:lnTo>
                      <a:pt x="4895" y="3374"/>
                    </a:lnTo>
                    <a:lnTo>
                      <a:pt x="2737" y="2280"/>
                    </a:lnTo>
                    <a:cubicBezTo>
                      <a:pt x="3041" y="1915"/>
                      <a:pt x="3466" y="1551"/>
                      <a:pt x="4013" y="1216"/>
                    </a:cubicBezTo>
                    <a:lnTo>
                      <a:pt x="3010"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69" name="Google Shape;1069;p45"/>
          <p:cNvGrpSpPr/>
          <p:nvPr/>
        </p:nvGrpSpPr>
        <p:grpSpPr>
          <a:xfrm>
            <a:off x="4084000" y="2797190"/>
            <a:ext cx="542964" cy="465786"/>
            <a:chOff x="4084000" y="2797190"/>
            <a:chExt cx="542964" cy="465786"/>
          </a:xfrm>
        </p:grpSpPr>
        <p:sp>
          <p:nvSpPr>
            <p:cNvPr id="1070" name="Google Shape;1070;p45"/>
            <p:cNvSpPr/>
            <p:nvPr/>
          </p:nvSpPr>
          <p:spPr>
            <a:xfrm>
              <a:off x="4084000" y="279719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5"/>
            <p:cNvSpPr/>
            <p:nvPr/>
          </p:nvSpPr>
          <p:spPr>
            <a:xfrm>
              <a:off x="4470808" y="3082254"/>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a:extLst>
              <a:ext uri="{FF2B5EF4-FFF2-40B4-BE49-F238E27FC236}">
                <a16:creationId xmlns:a16="http://schemas.microsoft.com/office/drawing/2014/main" id="{0FB3B51C-C0F7-CE11-7E98-1C7D52E9270A}"/>
              </a:ext>
            </a:extLst>
          </p:cNvPr>
          <p:cNvSpPr>
            <a:spLocks noChangeArrowheads="1"/>
          </p:cNvSpPr>
          <p:nvPr/>
        </p:nvSpPr>
        <p:spPr bwMode="auto">
          <a:xfrm>
            <a:off x="676231" y="1260194"/>
            <a:ext cx="8041467" cy="335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b="1" dirty="0">
                <a:solidFill>
                  <a:schemeClr val="accent3"/>
                </a:solidFill>
                <a:latin typeface="Ubuntu"/>
                <a:sym typeface="Ubuntu"/>
              </a:rPr>
              <a:t>Severe Class Imbalance</a:t>
            </a:r>
            <a:br>
              <a:rPr lang="en-US" altLang="en-US" sz="1800" dirty="0">
                <a:solidFill>
                  <a:schemeClr val="accent3"/>
                </a:solidFill>
                <a:latin typeface="Ubuntu"/>
                <a:sym typeface="Ubuntu"/>
              </a:rPr>
            </a:br>
            <a:r>
              <a:rPr lang="en-US" altLang="en-US" sz="1800" dirty="0">
                <a:solidFill>
                  <a:schemeClr val="accent3"/>
                </a:solidFill>
                <a:latin typeface="Ubuntu"/>
                <a:sym typeface="Ubuntu"/>
              </a:rPr>
              <a:t>Bankruptcy cases are extremely rare, making them easy for models to miss.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b="1" dirty="0">
                <a:solidFill>
                  <a:schemeClr val="accent3"/>
                </a:solidFill>
                <a:latin typeface="Ubuntu"/>
                <a:sym typeface="Ubuntu"/>
              </a:rPr>
              <a:t>High Accuracy Can Be Misleading</a:t>
            </a:r>
            <a:br>
              <a:rPr lang="en-US" altLang="en-US" sz="1800" dirty="0">
                <a:solidFill>
                  <a:schemeClr val="accent3"/>
                </a:solidFill>
                <a:latin typeface="Ubuntu"/>
                <a:sym typeface="Ubuntu"/>
              </a:rPr>
            </a:br>
            <a:r>
              <a:rPr lang="en-US" altLang="en-US" sz="1800" dirty="0">
                <a:solidFill>
                  <a:schemeClr val="accent3"/>
                </a:solidFill>
                <a:latin typeface="Ubuntu"/>
                <a:sym typeface="Ubuntu"/>
              </a:rPr>
              <a:t>A model predicting "non-bankrupt" every time may score 95% accuracy but still be useless.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b="1" dirty="0">
                <a:solidFill>
                  <a:schemeClr val="accent3"/>
                </a:solidFill>
                <a:latin typeface="Ubuntu"/>
                <a:sym typeface="Ubuntu"/>
              </a:rPr>
              <a:t>Traditional Models Lack Flexibility</a:t>
            </a:r>
            <a:br>
              <a:rPr lang="en-US" altLang="en-US" sz="1800" dirty="0">
                <a:solidFill>
                  <a:schemeClr val="accent3"/>
                </a:solidFill>
                <a:latin typeface="Ubuntu"/>
                <a:sym typeface="Ubuntu"/>
              </a:rPr>
            </a:br>
            <a:r>
              <a:rPr lang="en-US" altLang="en-US" sz="1800" dirty="0">
                <a:solidFill>
                  <a:schemeClr val="accent3"/>
                </a:solidFill>
                <a:latin typeface="Ubuntu"/>
                <a:sym typeface="Ubuntu"/>
              </a:rPr>
              <a:t>Tools like the Altman Z-score rely on fixed formulas that may miss modern economic risks.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48"/>
          <p:cNvSpPr txBox="1">
            <a:spLocks noGrp="1"/>
          </p:cNvSpPr>
          <p:nvPr>
            <p:ph type="title"/>
          </p:nvPr>
        </p:nvSpPr>
        <p:spPr>
          <a:xfrm>
            <a:off x="1808150" y="183768"/>
            <a:ext cx="5530054" cy="572700"/>
          </a:xfrm>
          <a:prstGeom prst="rect">
            <a:avLst/>
          </a:prstGeom>
        </p:spPr>
        <p:txBody>
          <a:bodyPr spcFirstLastPara="1" wrap="square" lIns="91425" tIns="91425" rIns="91425" bIns="91425" anchor="t" anchorCtr="0">
            <a:noAutofit/>
          </a:bodyPr>
          <a:lstStyle/>
          <a:p>
            <a:pPr lvl="0"/>
            <a:r>
              <a:rPr lang="en-US" sz="4000" dirty="0"/>
              <a:t>Methodology Overview</a:t>
            </a:r>
            <a:endParaRPr sz="4000" dirty="0"/>
          </a:p>
        </p:txBody>
      </p:sp>
      <p:grpSp>
        <p:nvGrpSpPr>
          <p:cNvPr id="1166" name="Google Shape;1166;p48"/>
          <p:cNvGrpSpPr/>
          <p:nvPr/>
        </p:nvGrpSpPr>
        <p:grpSpPr>
          <a:xfrm>
            <a:off x="713225" y="4364047"/>
            <a:ext cx="815072" cy="577102"/>
            <a:chOff x="442658" y="1356750"/>
            <a:chExt cx="3773006" cy="2778585"/>
          </a:xfrm>
        </p:grpSpPr>
        <p:sp>
          <p:nvSpPr>
            <p:cNvPr id="1167" name="Google Shape;1167;p48"/>
            <p:cNvSpPr/>
            <p:nvPr/>
          </p:nvSpPr>
          <p:spPr>
            <a:xfrm>
              <a:off x="2253228" y="1380524"/>
              <a:ext cx="268757" cy="2644533"/>
            </a:xfrm>
            <a:custGeom>
              <a:avLst/>
              <a:gdLst/>
              <a:ahLst/>
              <a:cxnLst/>
              <a:rect l="l" t="t" r="r" b="b"/>
              <a:pathLst>
                <a:path w="13577" h="133596" extrusionOk="0">
                  <a:moveTo>
                    <a:pt x="13576" y="133596"/>
                  </a:moveTo>
                  <a:lnTo>
                    <a:pt x="0" y="133596"/>
                  </a:lnTo>
                  <a:cubicBezTo>
                    <a:pt x="2502" y="58776"/>
                    <a:pt x="3603" y="23150"/>
                    <a:pt x="4270" y="3002"/>
                  </a:cubicBezTo>
                  <a:cubicBezTo>
                    <a:pt x="4336" y="1334"/>
                    <a:pt x="5471" y="0"/>
                    <a:pt x="6772" y="0"/>
                  </a:cubicBezTo>
                  <a:lnTo>
                    <a:pt x="6772" y="0"/>
                  </a:lnTo>
                  <a:cubicBezTo>
                    <a:pt x="8072" y="0"/>
                    <a:pt x="9207" y="1334"/>
                    <a:pt x="9273" y="3002"/>
                  </a:cubicBezTo>
                  <a:cubicBezTo>
                    <a:pt x="9940" y="23183"/>
                    <a:pt x="11075" y="58809"/>
                    <a:pt x="13576" y="1335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8"/>
            <p:cNvSpPr/>
            <p:nvPr/>
          </p:nvSpPr>
          <p:spPr>
            <a:xfrm>
              <a:off x="1612721" y="3903555"/>
              <a:ext cx="1549751" cy="185558"/>
            </a:xfrm>
            <a:custGeom>
              <a:avLst/>
              <a:gdLst/>
              <a:ahLst/>
              <a:cxnLst/>
              <a:rect l="l" t="t" r="r" b="b"/>
              <a:pathLst>
                <a:path w="78290" h="9374" extrusionOk="0">
                  <a:moveTo>
                    <a:pt x="78290" y="9373"/>
                  </a:moveTo>
                  <a:cubicBezTo>
                    <a:pt x="77789" y="8339"/>
                    <a:pt x="77189" y="7372"/>
                    <a:pt x="76522" y="6471"/>
                  </a:cubicBezTo>
                  <a:cubicBezTo>
                    <a:pt x="73653" y="2468"/>
                    <a:pt x="69650" y="0"/>
                    <a:pt x="65281" y="0"/>
                  </a:cubicBezTo>
                  <a:lnTo>
                    <a:pt x="13043" y="0"/>
                  </a:lnTo>
                  <a:cubicBezTo>
                    <a:pt x="8640" y="0"/>
                    <a:pt x="4671" y="2502"/>
                    <a:pt x="1769" y="6471"/>
                  </a:cubicBezTo>
                  <a:cubicBezTo>
                    <a:pt x="1135" y="7372"/>
                    <a:pt x="534" y="8339"/>
                    <a:pt x="1" y="9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8"/>
            <p:cNvSpPr/>
            <p:nvPr/>
          </p:nvSpPr>
          <p:spPr>
            <a:xfrm>
              <a:off x="1612721" y="4041546"/>
              <a:ext cx="1549751" cy="93789"/>
            </a:xfrm>
            <a:custGeom>
              <a:avLst/>
              <a:gdLst/>
              <a:ahLst/>
              <a:cxnLst/>
              <a:rect l="l" t="t" r="r" b="b"/>
              <a:pathLst>
                <a:path w="78290" h="4738" extrusionOk="0">
                  <a:moveTo>
                    <a:pt x="78290" y="2369"/>
                  </a:moveTo>
                  <a:cubicBezTo>
                    <a:pt x="78290" y="3670"/>
                    <a:pt x="60777" y="4737"/>
                    <a:pt x="39162" y="4737"/>
                  </a:cubicBezTo>
                  <a:cubicBezTo>
                    <a:pt x="17546" y="4737"/>
                    <a:pt x="1" y="3670"/>
                    <a:pt x="1" y="2369"/>
                  </a:cubicBezTo>
                  <a:cubicBezTo>
                    <a:pt x="1" y="1068"/>
                    <a:pt x="17546" y="1"/>
                    <a:pt x="39162" y="1"/>
                  </a:cubicBezTo>
                  <a:cubicBezTo>
                    <a:pt x="60777" y="1"/>
                    <a:pt x="78290" y="1068"/>
                    <a:pt x="78290" y="23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8"/>
            <p:cNvSpPr/>
            <p:nvPr/>
          </p:nvSpPr>
          <p:spPr>
            <a:xfrm>
              <a:off x="1143916" y="1356750"/>
              <a:ext cx="2381734" cy="808230"/>
            </a:xfrm>
            <a:custGeom>
              <a:avLst/>
              <a:gdLst/>
              <a:ahLst/>
              <a:cxnLst/>
              <a:rect l="l" t="t" r="r" b="b"/>
              <a:pathLst>
                <a:path w="120320" h="40830" extrusionOk="0">
                  <a:moveTo>
                    <a:pt x="4103" y="18480"/>
                  </a:moveTo>
                  <a:cubicBezTo>
                    <a:pt x="2702" y="19047"/>
                    <a:pt x="1067" y="18313"/>
                    <a:pt x="534" y="16912"/>
                  </a:cubicBezTo>
                  <a:cubicBezTo>
                    <a:pt x="0" y="15478"/>
                    <a:pt x="701" y="13877"/>
                    <a:pt x="2135" y="13343"/>
                  </a:cubicBezTo>
                  <a:cubicBezTo>
                    <a:pt x="36926" y="0"/>
                    <a:pt x="91132" y="9907"/>
                    <a:pt x="119152" y="35759"/>
                  </a:cubicBezTo>
                  <a:cubicBezTo>
                    <a:pt x="120253" y="36793"/>
                    <a:pt x="120319" y="38528"/>
                    <a:pt x="119319" y="39662"/>
                  </a:cubicBezTo>
                  <a:cubicBezTo>
                    <a:pt x="118284" y="40763"/>
                    <a:pt x="116517" y="40830"/>
                    <a:pt x="115416" y="39795"/>
                  </a:cubicBezTo>
                  <a:cubicBezTo>
                    <a:pt x="89597" y="16012"/>
                    <a:pt x="37694" y="5604"/>
                    <a:pt x="4103" y="184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8"/>
            <p:cNvSpPr/>
            <p:nvPr/>
          </p:nvSpPr>
          <p:spPr>
            <a:xfrm>
              <a:off x="2240005" y="1477578"/>
              <a:ext cx="291224" cy="291877"/>
            </a:xfrm>
            <a:custGeom>
              <a:avLst/>
              <a:gdLst/>
              <a:ahLst/>
              <a:cxnLst/>
              <a:rect l="l" t="t" r="r" b="b"/>
              <a:pathLst>
                <a:path w="14712" h="14745" extrusionOk="0">
                  <a:moveTo>
                    <a:pt x="6072" y="14044"/>
                  </a:moveTo>
                  <a:cubicBezTo>
                    <a:pt x="9741" y="14745"/>
                    <a:pt x="13310" y="12309"/>
                    <a:pt x="14011" y="8640"/>
                  </a:cubicBezTo>
                  <a:cubicBezTo>
                    <a:pt x="14711" y="4971"/>
                    <a:pt x="12310" y="1402"/>
                    <a:pt x="8640" y="701"/>
                  </a:cubicBezTo>
                  <a:cubicBezTo>
                    <a:pt x="4971" y="1"/>
                    <a:pt x="1402" y="2436"/>
                    <a:pt x="701" y="6105"/>
                  </a:cubicBezTo>
                  <a:cubicBezTo>
                    <a:pt x="1" y="9774"/>
                    <a:pt x="2403" y="13310"/>
                    <a:pt x="6072" y="14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8"/>
            <p:cNvSpPr/>
            <p:nvPr/>
          </p:nvSpPr>
          <p:spPr>
            <a:xfrm>
              <a:off x="574731" y="3048450"/>
              <a:ext cx="1210345" cy="314325"/>
            </a:xfrm>
            <a:custGeom>
              <a:avLst/>
              <a:gdLst/>
              <a:ahLst/>
              <a:cxnLst/>
              <a:rect l="l" t="t" r="r" b="b"/>
              <a:pathLst>
                <a:path w="61144" h="15879" extrusionOk="0">
                  <a:moveTo>
                    <a:pt x="0" y="0"/>
                  </a:moveTo>
                  <a:cubicBezTo>
                    <a:pt x="1568" y="2802"/>
                    <a:pt x="3603" y="5338"/>
                    <a:pt x="6071" y="7539"/>
                  </a:cubicBezTo>
                  <a:cubicBezTo>
                    <a:pt x="11842" y="12676"/>
                    <a:pt x="19814" y="15878"/>
                    <a:pt x="28587" y="15878"/>
                  </a:cubicBezTo>
                  <a:lnTo>
                    <a:pt x="32590" y="15878"/>
                  </a:lnTo>
                  <a:cubicBezTo>
                    <a:pt x="41363" y="15878"/>
                    <a:pt x="49335" y="12676"/>
                    <a:pt x="55106" y="7539"/>
                  </a:cubicBezTo>
                  <a:cubicBezTo>
                    <a:pt x="57575" y="5338"/>
                    <a:pt x="59609"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8"/>
            <p:cNvSpPr/>
            <p:nvPr/>
          </p:nvSpPr>
          <p:spPr>
            <a:xfrm>
              <a:off x="537081" y="3000903"/>
              <a:ext cx="1285646" cy="192843"/>
            </a:xfrm>
            <a:custGeom>
              <a:avLst/>
              <a:gdLst/>
              <a:ahLst/>
              <a:cxnLst/>
              <a:rect l="l" t="t" r="r" b="b"/>
              <a:pathLst>
                <a:path w="64948" h="9742" extrusionOk="0">
                  <a:moveTo>
                    <a:pt x="32491" y="1"/>
                  </a:moveTo>
                  <a:cubicBezTo>
                    <a:pt x="14545" y="1"/>
                    <a:pt x="1" y="2169"/>
                    <a:pt x="1" y="4871"/>
                  </a:cubicBezTo>
                  <a:cubicBezTo>
                    <a:pt x="1" y="7573"/>
                    <a:pt x="14545" y="9741"/>
                    <a:pt x="32491" y="9741"/>
                  </a:cubicBezTo>
                  <a:cubicBezTo>
                    <a:pt x="50437" y="9741"/>
                    <a:pt x="64947" y="7573"/>
                    <a:pt x="64947" y="4871"/>
                  </a:cubicBezTo>
                  <a:cubicBezTo>
                    <a:pt x="64947" y="2169"/>
                    <a:pt x="50437" y="1"/>
                    <a:pt x="32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8"/>
            <p:cNvSpPr/>
            <p:nvPr/>
          </p:nvSpPr>
          <p:spPr>
            <a:xfrm>
              <a:off x="537081" y="3044491"/>
              <a:ext cx="1285646" cy="52833"/>
            </a:xfrm>
            <a:custGeom>
              <a:avLst/>
              <a:gdLst/>
              <a:ahLst/>
              <a:cxnLst/>
              <a:rect l="l" t="t" r="r" b="b"/>
              <a:pathLst>
                <a:path w="64948" h="2669" extrusionOk="0">
                  <a:moveTo>
                    <a:pt x="1" y="0"/>
                  </a:moveTo>
                  <a:lnTo>
                    <a:pt x="1" y="2669"/>
                  </a:lnTo>
                  <a:lnTo>
                    <a:pt x="64947" y="2669"/>
                  </a:lnTo>
                  <a:lnTo>
                    <a:pt x="649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8"/>
            <p:cNvSpPr/>
            <p:nvPr/>
          </p:nvSpPr>
          <p:spPr>
            <a:xfrm>
              <a:off x="537081" y="2948090"/>
              <a:ext cx="1285646" cy="192823"/>
            </a:xfrm>
            <a:custGeom>
              <a:avLst/>
              <a:gdLst/>
              <a:ahLst/>
              <a:cxnLst/>
              <a:rect l="l" t="t" r="r" b="b"/>
              <a:pathLst>
                <a:path w="64948" h="9741" extrusionOk="0">
                  <a:moveTo>
                    <a:pt x="32491" y="0"/>
                  </a:moveTo>
                  <a:cubicBezTo>
                    <a:pt x="14545" y="0"/>
                    <a:pt x="1" y="2168"/>
                    <a:pt x="1" y="4870"/>
                  </a:cubicBezTo>
                  <a:cubicBezTo>
                    <a:pt x="1" y="7572"/>
                    <a:pt x="14545" y="9740"/>
                    <a:pt x="32491" y="9740"/>
                  </a:cubicBezTo>
                  <a:cubicBezTo>
                    <a:pt x="50437" y="9740"/>
                    <a:pt x="64947" y="7572"/>
                    <a:pt x="64947" y="4870"/>
                  </a:cubicBezTo>
                  <a:cubicBezTo>
                    <a:pt x="64947" y="2168"/>
                    <a:pt x="50437" y="0"/>
                    <a:pt x="32491"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8"/>
            <p:cNvSpPr/>
            <p:nvPr/>
          </p:nvSpPr>
          <p:spPr>
            <a:xfrm>
              <a:off x="616993" y="2971190"/>
              <a:ext cx="1126494" cy="126134"/>
            </a:xfrm>
            <a:custGeom>
              <a:avLst/>
              <a:gdLst/>
              <a:ahLst/>
              <a:cxnLst/>
              <a:rect l="l" t="t" r="r" b="b"/>
              <a:pathLst>
                <a:path w="56908" h="6372" extrusionOk="0">
                  <a:moveTo>
                    <a:pt x="28454" y="1"/>
                  </a:moveTo>
                  <a:cubicBezTo>
                    <a:pt x="12742" y="1"/>
                    <a:pt x="0" y="1435"/>
                    <a:pt x="0" y="3170"/>
                  </a:cubicBezTo>
                  <a:cubicBezTo>
                    <a:pt x="0" y="4938"/>
                    <a:pt x="12742" y="6372"/>
                    <a:pt x="28454" y="6372"/>
                  </a:cubicBezTo>
                  <a:cubicBezTo>
                    <a:pt x="44165" y="6372"/>
                    <a:pt x="56907" y="4938"/>
                    <a:pt x="56907" y="3170"/>
                  </a:cubicBezTo>
                  <a:cubicBezTo>
                    <a:pt x="56907" y="1435"/>
                    <a:pt x="44165" y="1"/>
                    <a:pt x="284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8"/>
            <p:cNvSpPr/>
            <p:nvPr/>
          </p:nvSpPr>
          <p:spPr>
            <a:xfrm>
              <a:off x="1821380" y="2952049"/>
              <a:ext cx="97748" cy="97748"/>
            </a:xfrm>
            <a:custGeom>
              <a:avLst/>
              <a:gdLst/>
              <a:ahLst/>
              <a:cxnLst/>
              <a:rect l="l" t="t" r="r" b="b"/>
              <a:pathLst>
                <a:path w="4938" h="4938" fill="none" extrusionOk="0">
                  <a:moveTo>
                    <a:pt x="4937" y="2469"/>
                  </a:moveTo>
                  <a:cubicBezTo>
                    <a:pt x="4937" y="3836"/>
                    <a:pt x="3837" y="4937"/>
                    <a:pt x="2469" y="4937"/>
                  </a:cubicBezTo>
                  <a:cubicBezTo>
                    <a:pt x="1101" y="4937"/>
                    <a:pt x="0" y="3836"/>
                    <a:pt x="0" y="2469"/>
                  </a:cubicBezTo>
                  <a:cubicBezTo>
                    <a:pt x="0" y="1101"/>
                    <a:pt x="1101" y="0"/>
                    <a:pt x="2469" y="0"/>
                  </a:cubicBezTo>
                  <a:cubicBezTo>
                    <a:pt x="3837" y="0"/>
                    <a:pt x="4937" y="1101"/>
                    <a:pt x="4937"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8"/>
            <p:cNvSpPr/>
            <p:nvPr/>
          </p:nvSpPr>
          <p:spPr>
            <a:xfrm>
              <a:off x="442658" y="2952049"/>
              <a:ext cx="97748" cy="97748"/>
            </a:xfrm>
            <a:custGeom>
              <a:avLst/>
              <a:gdLst/>
              <a:ahLst/>
              <a:cxnLst/>
              <a:rect l="l" t="t" r="r" b="b"/>
              <a:pathLst>
                <a:path w="4938" h="4938" fill="none" extrusionOk="0">
                  <a:moveTo>
                    <a:pt x="4938" y="2469"/>
                  </a:moveTo>
                  <a:cubicBezTo>
                    <a:pt x="4938" y="3836"/>
                    <a:pt x="3837" y="4937"/>
                    <a:pt x="2469" y="4937"/>
                  </a:cubicBezTo>
                  <a:cubicBezTo>
                    <a:pt x="1135" y="4937"/>
                    <a:pt x="1" y="3836"/>
                    <a:pt x="1" y="2469"/>
                  </a:cubicBezTo>
                  <a:cubicBezTo>
                    <a:pt x="1" y="1101"/>
                    <a:pt x="1135" y="0"/>
                    <a:pt x="2469" y="0"/>
                  </a:cubicBezTo>
                  <a:cubicBezTo>
                    <a:pt x="3837" y="0"/>
                    <a:pt x="4938" y="1101"/>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8"/>
            <p:cNvSpPr/>
            <p:nvPr/>
          </p:nvSpPr>
          <p:spPr>
            <a:xfrm>
              <a:off x="498797" y="1776047"/>
              <a:ext cx="684749" cy="1207713"/>
            </a:xfrm>
            <a:custGeom>
              <a:avLst/>
              <a:gdLst/>
              <a:ahLst/>
              <a:cxnLst/>
              <a:rect l="l" t="t" r="r" b="b"/>
              <a:pathLst>
                <a:path w="34592" h="61011" fill="none" extrusionOk="0">
                  <a:moveTo>
                    <a:pt x="34591" y="0"/>
                  </a:moveTo>
                  <a:lnTo>
                    <a:pt x="0" y="61010"/>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8"/>
            <p:cNvSpPr/>
            <p:nvPr/>
          </p:nvSpPr>
          <p:spPr>
            <a:xfrm>
              <a:off x="1114857" y="1704073"/>
              <a:ext cx="132072" cy="122175"/>
            </a:xfrm>
            <a:custGeom>
              <a:avLst/>
              <a:gdLst/>
              <a:ahLst/>
              <a:cxnLst/>
              <a:rect l="l" t="t" r="r" b="b"/>
              <a:pathLst>
                <a:path w="6672" h="6172" extrusionOk="0">
                  <a:moveTo>
                    <a:pt x="3636" y="1435"/>
                  </a:moveTo>
                  <a:cubicBezTo>
                    <a:pt x="4537" y="1635"/>
                    <a:pt x="5137" y="2502"/>
                    <a:pt x="4971" y="3403"/>
                  </a:cubicBezTo>
                  <a:cubicBezTo>
                    <a:pt x="4837" y="4170"/>
                    <a:pt x="4137" y="4737"/>
                    <a:pt x="3336" y="4737"/>
                  </a:cubicBezTo>
                  <a:cubicBezTo>
                    <a:pt x="3236" y="4737"/>
                    <a:pt x="3136" y="4737"/>
                    <a:pt x="3036" y="4704"/>
                  </a:cubicBezTo>
                  <a:cubicBezTo>
                    <a:pt x="2602" y="4637"/>
                    <a:pt x="2202" y="4370"/>
                    <a:pt x="1968" y="4003"/>
                  </a:cubicBezTo>
                  <a:cubicBezTo>
                    <a:pt x="1702" y="3636"/>
                    <a:pt x="1635" y="3202"/>
                    <a:pt x="1702" y="2769"/>
                  </a:cubicBezTo>
                  <a:cubicBezTo>
                    <a:pt x="1868" y="2002"/>
                    <a:pt x="2535" y="1435"/>
                    <a:pt x="3336" y="1435"/>
                  </a:cubicBezTo>
                  <a:close/>
                  <a:moveTo>
                    <a:pt x="3336" y="0"/>
                  </a:moveTo>
                  <a:cubicBezTo>
                    <a:pt x="1902" y="0"/>
                    <a:pt x="601" y="1034"/>
                    <a:pt x="334" y="2502"/>
                  </a:cubicBezTo>
                  <a:cubicBezTo>
                    <a:pt x="0" y="4170"/>
                    <a:pt x="1101" y="5771"/>
                    <a:pt x="2769" y="6105"/>
                  </a:cubicBezTo>
                  <a:cubicBezTo>
                    <a:pt x="2969" y="6138"/>
                    <a:pt x="3136" y="6171"/>
                    <a:pt x="3336" y="6171"/>
                  </a:cubicBezTo>
                  <a:cubicBezTo>
                    <a:pt x="4804" y="6171"/>
                    <a:pt x="6071" y="5137"/>
                    <a:pt x="6372" y="3669"/>
                  </a:cubicBezTo>
                  <a:cubicBezTo>
                    <a:pt x="6672" y="2002"/>
                    <a:pt x="5571" y="367"/>
                    <a:pt x="3903" y="67"/>
                  </a:cubicBezTo>
                  <a:cubicBezTo>
                    <a:pt x="3736" y="34"/>
                    <a:pt x="3536" y="0"/>
                    <a:pt x="33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8"/>
            <p:cNvSpPr/>
            <p:nvPr/>
          </p:nvSpPr>
          <p:spPr>
            <a:xfrm>
              <a:off x="2871267" y="3498786"/>
              <a:ext cx="1210345" cy="314325"/>
            </a:xfrm>
            <a:custGeom>
              <a:avLst/>
              <a:gdLst/>
              <a:ahLst/>
              <a:cxnLst/>
              <a:rect l="l" t="t" r="r" b="b"/>
              <a:pathLst>
                <a:path w="61144" h="15879" extrusionOk="0">
                  <a:moveTo>
                    <a:pt x="0" y="0"/>
                  </a:moveTo>
                  <a:cubicBezTo>
                    <a:pt x="1568" y="2802"/>
                    <a:pt x="3603" y="5337"/>
                    <a:pt x="6071" y="7505"/>
                  </a:cubicBezTo>
                  <a:cubicBezTo>
                    <a:pt x="11842" y="12676"/>
                    <a:pt x="19814" y="15878"/>
                    <a:pt x="28587" y="15878"/>
                  </a:cubicBezTo>
                  <a:lnTo>
                    <a:pt x="32590" y="15878"/>
                  </a:lnTo>
                  <a:cubicBezTo>
                    <a:pt x="41363" y="15878"/>
                    <a:pt x="49336" y="12676"/>
                    <a:pt x="55106" y="7505"/>
                  </a:cubicBezTo>
                  <a:cubicBezTo>
                    <a:pt x="57541" y="5337"/>
                    <a:pt x="59610"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8"/>
            <p:cNvSpPr/>
            <p:nvPr/>
          </p:nvSpPr>
          <p:spPr>
            <a:xfrm>
              <a:off x="2833617" y="3451239"/>
              <a:ext cx="1285646" cy="192823"/>
            </a:xfrm>
            <a:custGeom>
              <a:avLst/>
              <a:gdLst/>
              <a:ahLst/>
              <a:cxnLst/>
              <a:rect l="l" t="t" r="r" b="b"/>
              <a:pathLst>
                <a:path w="64948" h="9741" extrusionOk="0">
                  <a:moveTo>
                    <a:pt x="32491" y="0"/>
                  </a:moveTo>
                  <a:cubicBezTo>
                    <a:pt x="14545" y="0"/>
                    <a:pt x="1" y="2169"/>
                    <a:pt x="1" y="4871"/>
                  </a:cubicBezTo>
                  <a:cubicBezTo>
                    <a:pt x="1" y="7539"/>
                    <a:pt x="14545" y="9741"/>
                    <a:pt x="32491" y="9741"/>
                  </a:cubicBezTo>
                  <a:cubicBezTo>
                    <a:pt x="50404" y="9741"/>
                    <a:pt x="64947" y="7539"/>
                    <a:pt x="64947" y="4871"/>
                  </a:cubicBezTo>
                  <a:cubicBezTo>
                    <a:pt x="64947" y="2169"/>
                    <a:pt x="50404" y="0"/>
                    <a:pt x="32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8"/>
            <p:cNvSpPr/>
            <p:nvPr/>
          </p:nvSpPr>
          <p:spPr>
            <a:xfrm>
              <a:off x="2833617" y="3494808"/>
              <a:ext cx="1285646" cy="52853"/>
            </a:xfrm>
            <a:custGeom>
              <a:avLst/>
              <a:gdLst/>
              <a:ahLst/>
              <a:cxnLst/>
              <a:rect l="l" t="t" r="r" b="b"/>
              <a:pathLst>
                <a:path w="64948" h="2670" extrusionOk="0">
                  <a:moveTo>
                    <a:pt x="1" y="1"/>
                  </a:moveTo>
                  <a:lnTo>
                    <a:pt x="1" y="2670"/>
                  </a:lnTo>
                  <a:lnTo>
                    <a:pt x="64947" y="2670"/>
                  </a:lnTo>
                  <a:lnTo>
                    <a:pt x="64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8"/>
            <p:cNvSpPr/>
            <p:nvPr/>
          </p:nvSpPr>
          <p:spPr>
            <a:xfrm>
              <a:off x="2833617" y="3398406"/>
              <a:ext cx="1285646" cy="192843"/>
            </a:xfrm>
            <a:custGeom>
              <a:avLst/>
              <a:gdLst/>
              <a:ahLst/>
              <a:cxnLst/>
              <a:rect l="l" t="t" r="r" b="b"/>
              <a:pathLst>
                <a:path w="64948" h="9742" extrusionOk="0">
                  <a:moveTo>
                    <a:pt x="32491" y="1"/>
                  </a:moveTo>
                  <a:cubicBezTo>
                    <a:pt x="14545" y="1"/>
                    <a:pt x="1" y="2169"/>
                    <a:pt x="1" y="4871"/>
                  </a:cubicBezTo>
                  <a:cubicBezTo>
                    <a:pt x="1" y="7540"/>
                    <a:pt x="14545" y="9741"/>
                    <a:pt x="32491" y="9741"/>
                  </a:cubicBezTo>
                  <a:cubicBezTo>
                    <a:pt x="50404" y="9741"/>
                    <a:pt x="64947" y="7540"/>
                    <a:pt x="64947" y="4871"/>
                  </a:cubicBezTo>
                  <a:cubicBezTo>
                    <a:pt x="64947" y="2169"/>
                    <a:pt x="50404" y="1"/>
                    <a:pt x="32491"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8"/>
            <p:cNvSpPr/>
            <p:nvPr/>
          </p:nvSpPr>
          <p:spPr>
            <a:xfrm>
              <a:off x="2912857" y="3421527"/>
              <a:ext cx="1127167" cy="126134"/>
            </a:xfrm>
            <a:custGeom>
              <a:avLst/>
              <a:gdLst/>
              <a:ahLst/>
              <a:cxnLst/>
              <a:rect l="l" t="t" r="r" b="b"/>
              <a:pathLst>
                <a:path w="56942" h="6372" extrusionOk="0">
                  <a:moveTo>
                    <a:pt x="28488" y="0"/>
                  </a:moveTo>
                  <a:cubicBezTo>
                    <a:pt x="12743" y="0"/>
                    <a:pt x="1" y="1401"/>
                    <a:pt x="1" y="3169"/>
                  </a:cubicBezTo>
                  <a:cubicBezTo>
                    <a:pt x="1" y="4937"/>
                    <a:pt x="12743" y="6372"/>
                    <a:pt x="28488" y="6372"/>
                  </a:cubicBezTo>
                  <a:cubicBezTo>
                    <a:pt x="44199" y="6372"/>
                    <a:pt x="56942" y="4937"/>
                    <a:pt x="56942" y="3169"/>
                  </a:cubicBezTo>
                  <a:cubicBezTo>
                    <a:pt x="56942" y="1401"/>
                    <a:pt x="44199" y="0"/>
                    <a:pt x="28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8"/>
            <p:cNvSpPr/>
            <p:nvPr/>
          </p:nvSpPr>
          <p:spPr>
            <a:xfrm>
              <a:off x="4117917" y="3402365"/>
              <a:ext cx="97748" cy="97748"/>
            </a:xfrm>
            <a:custGeom>
              <a:avLst/>
              <a:gdLst/>
              <a:ahLst/>
              <a:cxnLst/>
              <a:rect l="l" t="t" r="r" b="b"/>
              <a:pathLst>
                <a:path w="4938" h="4938" fill="none" extrusionOk="0">
                  <a:moveTo>
                    <a:pt x="4938" y="2469"/>
                  </a:moveTo>
                  <a:cubicBezTo>
                    <a:pt x="4938" y="3804"/>
                    <a:pt x="3803" y="4938"/>
                    <a:pt x="2469" y="4938"/>
                  </a:cubicBezTo>
                  <a:cubicBezTo>
                    <a:pt x="1101" y="4938"/>
                    <a:pt x="1" y="3804"/>
                    <a:pt x="1" y="2469"/>
                  </a:cubicBezTo>
                  <a:cubicBezTo>
                    <a:pt x="1" y="1102"/>
                    <a:pt x="1101" y="1"/>
                    <a:pt x="2469" y="1"/>
                  </a:cubicBezTo>
                  <a:cubicBezTo>
                    <a:pt x="3803"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8"/>
            <p:cNvSpPr/>
            <p:nvPr/>
          </p:nvSpPr>
          <p:spPr>
            <a:xfrm>
              <a:off x="2739195" y="3402365"/>
              <a:ext cx="97748" cy="97748"/>
            </a:xfrm>
            <a:custGeom>
              <a:avLst/>
              <a:gdLst/>
              <a:ahLst/>
              <a:cxnLst/>
              <a:rect l="l" t="t" r="r" b="b"/>
              <a:pathLst>
                <a:path w="4938" h="4938" fill="none" extrusionOk="0">
                  <a:moveTo>
                    <a:pt x="4938" y="2469"/>
                  </a:moveTo>
                  <a:cubicBezTo>
                    <a:pt x="4938" y="3804"/>
                    <a:pt x="3837" y="4938"/>
                    <a:pt x="2469" y="4938"/>
                  </a:cubicBezTo>
                  <a:cubicBezTo>
                    <a:pt x="1102" y="4938"/>
                    <a:pt x="1" y="3804"/>
                    <a:pt x="1" y="2469"/>
                  </a:cubicBezTo>
                  <a:cubicBezTo>
                    <a:pt x="1" y="1102"/>
                    <a:pt x="1102" y="1"/>
                    <a:pt x="2469" y="1"/>
                  </a:cubicBezTo>
                  <a:cubicBezTo>
                    <a:pt x="3837"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8"/>
            <p:cNvSpPr/>
            <p:nvPr/>
          </p:nvSpPr>
          <p:spPr>
            <a:xfrm>
              <a:off x="3479409" y="2226364"/>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8"/>
            <p:cNvSpPr/>
            <p:nvPr/>
          </p:nvSpPr>
          <p:spPr>
            <a:xfrm>
              <a:off x="2795334" y="2226364"/>
              <a:ext cx="684095" cy="1207733"/>
            </a:xfrm>
            <a:custGeom>
              <a:avLst/>
              <a:gdLst/>
              <a:ahLst/>
              <a:cxnLst/>
              <a:rect l="l" t="t" r="r" b="b"/>
              <a:pathLst>
                <a:path w="34559" h="61012" fill="none" extrusionOk="0">
                  <a:moveTo>
                    <a:pt x="34558" y="1"/>
                  </a:moveTo>
                  <a:lnTo>
                    <a:pt x="0"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8"/>
            <p:cNvSpPr/>
            <p:nvPr/>
          </p:nvSpPr>
          <p:spPr>
            <a:xfrm>
              <a:off x="3411394" y="2154389"/>
              <a:ext cx="132072" cy="121522"/>
            </a:xfrm>
            <a:custGeom>
              <a:avLst/>
              <a:gdLst/>
              <a:ahLst/>
              <a:cxnLst/>
              <a:rect l="l" t="t" r="r" b="b"/>
              <a:pathLst>
                <a:path w="6672" h="6139" extrusionOk="0">
                  <a:moveTo>
                    <a:pt x="3336" y="1402"/>
                  </a:moveTo>
                  <a:cubicBezTo>
                    <a:pt x="3436" y="1402"/>
                    <a:pt x="3536" y="1435"/>
                    <a:pt x="3636" y="1435"/>
                  </a:cubicBezTo>
                  <a:cubicBezTo>
                    <a:pt x="4537" y="1602"/>
                    <a:pt x="5137" y="2503"/>
                    <a:pt x="4971" y="3403"/>
                  </a:cubicBezTo>
                  <a:cubicBezTo>
                    <a:pt x="4804" y="4170"/>
                    <a:pt x="4137" y="4738"/>
                    <a:pt x="3336" y="4738"/>
                  </a:cubicBezTo>
                  <a:cubicBezTo>
                    <a:pt x="3236" y="4738"/>
                    <a:pt x="3136" y="4738"/>
                    <a:pt x="3036" y="4704"/>
                  </a:cubicBezTo>
                  <a:cubicBezTo>
                    <a:pt x="2569" y="4637"/>
                    <a:pt x="2202" y="4371"/>
                    <a:pt x="1969" y="4004"/>
                  </a:cubicBezTo>
                  <a:cubicBezTo>
                    <a:pt x="1702" y="3637"/>
                    <a:pt x="1602" y="3203"/>
                    <a:pt x="1702" y="2769"/>
                  </a:cubicBezTo>
                  <a:cubicBezTo>
                    <a:pt x="1835" y="1969"/>
                    <a:pt x="2536" y="1402"/>
                    <a:pt x="3336" y="1402"/>
                  </a:cubicBezTo>
                  <a:close/>
                  <a:moveTo>
                    <a:pt x="3336" y="1"/>
                  </a:moveTo>
                  <a:cubicBezTo>
                    <a:pt x="1868" y="1"/>
                    <a:pt x="601" y="1035"/>
                    <a:pt x="301" y="2503"/>
                  </a:cubicBezTo>
                  <a:cubicBezTo>
                    <a:pt x="0" y="4170"/>
                    <a:pt x="1101" y="5772"/>
                    <a:pt x="2769" y="6105"/>
                  </a:cubicBezTo>
                  <a:cubicBezTo>
                    <a:pt x="2936" y="6139"/>
                    <a:pt x="3136" y="6139"/>
                    <a:pt x="3336" y="6139"/>
                  </a:cubicBezTo>
                  <a:cubicBezTo>
                    <a:pt x="4771" y="6139"/>
                    <a:pt x="6071" y="5138"/>
                    <a:pt x="6338" y="3637"/>
                  </a:cubicBezTo>
                  <a:cubicBezTo>
                    <a:pt x="6672" y="1969"/>
                    <a:pt x="5571" y="368"/>
                    <a:pt x="3903" y="68"/>
                  </a:cubicBezTo>
                  <a:cubicBezTo>
                    <a:pt x="3703" y="34"/>
                    <a:pt x="3536" y="1"/>
                    <a:pt x="33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1" name="Google Shape;1191;p48"/>
            <p:cNvGrpSpPr/>
            <p:nvPr/>
          </p:nvGrpSpPr>
          <p:grpSpPr>
            <a:xfrm flipH="1">
              <a:off x="776451" y="2275899"/>
              <a:ext cx="808869" cy="808277"/>
              <a:chOff x="889282" y="2874625"/>
              <a:chExt cx="1356253" cy="1355487"/>
            </a:xfrm>
          </p:grpSpPr>
          <p:sp>
            <p:nvSpPr>
              <p:cNvPr id="1192" name="Google Shape;1192;p48"/>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8"/>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8"/>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5" name="Google Shape;1195;p48"/>
            <p:cNvSpPr/>
            <p:nvPr/>
          </p:nvSpPr>
          <p:spPr>
            <a:xfrm>
              <a:off x="1174959" y="1776026"/>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6" name="Google Shape;1196;p48"/>
            <p:cNvGrpSpPr/>
            <p:nvPr/>
          </p:nvGrpSpPr>
          <p:grpSpPr>
            <a:xfrm>
              <a:off x="2923751" y="2493122"/>
              <a:ext cx="1107352" cy="1082272"/>
              <a:chOff x="2739201" y="298247"/>
              <a:chExt cx="1107352" cy="1082272"/>
            </a:xfrm>
          </p:grpSpPr>
          <p:sp>
            <p:nvSpPr>
              <p:cNvPr id="1197" name="Google Shape;1197;p48"/>
              <p:cNvSpPr/>
              <p:nvPr/>
            </p:nvSpPr>
            <p:spPr>
              <a:xfrm>
                <a:off x="2740528" y="1180431"/>
                <a:ext cx="427235" cy="146602"/>
              </a:xfrm>
              <a:custGeom>
                <a:avLst/>
                <a:gdLst/>
                <a:ahLst/>
                <a:cxnLst/>
                <a:rect l="l" t="t" r="r" b="b"/>
                <a:pathLst>
                  <a:path w="21583" h="7406" extrusionOk="0">
                    <a:moveTo>
                      <a:pt x="1" y="0"/>
                    </a:moveTo>
                    <a:lnTo>
                      <a:pt x="1" y="7406"/>
                    </a:lnTo>
                    <a:lnTo>
                      <a:pt x="21583" y="7406"/>
                    </a:lnTo>
                    <a:lnTo>
                      <a:pt x="215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8"/>
              <p:cNvSpPr/>
              <p:nvPr/>
            </p:nvSpPr>
            <p:spPr>
              <a:xfrm>
                <a:off x="2739201" y="1190328"/>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8"/>
              <p:cNvSpPr/>
              <p:nvPr/>
            </p:nvSpPr>
            <p:spPr>
              <a:xfrm>
                <a:off x="2739201" y="1206184"/>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8"/>
              <p:cNvSpPr/>
              <p:nvPr/>
            </p:nvSpPr>
            <p:spPr>
              <a:xfrm>
                <a:off x="2739201" y="1222020"/>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8"/>
              <p:cNvSpPr/>
              <p:nvPr/>
            </p:nvSpPr>
            <p:spPr>
              <a:xfrm>
                <a:off x="2739201" y="1237876"/>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8"/>
              <p:cNvSpPr/>
              <p:nvPr/>
            </p:nvSpPr>
            <p:spPr>
              <a:xfrm>
                <a:off x="2739201" y="1253712"/>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8"/>
              <p:cNvSpPr/>
              <p:nvPr/>
            </p:nvSpPr>
            <p:spPr>
              <a:xfrm>
                <a:off x="2739201" y="1269567"/>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8"/>
              <p:cNvSpPr/>
              <p:nvPr/>
            </p:nvSpPr>
            <p:spPr>
              <a:xfrm>
                <a:off x="2739201" y="1285423"/>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8"/>
              <p:cNvSpPr/>
              <p:nvPr/>
            </p:nvSpPr>
            <p:spPr>
              <a:xfrm>
                <a:off x="2739201" y="1301259"/>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8"/>
              <p:cNvSpPr/>
              <p:nvPr/>
            </p:nvSpPr>
            <p:spPr>
              <a:xfrm>
                <a:off x="2739201" y="1317115"/>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8"/>
              <p:cNvSpPr/>
              <p:nvPr/>
            </p:nvSpPr>
            <p:spPr>
              <a:xfrm>
                <a:off x="2740528" y="1133536"/>
                <a:ext cx="427235" cy="46914"/>
              </a:xfrm>
              <a:custGeom>
                <a:avLst/>
                <a:gdLst/>
                <a:ahLst/>
                <a:cxnLst/>
                <a:rect l="l" t="t" r="r" b="b"/>
                <a:pathLst>
                  <a:path w="21583" h="2370" extrusionOk="0">
                    <a:moveTo>
                      <a:pt x="3503" y="1"/>
                    </a:moveTo>
                    <a:lnTo>
                      <a:pt x="1" y="2369"/>
                    </a:lnTo>
                    <a:lnTo>
                      <a:pt x="21583" y="2369"/>
                    </a:lnTo>
                    <a:lnTo>
                      <a:pt x="18080"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8"/>
              <p:cNvSpPr/>
              <p:nvPr/>
            </p:nvSpPr>
            <p:spPr>
              <a:xfrm>
                <a:off x="2885803" y="1180431"/>
                <a:ext cx="136704" cy="146602"/>
              </a:xfrm>
              <a:custGeom>
                <a:avLst/>
                <a:gdLst/>
                <a:ahLst/>
                <a:cxnLst/>
                <a:rect l="l" t="t" r="r" b="b"/>
                <a:pathLst>
                  <a:path w="6906" h="7406" extrusionOk="0">
                    <a:moveTo>
                      <a:pt x="0" y="0"/>
                    </a:moveTo>
                    <a:lnTo>
                      <a:pt x="0" y="7406"/>
                    </a:lnTo>
                    <a:lnTo>
                      <a:pt x="6905" y="7406"/>
                    </a:lnTo>
                    <a:lnTo>
                      <a:pt x="6905"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8"/>
              <p:cNvSpPr/>
              <p:nvPr/>
            </p:nvSpPr>
            <p:spPr>
              <a:xfrm>
                <a:off x="2885803" y="1133536"/>
                <a:ext cx="136704" cy="46914"/>
              </a:xfrm>
              <a:custGeom>
                <a:avLst/>
                <a:gdLst/>
                <a:ahLst/>
                <a:cxnLst/>
                <a:rect l="l" t="t" r="r" b="b"/>
                <a:pathLst>
                  <a:path w="6906" h="2370" extrusionOk="0">
                    <a:moveTo>
                      <a:pt x="1835" y="1"/>
                    </a:moveTo>
                    <a:lnTo>
                      <a:pt x="0" y="2369"/>
                    </a:lnTo>
                    <a:lnTo>
                      <a:pt x="6905" y="2369"/>
                    </a:lnTo>
                    <a:lnTo>
                      <a:pt x="5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8"/>
              <p:cNvSpPr/>
              <p:nvPr/>
            </p:nvSpPr>
            <p:spPr>
              <a:xfrm>
                <a:off x="2788075" y="298247"/>
                <a:ext cx="1058478" cy="1082272"/>
              </a:xfrm>
              <a:custGeom>
                <a:avLst/>
                <a:gdLst/>
                <a:ahLst/>
                <a:cxnLst/>
                <a:rect l="l" t="t" r="r" b="b"/>
                <a:pathLst>
                  <a:path w="53472" h="54674" extrusionOk="0">
                    <a:moveTo>
                      <a:pt x="45199" y="32458"/>
                    </a:moveTo>
                    <a:cubicBezTo>
                      <a:pt x="45199" y="32458"/>
                      <a:pt x="31957" y="15646"/>
                      <a:pt x="31957" y="12877"/>
                    </a:cubicBezTo>
                    <a:cubicBezTo>
                      <a:pt x="31957" y="12710"/>
                      <a:pt x="32524" y="12143"/>
                      <a:pt x="32657" y="11943"/>
                    </a:cubicBezTo>
                    <a:cubicBezTo>
                      <a:pt x="32924" y="11576"/>
                      <a:pt x="33224" y="11209"/>
                      <a:pt x="33491" y="10809"/>
                    </a:cubicBezTo>
                    <a:cubicBezTo>
                      <a:pt x="34025" y="10075"/>
                      <a:pt x="34525" y="9274"/>
                      <a:pt x="35025" y="8474"/>
                    </a:cubicBezTo>
                    <a:cubicBezTo>
                      <a:pt x="35826" y="7106"/>
                      <a:pt x="37094" y="5138"/>
                      <a:pt x="36860" y="3470"/>
                    </a:cubicBezTo>
                    <a:cubicBezTo>
                      <a:pt x="36760" y="2736"/>
                      <a:pt x="36193" y="1769"/>
                      <a:pt x="35326" y="1936"/>
                    </a:cubicBezTo>
                    <a:cubicBezTo>
                      <a:pt x="34658" y="2069"/>
                      <a:pt x="34258" y="2870"/>
                      <a:pt x="33491" y="2803"/>
                    </a:cubicBezTo>
                    <a:cubicBezTo>
                      <a:pt x="32757" y="2736"/>
                      <a:pt x="32524" y="1936"/>
                      <a:pt x="32223" y="1369"/>
                    </a:cubicBezTo>
                    <a:cubicBezTo>
                      <a:pt x="31856" y="601"/>
                      <a:pt x="31289" y="68"/>
                      <a:pt x="30355" y="34"/>
                    </a:cubicBezTo>
                    <a:cubicBezTo>
                      <a:pt x="29121" y="1"/>
                      <a:pt x="27954" y="835"/>
                      <a:pt x="27353" y="1902"/>
                    </a:cubicBezTo>
                    <a:cubicBezTo>
                      <a:pt x="27186" y="2136"/>
                      <a:pt x="27053" y="2436"/>
                      <a:pt x="26820" y="2570"/>
                    </a:cubicBezTo>
                    <a:cubicBezTo>
                      <a:pt x="26486" y="2770"/>
                      <a:pt x="26086" y="2636"/>
                      <a:pt x="25752" y="2469"/>
                    </a:cubicBezTo>
                    <a:cubicBezTo>
                      <a:pt x="24985" y="2036"/>
                      <a:pt x="24051" y="1469"/>
                      <a:pt x="23150" y="1969"/>
                    </a:cubicBezTo>
                    <a:cubicBezTo>
                      <a:pt x="22350" y="2436"/>
                      <a:pt x="21849" y="3403"/>
                      <a:pt x="21949" y="4304"/>
                    </a:cubicBezTo>
                    <a:cubicBezTo>
                      <a:pt x="22283" y="7740"/>
                      <a:pt x="25018" y="10809"/>
                      <a:pt x="24885" y="12877"/>
                    </a:cubicBezTo>
                    <a:cubicBezTo>
                      <a:pt x="24718" y="14978"/>
                      <a:pt x="12443" y="29022"/>
                      <a:pt x="12443" y="29022"/>
                    </a:cubicBezTo>
                    <a:cubicBezTo>
                      <a:pt x="0" y="46501"/>
                      <a:pt x="9440" y="54673"/>
                      <a:pt x="24251" y="54673"/>
                    </a:cubicBezTo>
                    <a:lnTo>
                      <a:pt x="32524" y="54673"/>
                    </a:lnTo>
                    <a:cubicBezTo>
                      <a:pt x="47368" y="54673"/>
                      <a:pt x="53472" y="43032"/>
                      <a:pt x="45199" y="3245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8"/>
              <p:cNvSpPr/>
              <p:nvPr/>
            </p:nvSpPr>
            <p:spPr>
              <a:xfrm>
                <a:off x="3268916" y="465950"/>
                <a:ext cx="61285" cy="65858"/>
              </a:xfrm>
              <a:custGeom>
                <a:avLst/>
                <a:gdLst/>
                <a:ahLst/>
                <a:cxnLst/>
                <a:rect l="l" t="t" r="r" b="b"/>
                <a:pathLst>
                  <a:path w="3096" h="3327" extrusionOk="0">
                    <a:moveTo>
                      <a:pt x="1538" y="1"/>
                    </a:moveTo>
                    <a:cubicBezTo>
                      <a:pt x="1481" y="1"/>
                      <a:pt x="1422" y="12"/>
                      <a:pt x="1361" y="35"/>
                    </a:cubicBezTo>
                    <a:cubicBezTo>
                      <a:pt x="1" y="826"/>
                      <a:pt x="2691" y="3327"/>
                      <a:pt x="3057" y="3327"/>
                    </a:cubicBezTo>
                    <a:cubicBezTo>
                      <a:pt x="3077" y="3327"/>
                      <a:pt x="3090" y="3320"/>
                      <a:pt x="3096" y="3304"/>
                    </a:cubicBezTo>
                    <a:lnTo>
                      <a:pt x="3096" y="3304"/>
                    </a:lnTo>
                    <a:cubicBezTo>
                      <a:pt x="3092" y="3305"/>
                      <a:pt x="3088" y="3306"/>
                      <a:pt x="3084" y="3306"/>
                    </a:cubicBezTo>
                    <a:cubicBezTo>
                      <a:pt x="2804" y="3306"/>
                      <a:pt x="2514" y="1"/>
                      <a:pt x="15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8"/>
              <p:cNvSpPr/>
              <p:nvPr/>
            </p:nvSpPr>
            <p:spPr>
              <a:xfrm>
                <a:off x="3327964" y="444175"/>
                <a:ext cx="62988" cy="80585"/>
              </a:xfrm>
              <a:custGeom>
                <a:avLst/>
                <a:gdLst/>
                <a:ahLst/>
                <a:cxnLst/>
                <a:rect l="l" t="t" r="r" b="b"/>
                <a:pathLst>
                  <a:path w="3182" h="4071" extrusionOk="0">
                    <a:moveTo>
                      <a:pt x="1412" y="0"/>
                    </a:moveTo>
                    <a:cubicBezTo>
                      <a:pt x="0" y="0"/>
                      <a:pt x="1313" y="4071"/>
                      <a:pt x="1313" y="4071"/>
                    </a:cubicBezTo>
                    <a:cubicBezTo>
                      <a:pt x="1313" y="4071"/>
                      <a:pt x="3181" y="101"/>
                      <a:pt x="1447" y="1"/>
                    </a:cubicBezTo>
                    <a:cubicBezTo>
                      <a:pt x="1435" y="0"/>
                      <a:pt x="1424" y="0"/>
                      <a:pt x="14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8"/>
              <p:cNvSpPr/>
              <p:nvPr/>
            </p:nvSpPr>
            <p:spPr>
              <a:xfrm>
                <a:off x="3369613" y="468167"/>
                <a:ext cx="71519" cy="72450"/>
              </a:xfrm>
              <a:custGeom>
                <a:avLst/>
                <a:gdLst/>
                <a:ahLst/>
                <a:cxnLst/>
                <a:rect l="l" t="t" r="r" b="b"/>
                <a:pathLst>
                  <a:path w="3613" h="3660" extrusionOk="0">
                    <a:moveTo>
                      <a:pt x="2325" y="0"/>
                    </a:moveTo>
                    <a:cubicBezTo>
                      <a:pt x="1345" y="0"/>
                      <a:pt x="1" y="3431"/>
                      <a:pt x="344" y="3659"/>
                    </a:cubicBezTo>
                    <a:cubicBezTo>
                      <a:pt x="277" y="3359"/>
                      <a:pt x="3613" y="1257"/>
                      <a:pt x="2779" y="323"/>
                    </a:cubicBezTo>
                    <a:cubicBezTo>
                      <a:pt x="2644" y="98"/>
                      <a:pt x="2490" y="0"/>
                      <a:pt x="23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8"/>
              <p:cNvSpPr/>
              <p:nvPr/>
            </p:nvSpPr>
            <p:spPr>
              <a:xfrm>
                <a:off x="3044262" y="819231"/>
                <a:ext cx="200108" cy="290551"/>
              </a:xfrm>
              <a:custGeom>
                <a:avLst/>
                <a:gdLst/>
                <a:ahLst/>
                <a:cxnLst/>
                <a:rect l="l" t="t" r="r" b="b"/>
                <a:pathLst>
                  <a:path w="10109" h="14678" extrusionOk="0">
                    <a:moveTo>
                      <a:pt x="5509" y="3552"/>
                    </a:moveTo>
                    <a:cubicBezTo>
                      <a:pt x="5592" y="3552"/>
                      <a:pt x="5680" y="3558"/>
                      <a:pt x="5772" y="3570"/>
                    </a:cubicBezTo>
                    <a:cubicBezTo>
                      <a:pt x="5472" y="4271"/>
                      <a:pt x="5171" y="5004"/>
                      <a:pt x="4938" y="5738"/>
                    </a:cubicBezTo>
                    <a:cubicBezTo>
                      <a:pt x="4404" y="5305"/>
                      <a:pt x="4137" y="4871"/>
                      <a:pt x="4337" y="4304"/>
                    </a:cubicBezTo>
                    <a:cubicBezTo>
                      <a:pt x="4514" y="3864"/>
                      <a:pt x="4896" y="3552"/>
                      <a:pt x="5509" y="3552"/>
                    </a:cubicBezTo>
                    <a:close/>
                    <a:moveTo>
                      <a:pt x="5472" y="8774"/>
                    </a:moveTo>
                    <a:cubicBezTo>
                      <a:pt x="6005" y="9141"/>
                      <a:pt x="6305" y="9541"/>
                      <a:pt x="6205" y="10041"/>
                    </a:cubicBezTo>
                    <a:cubicBezTo>
                      <a:pt x="6072" y="10508"/>
                      <a:pt x="5705" y="10842"/>
                      <a:pt x="4971" y="10875"/>
                    </a:cubicBezTo>
                    <a:cubicBezTo>
                      <a:pt x="5105" y="10175"/>
                      <a:pt x="5271" y="9474"/>
                      <a:pt x="5472" y="8774"/>
                    </a:cubicBezTo>
                    <a:close/>
                    <a:moveTo>
                      <a:pt x="7540" y="1"/>
                    </a:moveTo>
                    <a:cubicBezTo>
                      <a:pt x="7239" y="535"/>
                      <a:pt x="6939" y="1068"/>
                      <a:pt x="6672" y="1602"/>
                    </a:cubicBezTo>
                    <a:cubicBezTo>
                      <a:pt x="6186" y="1424"/>
                      <a:pt x="5720" y="1341"/>
                      <a:pt x="5284" y="1341"/>
                    </a:cubicBezTo>
                    <a:cubicBezTo>
                      <a:pt x="3836" y="1341"/>
                      <a:pt x="2707" y="2253"/>
                      <a:pt x="2169" y="3637"/>
                    </a:cubicBezTo>
                    <a:cubicBezTo>
                      <a:pt x="1269" y="6038"/>
                      <a:pt x="2836" y="7206"/>
                      <a:pt x="4204" y="8007"/>
                    </a:cubicBezTo>
                    <a:cubicBezTo>
                      <a:pt x="3970" y="8907"/>
                      <a:pt x="3770" y="9774"/>
                      <a:pt x="3604" y="10675"/>
                    </a:cubicBezTo>
                    <a:cubicBezTo>
                      <a:pt x="2603" y="10375"/>
                      <a:pt x="1702" y="9741"/>
                      <a:pt x="1168" y="8941"/>
                    </a:cubicBezTo>
                    <a:cubicBezTo>
                      <a:pt x="768" y="9574"/>
                      <a:pt x="368" y="10241"/>
                      <a:pt x="1" y="10909"/>
                    </a:cubicBezTo>
                    <a:cubicBezTo>
                      <a:pt x="635" y="11809"/>
                      <a:pt x="1869" y="12510"/>
                      <a:pt x="3237" y="12810"/>
                    </a:cubicBezTo>
                    <a:cubicBezTo>
                      <a:pt x="3170" y="13377"/>
                      <a:pt x="3103" y="13978"/>
                      <a:pt x="3070" y="14578"/>
                    </a:cubicBezTo>
                    <a:cubicBezTo>
                      <a:pt x="3537" y="14611"/>
                      <a:pt x="4004" y="14645"/>
                      <a:pt x="4471" y="14678"/>
                    </a:cubicBezTo>
                    <a:cubicBezTo>
                      <a:pt x="4504" y="14111"/>
                      <a:pt x="4571" y="13511"/>
                      <a:pt x="4638" y="12943"/>
                    </a:cubicBezTo>
                    <a:cubicBezTo>
                      <a:pt x="6873" y="12910"/>
                      <a:pt x="8107" y="11809"/>
                      <a:pt x="8440" y="10375"/>
                    </a:cubicBezTo>
                    <a:cubicBezTo>
                      <a:pt x="8907" y="8474"/>
                      <a:pt x="7473" y="7473"/>
                      <a:pt x="6139" y="6572"/>
                    </a:cubicBezTo>
                    <a:cubicBezTo>
                      <a:pt x="6406" y="5738"/>
                      <a:pt x="6739" y="4904"/>
                      <a:pt x="7073" y="4070"/>
                    </a:cubicBezTo>
                    <a:cubicBezTo>
                      <a:pt x="7673" y="4437"/>
                      <a:pt x="8240" y="4971"/>
                      <a:pt x="8774" y="5638"/>
                    </a:cubicBezTo>
                    <a:cubicBezTo>
                      <a:pt x="9208" y="5171"/>
                      <a:pt x="9641" y="4704"/>
                      <a:pt x="10108" y="4271"/>
                    </a:cubicBezTo>
                    <a:cubicBezTo>
                      <a:pt x="9641" y="3503"/>
                      <a:pt x="8841" y="2769"/>
                      <a:pt x="7940" y="2202"/>
                    </a:cubicBezTo>
                    <a:cubicBezTo>
                      <a:pt x="8207" y="1702"/>
                      <a:pt x="8474" y="1168"/>
                      <a:pt x="8774" y="701"/>
                    </a:cubicBezTo>
                    <a:cubicBezTo>
                      <a:pt x="8340" y="468"/>
                      <a:pt x="7940" y="234"/>
                      <a:pt x="7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8"/>
              <p:cNvSpPr/>
              <p:nvPr/>
            </p:nvSpPr>
            <p:spPr>
              <a:xfrm>
                <a:off x="3226515" y="523870"/>
                <a:ext cx="247635" cy="74687"/>
              </a:xfrm>
              <a:custGeom>
                <a:avLst/>
                <a:gdLst/>
                <a:ahLst/>
                <a:cxnLst/>
                <a:rect l="l" t="t" r="r" b="b"/>
                <a:pathLst>
                  <a:path w="12510" h="3773" extrusionOk="0">
                    <a:moveTo>
                      <a:pt x="1834" y="1"/>
                    </a:moveTo>
                    <a:cubicBezTo>
                      <a:pt x="1088" y="1"/>
                      <a:pt x="354" y="610"/>
                      <a:pt x="167" y="1479"/>
                    </a:cubicBezTo>
                    <a:cubicBezTo>
                      <a:pt x="1" y="2413"/>
                      <a:pt x="601" y="3314"/>
                      <a:pt x="1535" y="3447"/>
                    </a:cubicBezTo>
                    <a:cubicBezTo>
                      <a:pt x="3103" y="3664"/>
                      <a:pt x="4679" y="3772"/>
                      <a:pt x="6255" y="3772"/>
                    </a:cubicBezTo>
                    <a:cubicBezTo>
                      <a:pt x="7831" y="3772"/>
                      <a:pt x="9407" y="3664"/>
                      <a:pt x="10975" y="3447"/>
                    </a:cubicBezTo>
                    <a:cubicBezTo>
                      <a:pt x="11909" y="3314"/>
                      <a:pt x="12509" y="2413"/>
                      <a:pt x="12309" y="1479"/>
                    </a:cubicBezTo>
                    <a:cubicBezTo>
                      <a:pt x="12123" y="610"/>
                      <a:pt x="11417" y="1"/>
                      <a:pt x="10648" y="1"/>
                    </a:cubicBezTo>
                    <a:cubicBezTo>
                      <a:pt x="10591" y="1"/>
                      <a:pt x="10533" y="4"/>
                      <a:pt x="10475" y="11"/>
                    </a:cubicBezTo>
                    <a:cubicBezTo>
                      <a:pt x="9074" y="211"/>
                      <a:pt x="7656" y="311"/>
                      <a:pt x="6238" y="311"/>
                    </a:cubicBezTo>
                    <a:cubicBezTo>
                      <a:pt x="4821" y="311"/>
                      <a:pt x="3403" y="211"/>
                      <a:pt x="2002" y="11"/>
                    </a:cubicBezTo>
                    <a:cubicBezTo>
                      <a:pt x="1946" y="4"/>
                      <a:pt x="1890" y="1"/>
                      <a:pt x="18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16" name="Google Shape;1216;p48"/>
          <p:cNvGrpSpPr/>
          <p:nvPr/>
        </p:nvGrpSpPr>
        <p:grpSpPr>
          <a:xfrm>
            <a:off x="-722941" y="4020900"/>
            <a:ext cx="108688" cy="86256"/>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A90B3952-0AAE-DF35-5E6D-87C57F304F4E}"/>
              </a:ext>
            </a:extLst>
          </p:cNvPr>
          <p:cNvSpPr>
            <a:spLocks noGrp="1"/>
          </p:cNvSpPr>
          <p:nvPr>
            <p:ph type="subTitle" idx="1"/>
          </p:nvPr>
        </p:nvSpPr>
        <p:spPr>
          <a:xfrm>
            <a:off x="610737" y="994774"/>
            <a:ext cx="7752214" cy="2441100"/>
          </a:xfrm>
        </p:spPr>
        <p:txBody>
          <a:bodyPr/>
          <a:lstStyle/>
          <a:p>
            <a:pPr>
              <a:buClr>
                <a:schemeClr val="accent3"/>
              </a:buClr>
              <a:buSzPct val="87000"/>
              <a:buFont typeface="Arial" panose="020B0604020202020204" pitchFamily="34" charset="0"/>
              <a:buChar char="•"/>
            </a:pPr>
            <a:r>
              <a:rPr lang="en-US" sz="2000" b="1" dirty="0"/>
              <a:t>Data Preparation &amp; Preprocessing</a:t>
            </a:r>
          </a:p>
          <a:p>
            <a:pPr marL="571500" lvl="1" indent="0">
              <a:buClr>
                <a:schemeClr val="accent3"/>
              </a:buClr>
              <a:buSzPct val="87000"/>
            </a:pPr>
            <a:r>
              <a:rPr lang="en-US" altLang="zh-CN" sz="1800" dirty="0"/>
              <a:t>K</a:t>
            </a:r>
            <a:r>
              <a:rPr lang="en-US" sz="1800" dirty="0"/>
              <a:t>ey financial ratios </a:t>
            </a:r>
          </a:p>
          <a:p>
            <a:pPr marL="571500" lvl="1" indent="0">
              <a:buClr>
                <a:schemeClr val="accent3"/>
              </a:buClr>
              <a:buSzPct val="87000"/>
            </a:pPr>
            <a:r>
              <a:rPr lang="en-US" sz="1800" dirty="0" err="1"/>
              <a:t>StandardScaler</a:t>
            </a:r>
            <a:endParaRPr lang="en-US" sz="1800" dirty="0"/>
          </a:p>
          <a:p>
            <a:pPr marL="571500" lvl="1" indent="0">
              <a:buClr>
                <a:schemeClr val="accent3"/>
              </a:buClr>
              <a:buSzPct val="87000"/>
            </a:pPr>
            <a:r>
              <a:rPr lang="en-US" sz="1800" dirty="0"/>
              <a:t>Stratified sampling (80/20)</a:t>
            </a:r>
            <a:endParaRPr lang="en-US" sz="1800" b="1" dirty="0"/>
          </a:p>
          <a:p>
            <a:pPr>
              <a:buClr>
                <a:schemeClr val="accent3"/>
              </a:buClr>
              <a:buSzPct val="87000"/>
              <a:buFont typeface="Arial" panose="020B0604020202020204" pitchFamily="34" charset="0"/>
              <a:buChar char="•"/>
            </a:pPr>
            <a:r>
              <a:rPr lang="en-US" sz="2000" b="1" dirty="0"/>
              <a:t>Models Tested</a:t>
            </a:r>
          </a:p>
          <a:p>
            <a:pPr marL="571500" lvl="1" indent="0">
              <a:buClr>
                <a:schemeClr val="accent3"/>
              </a:buClr>
              <a:buSzPct val="87000"/>
            </a:pPr>
            <a:r>
              <a:rPr lang="en-US" sz="1800" dirty="0"/>
              <a:t>Logistic Regression (high accuracy, failed for recall)</a:t>
            </a:r>
          </a:p>
          <a:p>
            <a:pPr marL="571500" lvl="1" indent="0">
              <a:buClr>
                <a:schemeClr val="accent3"/>
              </a:buClr>
              <a:buSzPct val="87000"/>
            </a:pPr>
            <a:r>
              <a:rPr lang="en-US" sz="1800" dirty="0"/>
              <a:t>Random Forest (average precision is low)</a:t>
            </a:r>
          </a:p>
          <a:p>
            <a:pPr marL="571500" lvl="1" indent="0">
              <a:buClr>
                <a:schemeClr val="accent3"/>
              </a:buClr>
              <a:buSzPct val="87000"/>
            </a:pPr>
            <a:r>
              <a:rPr lang="en-US" sz="1800" dirty="0"/>
              <a:t>Decision Tree </a:t>
            </a:r>
          </a:p>
          <a:p>
            <a:pPr>
              <a:buClr>
                <a:schemeClr val="accent3"/>
              </a:buClr>
              <a:buSzPct val="87000"/>
              <a:buFont typeface="Arial" panose="020B0604020202020204" pitchFamily="34" charset="0"/>
              <a:buChar char="•"/>
            </a:pPr>
            <a:r>
              <a:rPr lang="en-US" sz="2000" b="1" dirty="0"/>
              <a:t>Evaluation Focus</a:t>
            </a:r>
            <a:br>
              <a:rPr lang="en-US" sz="2000" dirty="0"/>
            </a:br>
            <a:r>
              <a:rPr lang="en-US" sz="2000" dirty="0"/>
              <a:t>Prioritized recall, ensuring the model captures as many high-risk companies as possible.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3">
          <a:extLst>
            <a:ext uri="{FF2B5EF4-FFF2-40B4-BE49-F238E27FC236}">
              <a16:creationId xmlns:a16="http://schemas.microsoft.com/office/drawing/2014/main" id="{BB4611FD-EFBC-C227-BC49-07561F3CFF23}"/>
            </a:ext>
          </a:extLst>
        </p:cNvPr>
        <p:cNvGrpSpPr/>
        <p:nvPr/>
      </p:nvGrpSpPr>
      <p:grpSpPr>
        <a:xfrm>
          <a:off x="0" y="0"/>
          <a:ext cx="0" cy="0"/>
          <a:chOff x="0" y="0"/>
          <a:chExt cx="0" cy="0"/>
        </a:xfrm>
      </p:grpSpPr>
      <p:sp>
        <p:nvSpPr>
          <p:cNvPr id="1164" name="Google Shape;1164;p48">
            <a:extLst>
              <a:ext uri="{FF2B5EF4-FFF2-40B4-BE49-F238E27FC236}">
                <a16:creationId xmlns:a16="http://schemas.microsoft.com/office/drawing/2014/main" id="{3F614F09-CB51-0F83-7B43-5DFFB391F80C}"/>
              </a:ext>
            </a:extLst>
          </p:cNvPr>
          <p:cNvSpPr txBox="1">
            <a:spLocks noGrp="1"/>
          </p:cNvSpPr>
          <p:nvPr>
            <p:ph type="title"/>
          </p:nvPr>
        </p:nvSpPr>
        <p:spPr>
          <a:xfrm>
            <a:off x="2061589" y="195270"/>
            <a:ext cx="5851709" cy="572700"/>
          </a:xfrm>
          <a:prstGeom prst="rect">
            <a:avLst/>
          </a:prstGeom>
        </p:spPr>
        <p:txBody>
          <a:bodyPr spcFirstLastPara="1" wrap="square" lIns="91425" tIns="91425" rIns="91425" bIns="91425" anchor="t" anchorCtr="0">
            <a:noAutofit/>
          </a:bodyPr>
          <a:lstStyle/>
          <a:p>
            <a:pPr lvl="0"/>
            <a:r>
              <a:rPr lang="en-US" sz="4000" dirty="0"/>
              <a:t>Methodology-Decision Tree</a:t>
            </a:r>
            <a:endParaRPr sz="4000" dirty="0"/>
          </a:p>
        </p:txBody>
      </p:sp>
      <p:grpSp>
        <p:nvGrpSpPr>
          <p:cNvPr id="1166" name="Google Shape;1166;p48">
            <a:extLst>
              <a:ext uri="{FF2B5EF4-FFF2-40B4-BE49-F238E27FC236}">
                <a16:creationId xmlns:a16="http://schemas.microsoft.com/office/drawing/2014/main" id="{2AC6FCCD-63AA-1B44-0441-579291CE50B4}"/>
              </a:ext>
            </a:extLst>
          </p:cNvPr>
          <p:cNvGrpSpPr/>
          <p:nvPr/>
        </p:nvGrpSpPr>
        <p:grpSpPr>
          <a:xfrm>
            <a:off x="713225" y="4364047"/>
            <a:ext cx="815072" cy="577102"/>
            <a:chOff x="442658" y="1356750"/>
            <a:chExt cx="3773006" cy="2778585"/>
          </a:xfrm>
        </p:grpSpPr>
        <p:sp>
          <p:nvSpPr>
            <p:cNvPr id="1167" name="Google Shape;1167;p48">
              <a:extLst>
                <a:ext uri="{FF2B5EF4-FFF2-40B4-BE49-F238E27FC236}">
                  <a16:creationId xmlns:a16="http://schemas.microsoft.com/office/drawing/2014/main" id="{D9FE3BF0-4CAD-BB72-CBF3-20D4B9539B59}"/>
                </a:ext>
              </a:extLst>
            </p:cNvPr>
            <p:cNvSpPr/>
            <p:nvPr/>
          </p:nvSpPr>
          <p:spPr>
            <a:xfrm>
              <a:off x="2253228" y="1380524"/>
              <a:ext cx="268757" cy="2644533"/>
            </a:xfrm>
            <a:custGeom>
              <a:avLst/>
              <a:gdLst/>
              <a:ahLst/>
              <a:cxnLst/>
              <a:rect l="l" t="t" r="r" b="b"/>
              <a:pathLst>
                <a:path w="13577" h="133596" extrusionOk="0">
                  <a:moveTo>
                    <a:pt x="13576" y="133596"/>
                  </a:moveTo>
                  <a:lnTo>
                    <a:pt x="0" y="133596"/>
                  </a:lnTo>
                  <a:cubicBezTo>
                    <a:pt x="2502" y="58776"/>
                    <a:pt x="3603" y="23150"/>
                    <a:pt x="4270" y="3002"/>
                  </a:cubicBezTo>
                  <a:cubicBezTo>
                    <a:pt x="4336" y="1334"/>
                    <a:pt x="5471" y="0"/>
                    <a:pt x="6772" y="0"/>
                  </a:cubicBezTo>
                  <a:lnTo>
                    <a:pt x="6772" y="0"/>
                  </a:lnTo>
                  <a:cubicBezTo>
                    <a:pt x="8072" y="0"/>
                    <a:pt x="9207" y="1334"/>
                    <a:pt x="9273" y="3002"/>
                  </a:cubicBezTo>
                  <a:cubicBezTo>
                    <a:pt x="9940" y="23183"/>
                    <a:pt x="11075" y="58809"/>
                    <a:pt x="13576" y="1335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8">
              <a:extLst>
                <a:ext uri="{FF2B5EF4-FFF2-40B4-BE49-F238E27FC236}">
                  <a16:creationId xmlns:a16="http://schemas.microsoft.com/office/drawing/2014/main" id="{EF89B309-44B3-CCF3-626B-3D78E1993095}"/>
                </a:ext>
              </a:extLst>
            </p:cNvPr>
            <p:cNvSpPr/>
            <p:nvPr/>
          </p:nvSpPr>
          <p:spPr>
            <a:xfrm>
              <a:off x="1612721" y="3903555"/>
              <a:ext cx="1549751" cy="185558"/>
            </a:xfrm>
            <a:custGeom>
              <a:avLst/>
              <a:gdLst/>
              <a:ahLst/>
              <a:cxnLst/>
              <a:rect l="l" t="t" r="r" b="b"/>
              <a:pathLst>
                <a:path w="78290" h="9374" extrusionOk="0">
                  <a:moveTo>
                    <a:pt x="78290" y="9373"/>
                  </a:moveTo>
                  <a:cubicBezTo>
                    <a:pt x="77789" y="8339"/>
                    <a:pt x="77189" y="7372"/>
                    <a:pt x="76522" y="6471"/>
                  </a:cubicBezTo>
                  <a:cubicBezTo>
                    <a:pt x="73653" y="2468"/>
                    <a:pt x="69650" y="0"/>
                    <a:pt x="65281" y="0"/>
                  </a:cubicBezTo>
                  <a:lnTo>
                    <a:pt x="13043" y="0"/>
                  </a:lnTo>
                  <a:cubicBezTo>
                    <a:pt x="8640" y="0"/>
                    <a:pt x="4671" y="2502"/>
                    <a:pt x="1769" y="6471"/>
                  </a:cubicBezTo>
                  <a:cubicBezTo>
                    <a:pt x="1135" y="7372"/>
                    <a:pt x="534" y="8339"/>
                    <a:pt x="1" y="9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8">
              <a:extLst>
                <a:ext uri="{FF2B5EF4-FFF2-40B4-BE49-F238E27FC236}">
                  <a16:creationId xmlns:a16="http://schemas.microsoft.com/office/drawing/2014/main" id="{383CAB37-CE62-E9FE-F4B7-BC1EEBE153E3}"/>
                </a:ext>
              </a:extLst>
            </p:cNvPr>
            <p:cNvSpPr/>
            <p:nvPr/>
          </p:nvSpPr>
          <p:spPr>
            <a:xfrm>
              <a:off x="1612721" y="4041546"/>
              <a:ext cx="1549751" cy="93789"/>
            </a:xfrm>
            <a:custGeom>
              <a:avLst/>
              <a:gdLst/>
              <a:ahLst/>
              <a:cxnLst/>
              <a:rect l="l" t="t" r="r" b="b"/>
              <a:pathLst>
                <a:path w="78290" h="4738" extrusionOk="0">
                  <a:moveTo>
                    <a:pt x="78290" y="2369"/>
                  </a:moveTo>
                  <a:cubicBezTo>
                    <a:pt x="78290" y="3670"/>
                    <a:pt x="60777" y="4737"/>
                    <a:pt x="39162" y="4737"/>
                  </a:cubicBezTo>
                  <a:cubicBezTo>
                    <a:pt x="17546" y="4737"/>
                    <a:pt x="1" y="3670"/>
                    <a:pt x="1" y="2369"/>
                  </a:cubicBezTo>
                  <a:cubicBezTo>
                    <a:pt x="1" y="1068"/>
                    <a:pt x="17546" y="1"/>
                    <a:pt x="39162" y="1"/>
                  </a:cubicBezTo>
                  <a:cubicBezTo>
                    <a:pt x="60777" y="1"/>
                    <a:pt x="78290" y="1068"/>
                    <a:pt x="78290" y="23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8">
              <a:extLst>
                <a:ext uri="{FF2B5EF4-FFF2-40B4-BE49-F238E27FC236}">
                  <a16:creationId xmlns:a16="http://schemas.microsoft.com/office/drawing/2014/main" id="{A362FB51-EA57-D200-FFBE-A64E35D83359}"/>
                </a:ext>
              </a:extLst>
            </p:cNvPr>
            <p:cNvSpPr/>
            <p:nvPr/>
          </p:nvSpPr>
          <p:spPr>
            <a:xfrm>
              <a:off x="1143916" y="1356750"/>
              <a:ext cx="2381734" cy="808230"/>
            </a:xfrm>
            <a:custGeom>
              <a:avLst/>
              <a:gdLst/>
              <a:ahLst/>
              <a:cxnLst/>
              <a:rect l="l" t="t" r="r" b="b"/>
              <a:pathLst>
                <a:path w="120320" h="40830" extrusionOk="0">
                  <a:moveTo>
                    <a:pt x="4103" y="18480"/>
                  </a:moveTo>
                  <a:cubicBezTo>
                    <a:pt x="2702" y="19047"/>
                    <a:pt x="1067" y="18313"/>
                    <a:pt x="534" y="16912"/>
                  </a:cubicBezTo>
                  <a:cubicBezTo>
                    <a:pt x="0" y="15478"/>
                    <a:pt x="701" y="13877"/>
                    <a:pt x="2135" y="13343"/>
                  </a:cubicBezTo>
                  <a:cubicBezTo>
                    <a:pt x="36926" y="0"/>
                    <a:pt x="91132" y="9907"/>
                    <a:pt x="119152" y="35759"/>
                  </a:cubicBezTo>
                  <a:cubicBezTo>
                    <a:pt x="120253" y="36793"/>
                    <a:pt x="120319" y="38528"/>
                    <a:pt x="119319" y="39662"/>
                  </a:cubicBezTo>
                  <a:cubicBezTo>
                    <a:pt x="118284" y="40763"/>
                    <a:pt x="116517" y="40830"/>
                    <a:pt x="115416" y="39795"/>
                  </a:cubicBezTo>
                  <a:cubicBezTo>
                    <a:pt x="89597" y="16012"/>
                    <a:pt x="37694" y="5604"/>
                    <a:pt x="4103" y="184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8">
              <a:extLst>
                <a:ext uri="{FF2B5EF4-FFF2-40B4-BE49-F238E27FC236}">
                  <a16:creationId xmlns:a16="http://schemas.microsoft.com/office/drawing/2014/main" id="{A0D9E781-CD6A-406C-5F3B-3B5C66CA5EB9}"/>
                </a:ext>
              </a:extLst>
            </p:cNvPr>
            <p:cNvSpPr/>
            <p:nvPr/>
          </p:nvSpPr>
          <p:spPr>
            <a:xfrm>
              <a:off x="2240005" y="1477578"/>
              <a:ext cx="291224" cy="291877"/>
            </a:xfrm>
            <a:custGeom>
              <a:avLst/>
              <a:gdLst/>
              <a:ahLst/>
              <a:cxnLst/>
              <a:rect l="l" t="t" r="r" b="b"/>
              <a:pathLst>
                <a:path w="14712" h="14745" extrusionOk="0">
                  <a:moveTo>
                    <a:pt x="6072" y="14044"/>
                  </a:moveTo>
                  <a:cubicBezTo>
                    <a:pt x="9741" y="14745"/>
                    <a:pt x="13310" y="12309"/>
                    <a:pt x="14011" y="8640"/>
                  </a:cubicBezTo>
                  <a:cubicBezTo>
                    <a:pt x="14711" y="4971"/>
                    <a:pt x="12310" y="1402"/>
                    <a:pt x="8640" y="701"/>
                  </a:cubicBezTo>
                  <a:cubicBezTo>
                    <a:pt x="4971" y="1"/>
                    <a:pt x="1402" y="2436"/>
                    <a:pt x="701" y="6105"/>
                  </a:cubicBezTo>
                  <a:cubicBezTo>
                    <a:pt x="1" y="9774"/>
                    <a:pt x="2403" y="13310"/>
                    <a:pt x="6072" y="14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8">
              <a:extLst>
                <a:ext uri="{FF2B5EF4-FFF2-40B4-BE49-F238E27FC236}">
                  <a16:creationId xmlns:a16="http://schemas.microsoft.com/office/drawing/2014/main" id="{0612D07E-29E0-7240-78A8-6AC5CAED43C4}"/>
                </a:ext>
              </a:extLst>
            </p:cNvPr>
            <p:cNvSpPr/>
            <p:nvPr/>
          </p:nvSpPr>
          <p:spPr>
            <a:xfrm>
              <a:off x="574731" y="3048450"/>
              <a:ext cx="1210345" cy="314325"/>
            </a:xfrm>
            <a:custGeom>
              <a:avLst/>
              <a:gdLst/>
              <a:ahLst/>
              <a:cxnLst/>
              <a:rect l="l" t="t" r="r" b="b"/>
              <a:pathLst>
                <a:path w="61144" h="15879" extrusionOk="0">
                  <a:moveTo>
                    <a:pt x="0" y="0"/>
                  </a:moveTo>
                  <a:cubicBezTo>
                    <a:pt x="1568" y="2802"/>
                    <a:pt x="3603" y="5338"/>
                    <a:pt x="6071" y="7539"/>
                  </a:cubicBezTo>
                  <a:cubicBezTo>
                    <a:pt x="11842" y="12676"/>
                    <a:pt x="19814" y="15878"/>
                    <a:pt x="28587" y="15878"/>
                  </a:cubicBezTo>
                  <a:lnTo>
                    <a:pt x="32590" y="15878"/>
                  </a:lnTo>
                  <a:cubicBezTo>
                    <a:pt x="41363" y="15878"/>
                    <a:pt x="49335" y="12676"/>
                    <a:pt x="55106" y="7539"/>
                  </a:cubicBezTo>
                  <a:cubicBezTo>
                    <a:pt x="57575" y="5338"/>
                    <a:pt x="59609"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8">
              <a:extLst>
                <a:ext uri="{FF2B5EF4-FFF2-40B4-BE49-F238E27FC236}">
                  <a16:creationId xmlns:a16="http://schemas.microsoft.com/office/drawing/2014/main" id="{20BABB32-30CF-275D-A89A-7C64706C07D1}"/>
                </a:ext>
              </a:extLst>
            </p:cNvPr>
            <p:cNvSpPr/>
            <p:nvPr/>
          </p:nvSpPr>
          <p:spPr>
            <a:xfrm>
              <a:off x="537081" y="3000903"/>
              <a:ext cx="1285646" cy="192843"/>
            </a:xfrm>
            <a:custGeom>
              <a:avLst/>
              <a:gdLst/>
              <a:ahLst/>
              <a:cxnLst/>
              <a:rect l="l" t="t" r="r" b="b"/>
              <a:pathLst>
                <a:path w="64948" h="9742" extrusionOk="0">
                  <a:moveTo>
                    <a:pt x="32491" y="1"/>
                  </a:moveTo>
                  <a:cubicBezTo>
                    <a:pt x="14545" y="1"/>
                    <a:pt x="1" y="2169"/>
                    <a:pt x="1" y="4871"/>
                  </a:cubicBezTo>
                  <a:cubicBezTo>
                    <a:pt x="1" y="7573"/>
                    <a:pt x="14545" y="9741"/>
                    <a:pt x="32491" y="9741"/>
                  </a:cubicBezTo>
                  <a:cubicBezTo>
                    <a:pt x="50437" y="9741"/>
                    <a:pt x="64947" y="7573"/>
                    <a:pt x="64947" y="4871"/>
                  </a:cubicBezTo>
                  <a:cubicBezTo>
                    <a:pt x="64947" y="2169"/>
                    <a:pt x="50437" y="1"/>
                    <a:pt x="32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8">
              <a:extLst>
                <a:ext uri="{FF2B5EF4-FFF2-40B4-BE49-F238E27FC236}">
                  <a16:creationId xmlns:a16="http://schemas.microsoft.com/office/drawing/2014/main" id="{74B4F299-D32F-C066-867A-C9F3F2249F52}"/>
                </a:ext>
              </a:extLst>
            </p:cNvPr>
            <p:cNvSpPr/>
            <p:nvPr/>
          </p:nvSpPr>
          <p:spPr>
            <a:xfrm>
              <a:off x="537081" y="3044491"/>
              <a:ext cx="1285646" cy="52833"/>
            </a:xfrm>
            <a:custGeom>
              <a:avLst/>
              <a:gdLst/>
              <a:ahLst/>
              <a:cxnLst/>
              <a:rect l="l" t="t" r="r" b="b"/>
              <a:pathLst>
                <a:path w="64948" h="2669" extrusionOk="0">
                  <a:moveTo>
                    <a:pt x="1" y="0"/>
                  </a:moveTo>
                  <a:lnTo>
                    <a:pt x="1" y="2669"/>
                  </a:lnTo>
                  <a:lnTo>
                    <a:pt x="64947" y="2669"/>
                  </a:lnTo>
                  <a:lnTo>
                    <a:pt x="649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8">
              <a:extLst>
                <a:ext uri="{FF2B5EF4-FFF2-40B4-BE49-F238E27FC236}">
                  <a16:creationId xmlns:a16="http://schemas.microsoft.com/office/drawing/2014/main" id="{F6D96004-CE0A-9142-D60A-86669DDE8EC8}"/>
                </a:ext>
              </a:extLst>
            </p:cNvPr>
            <p:cNvSpPr/>
            <p:nvPr/>
          </p:nvSpPr>
          <p:spPr>
            <a:xfrm>
              <a:off x="537081" y="2948090"/>
              <a:ext cx="1285646" cy="192823"/>
            </a:xfrm>
            <a:custGeom>
              <a:avLst/>
              <a:gdLst/>
              <a:ahLst/>
              <a:cxnLst/>
              <a:rect l="l" t="t" r="r" b="b"/>
              <a:pathLst>
                <a:path w="64948" h="9741" extrusionOk="0">
                  <a:moveTo>
                    <a:pt x="32491" y="0"/>
                  </a:moveTo>
                  <a:cubicBezTo>
                    <a:pt x="14545" y="0"/>
                    <a:pt x="1" y="2168"/>
                    <a:pt x="1" y="4870"/>
                  </a:cubicBezTo>
                  <a:cubicBezTo>
                    <a:pt x="1" y="7572"/>
                    <a:pt x="14545" y="9740"/>
                    <a:pt x="32491" y="9740"/>
                  </a:cubicBezTo>
                  <a:cubicBezTo>
                    <a:pt x="50437" y="9740"/>
                    <a:pt x="64947" y="7572"/>
                    <a:pt x="64947" y="4870"/>
                  </a:cubicBezTo>
                  <a:cubicBezTo>
                    <a:pt x="64947" y="2168"/>
                    <a:pt x="50437" y="0"/>
                    <a:pt x="32491"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8">
              <a:extLst>
                <a:ext uri="{FF2B5EF4-FFF2-40B4-BE49-F238E27FC236}">
                  <a16:creationId xmlns:a16="http://schemas.microsoft.com/office/drawing/2014/main" id="{C8214054-7765-9894-24E2-64F5E5EA3512}"/>
                </a:ext>
              </a:extLst>
            </p:cNvPr>
            <p:cNvSpPr/>
            <p:nvPr/>
          </p:nvSpPr>
          <p:spPr>
            <a:xfrm>
              <a:off x="616993" y="2971190"/>
              <a:ext cx="1126494" cy="126134"/>
            </a:xfrm>
            <a:custGeom>
              <a:avLst/>
              <a:gdLst/>
              <a:ahLst/>
              <a:cxnLst/>
              <a:rect l="l" t="t" r="r" b="b"/>
              <a:pathLst>
                <a:path w="56908" h="6372" extrusionOk="0">
                  <a:moveTo>
                    <a:pt x="28454" y="1"/>
                  </a:moveTo>
                  <a:cubicBezTo>
                    <a:pt x="12742" y="1"/>
                    <a:pt x="0" y="1435"/>
                    <a:pt x="0" y="3170"/>
                  </a:cubicBezTo>
                  <a:cubicBezTo>
                    <a:pt x="0" y="4938"/>
                    <a:pt x="12742" y="6372"/>
                    <a:pt x="28454" y="6372"/>
                  </a:cubicBezTo>
                  <a:cubicBezTo>
                    <a:pt x="44165" y="6372"/>
                    <a:pt x="56907" y="4938"/>
                    <a:pt x="56907" y="3170"/>
                  </a:cubicBezTo>
                  <a:cubicBezTo>
                    <a:pt x="56907" y="1435"/>
                    <a:pt x="44165" y="1"/>
                    <a:pt x="284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8">
              <a:extLst>
                <a:ext uri="{FF2B5EF4-FFF2-40B4-BE49-F238E27FC236}">
                  <a16:creationId xmlns:a16="http://schemas.microsoft.com/office/drawing/2014/main" id="{1FF85665-726A-CE89-2465-1B87F3B5091A}"/>
                </a:ext>
              </a:extLst>
            </p:cNvPr>
            <p:cNvSpPr/>
            <p:nvPr/>
          </p:nvSpPr>
          <p:spPr>
            <a:xfrm>
              <a:off x="1821380" y="2952049"/>
              <a:ext cx="97748" cy="97748"/>
            </a:xfrm>
            <a:custGeom>
              <a:avLst/>
              <a:gdLst/>
              <a:ahLst/>
              <a:cxnLst/>
              <a:rect l="l" t="t" r="r" b="b"/>
              <a:pathLst>
                <a:path w="4938" h="4938" fill="none" extrusionOk="0">
                  <a:moveTo>
                    <a:pt x="4937" y="2469"/>
                  </a:moveTo>
                  <a:cubicBezTo>
                    <a:pt x="4937" y="3836"/>
                    <a:pt x="3837" y="4937"/>
                    <a:pt x="2469" y="4937"/>
                  </a:cubicBezTo>
                  <a:cubicBezTo>
                    <a:pt x="1101" y="4937"/>
                    <a:pt x="0" y="3836"/>
                    <a:pt x="0" y="2469"/>
                  </a:cubicBezTo>
                  <a:cubicBezTo>
                    <a:pt x="0" y="1101"/>
                    <a:pt x="1101" y="0"/>
                    <a:pt x="2469" y="0"/>
                  </a:cubicBezTo>
                  <a:cubicBezTo>
                    <a:pt x="3837" y="0"/>
                    <a:pt x="4937" y="1101"/>
                    <a:pt x="4937"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8">
              <a:extLst>
                <a:ext uri="{FF2B5EF4-FFF2-40B4-BE49-F238E27FC236}">
                  <a16:creationId xmlns:a16="http://schemas.microsoft.com/office/drawing/2014/main" id="{FAC5E700-55A4-BDAC-1872-C2CE34BBC3E9}"/>
                </a:ext>
              </a:extLst>
            </p:cNvPr>
            <p:cNvSpPr/>
            <p:nvPr/>
          </p:nvSpPr>
          <p:spPr>
            <a:xfrm>
              <a:off x="442658" y="2952049"/>
              <a:ext cx="97748" cy="97748"/>
            </a:xfrm>
            <a:custGeom>
              <a:avLst/>
              <a:gdLst/>
              <a:ahLst/>
              <a:cxnLst/>
              <a:rect l="l" t="t" r="r" b="b"/>
              <a:pathLst>
                <a:path w="4938" h="4938" fill="none" extrusionOk="0">
                  <a:moveTo>
                    <a:pt x="4938" y="2469"/>
                  </a:moveTo>
                  <a:cubicBezTo>
                    <a:pt x="4938" y="3836"/>
                    <a:pt x="3837" y="4937"/>
                    <a:pt x="2469" y="4937"/>
                  </a:cubicBezTo>
                  <a:cubicBezTo>
                    <a:pt x="1135" y="4937"/>
                    <a:pt x="1" y="3836"/>
                    <a:pt x="1" y="2469"/>
                  </a:cubicBezTo>
                  <a:cubicBezTo>
                    <a:pt x="1" y="1101"/>
                    <a:pt x="1135" y="0"/>
                    <a:pt x="2469" y="0"/>
                  </a:cubicBezTo>
                  <a:cubicBezTo>
                    <a:pt x="3837" y="0"/>
                    <a:pt x="4938" y="1101"/>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8">
              <a:extLst>
                <a:ext uri="{FF2B5EF4-FFF2-40B4-BE49-F238E27FC236}">
                  <a16:creationId xmlns:a16="http://schemas.microsoft.com/office/drawing/2014/main" id="{91B2BBEF-5B2D-658B-1DAC-204963CD9923}"/>
                </a:ext>
              </a:extLst>
            </p:cNvPr>
            <p:cNvSpPr/>
            <p:nvPr/>
          </p:nvSpPr>
          <p:spPr>
            <a:xfrm>
              <a:off x="498797" y="1776047"/>
              <a:ext cx="684749" cy="1207713"/>
            </a:xfrm>
            <a:custGeom>
              <a:avLst/>
              <a:gdLst/>
              <a:ahLst/>
              <a:cxnLst/>
              <a:rect l="l" t="t" r="r" b="b"/>
              <a:pathLst>
                <a:path w="34592" h="61011" fill="none" extrusionOk="0">
                  <a:moveTo>
                    <a:pt x="34591" y="0"/>
                  </a:moveTo>
                  <a:lnTo>
                    <a:pt x="0" y="61010"/>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8">
              <a:extLst>
                <a:ext uri="{FF2B5EF4-FFF2-40B4-BE49-F238E27FC236}">
                  <a16:creationId xmlns:a16="http://schemas.microsoft.com/office/drawing/2014/main" id="{EC24F7D5-6F22-27A3-F5E6-8735D8440394}"/>
                </a:ext>
              </a:extLst>
            </p:cNvPr>
            <p:cNvSpPr/>
            <p:nvPr/>
          </p:nvSpPr>
          <p:spPr>
            <a:xfrm>
              <a:off x="1114857" y="1704073"/>
              <a:ext cx="132072" cy="122175"/>
            </a:xfrm>
            <a:custGeom>
              <a:avLst/>
              <a:gdLst/>
              <a:ahLst/>
              <a:cxnLst/>
              <a:rect l="l" t="t" r="r" b="b"/>
              <a:pathLst>
                <a:path w="6672" h="6172" extrusionOk="0">
                  <a:moveTo>
                    <a:pt x="3636" y="1435"/>
                  </a:moveTo>
                  <a:cubicBezTo>
                    <a:pt x="4537" y="1635"/>
                    <a:pt x="5137" y="2502"/>
                    <a:pt x="4971" y="3403"/>
                  </a:cubicBezTo>
                  <a:cubicBezTo>
                    <a:pt x="4837" y="4170"/>
                    <a:pt x="4137" y="4737"/>
                    <a:pt x="3336" y="4737"/>
                  </a:cubicBezTo>
                  <a:cubicBezTo>
                    <a:pt x="3236" y="4737"/>
                    <a:pt x="3136" y="4737"/>
                    <a:pt x="3036" y="4704"/>
                  </a:cubicBezTo>
                  <a:cubicBezTo>
                    <a:pt x="2602" y="4637"/>
                    <a:pt x="2202" y="4370"/>
                    <a:pt x="1968" y="4003"/>
                  </a:cubicBezTo>
                  <a:cubicBezTo>
                    <a:pt x="1702" y="3636"/>
                    <a:pt x="1635" y="3202"/>
                    <a:pt x="1702" y="2769"/>
                  </a:cubicBezTo>
                  <a:cubicBezTo>
                    <a:pt x="1868" y="2002"/>
                    <a:pt x="2535" y="1435"/>
                    <a:pt x="3336" y="1435"/>
                  </a:cubicBezTo>
                  <a:close/>
                  <a:moveTo>
                    <a:pt x="3336" y="0"/>
                  </a:moveTo>
                  <a:cubicBezTo>
                    <a:pt x="1902" y="0"/>
                    <a:pt x="601" y="1034"/>
                    <a:pt x="334" y="2502"/>
                  </a:cubicBezTo>
                  <a:cubicBezTo>
                    <a:pt x="0" y="4170"/>
                    <a:pt x="1101" y="5771"/>
                    <a:pt x="2769" y="6105"/>
                  </a:cubicBezTo>
                  <a:cubicBezTo>
                    <a:pt x="2969" y="6138"/>
                    <a:pt x="3136" y="6171"/>
                    <a:pt x="3336" y="6171"/>
                  </a:cubicBezTo>
                  <a:cubicBezTo>
                    <a:pt x="4804" y="6171"/>
                    <a:pt x="6071" y="5137"/>
                    <a:pt x="6372" y="3669"/>
                  </a:cubicBezTo>
                  <a:cubicBezTo>
                    <a:pt x="6672" y="2002"/>
                    <a:pt x="5571" y="367"/>
                    <a:pt x="3903" y="67"/>
                  </a:cubicBezTo>
                  <a:cubicBezTo>
                    <a:pt x="3736" y="34"/>
                    <a:pt x="3536" y="0"/>
                    <a:pt x="33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8">
              <a:extLst>
                <a:ext uri="{FF2B5EF4-FFF2-40B4-BE49-F238E27FC236}">
                  <a16:creationId xmlns:a16="http://schemas.microsoft.com/office/drawing/2014/main" id="{66F20D20-E45A-3C24-12AC-1A2907B8829F}"/>
                </a:ext>
              </a:extLst>
            </p:cNvPr>
            <p:cNvSpPr/>
            <p:nvPr/>
          </p:nvSpPr>
          <p:spPr>
            <a:xfrm>
              <a:off x="2871267" y="3498786"/>
              <a:ext cx="1210345" cy="314325"/>
            </a:xfrm>
            <a:custGeom>
              <a:avLst/>
              <a:gdLst/>
              <a:ahLst/>
              <a:cxnLst/>
              <a:rect l="l" t="t" r="r" b="b"/>
              <a:pathLst>
                <a:path w="61144" h="15879" extrusionOk="0">
                  <a:moveTo>
                    <a:pt x="0" y="0"/>
                  </a:moveTo>
                  <a:cubicBezTo>
                    <a:pt x="1568" y="2802"/>
                    <a:pt x="3603" y="5337"/>
                    <a:pt x="6071" y="7505"/>
                  </a:cubicBezTo>
                  <a:cubicBezTo>
                    <a:pt x="11842" y="12676"/>
                    <a:pt x="19814" y="15878"/>
                    <a:pt x="28587" y="15878"/>
                  </a:cubicBezTo>
                  <a:lnTo>
                    <a:pt x="32590" y="15878"/>
                  </a:lnTo>
                  <a:cubicBezTo>
                    <a:pt x="41363" y="15878"/>
                    <a:pt x="49336" y="12676"/>
                    <a:pt x="55106" y="7505"/>
                  </a:cubicBezTo>
                  <a:cubicBezTo>
                    <a:pt x="57541" y="5337"/>
                    <a:pt x="59610"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8">
              <a:extLst>
                <a:ext uri="{FF2B5EF4-FFF2-40B4-BE49-F238E27FC236}">
                  <a16:creationId xmlns:a16="http://schemas.microsoft.com/office/drawing/2014/main" id="{50A5E3F9-30A7-C792-3B01-FA0465BF98D9}"/>
                </a:ext>
              </a:extLst>
            </p:cNvPr>
            <p:cNvSpPr/>
            <p:nvPr/>
          </p:nvSpPr>
          <p:spPr>
            <a:xfrm>
              <a:off x="2833617" y="3451239"/>
              <a:ext cx="1285646" cy="192823"/>
            </a:xfrm>
            <a:custGeom>
              <a:avLst/>
              <a:gdLst/>
              <a:ahLst/>
              <a:cxnLst/>
              <a:rect l="l" t="t" r="r" b="b"/>
              <a:pathLst>
                <a:path w="64948" h="9741" extrusionOk="0">
                  <a:moveTo>
                    <a:pt x="32491" y="0"/>
                  </a:moveTo>
                  <a:cubicBezTo>
                    <a:pt x="14545" y="0"/>
                    <a:pt x="1" y="2169"/>
                    <a:pt x="1" y="4871"/>
                  </a:cubicBezTo>
                  <a:cubicBezTo>
                    <a:pt x="1" y="7539"/>
                    <a:pt x="14545" y="9741"/>
                    <a:pt x="32491" y="9741"/>
                  </a:cubicBezTo>
                  <a:cubicBezTo>
                    <a:pt x="50404" y="9741"/>
                    <a:pt x="64947" y="7539"/>
                    <a:pt x="64947" y="4871"/>
                  </a:cubicBezTo>
                  <a:cubicBezTo>
                    <a:pt x="64947" y="2169"/>
                    <a:pt x="50404" y="0"/>
                    <a:pt x="32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8">
              <a:extLst>
                <a:ext uri="{FF2B5EF4-FFF2-40B4-BE49-F238E27FC236}">
                  <a16:creationId xmlns:a16="http://schemas.microsoft.com/office/drawing/2014/main" id="{52147C6A-29D9-3B28-F57A-8EB3A5B06A40}"/>
                </a:ext>
              </a:extLst>
            </p:cNvPr>
            <p:cNvSpPr/>
            <p:nvPr/>
          </p:nvSpPr>
          <p:spPr>
            <a:xfrm>
              <a:off x="2833617" y="3494808"/>
              <a:ext cx="1285646" cy="52853"/>
            </a:xfrm>
            <a:custGeom>
              <a:avLst/>
              <a:gdLst/>
              <a:ahLst/>
              <a:cxnLst/>
              <a:rect l="l" t="t" r="r" b="b"/>
              <a:pathLst>
                <a:path w="64948" h="2670" extrusionOk="0">
                  <a:moveTo>
                    <a:pt x="1" y="1"/>
                  </a:moveTo>
                  <a:lnTo>
                    <a:pt x="1" y="2670"/>
                  </a:lnTo>
                  <a:lnTo>
                    <a:pt x="64947" y="2670"/>
                  </a:lnTo>
                  <a:lnTo>
                    <a:pt x="64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8">
              <a:extLst>
                <a:ext uri="{FF2B5EF4-FFF2-40B4-BE49-F238E27FC236}">
                  <a16:creationId xmlns:a16="http://schemas.microsoft.com/office/drawing/2014/main" id="{48120812-27BD-2357-D080-4288C006BD35}"/>
                </a:ext>
              </a:extLst>
            </p:cNvPr>
            <p:cNvSpPr/>
            <p:nvPr/>
          </p:nvSpPr>
          <p:spPr>
            <a:xfrm>
              <a:off x="2833617" y="3398406"/>
              <a:ext cx="1285646" cy="192843"/>
            </a:xfrm>
            <a:custGeom>
              <a:avLst/>
              <a:gdLst/>
              <a:ahLst/>
              <a:cxnLst/>
              <a:rect l="l" t="t" r="r" b="b"/>
              <a:pathLst>
                <a:path w="64948" h="9742" extrusionOk="0">
                  <a:moveTo>
                    <a:pt x="32491" y="1"/>
                  </a:moveTo>
                  <a:cubicBezTo>
                    <a:pt x="14545" y="1"/>
                    <a:pt x="1" y="2169"/>
                    <a:pt x="1" y="4871"/>
                  </a:cubicBezTo>
                  <a:cubicBezTo>
                    <a:pt x="1" y="7540"/>
                    <a:pt x="14545" y="9741"/>
                    <a:pt x="32491" y="9741"/>
                  </a:cubicBezTo>
                  <a:cubicBezTo>
                    <a:pt x="50404" y="9741"/>
                    <a:pt x="64947" y="7540"/>
                    <a:pt x="64947" y="4871"/>
                  </a:cubicBezTo>
                  <a:cubicBezTo>
                    <a:pt x="64947" y="2169"/>
                    <a:pt x="50404" y="1"/>
                    <a:pt x="32491"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8">
              <a:extLst>
                <a:ext uri="{FF2B5EF4-FFF2-40B4-BE49-F238E27FC236}">
                  <a16:creationId xmlns:a16="http://schemas.microsoft.com/office/drawing/2014/main" id="{A04C8AFB-1330-8984-3703-36794A6EA268}"/>
                </a:ext>
              </a:extLst>
            </p:cNvPr>
            <p:cNvSpPr/>
            <p:nvPr/>
          </p:nvSpPr>
          <p:spPr>
            <a:xfrm>
              <a:off x="2912857" y="3421527"/>
              <a:ext cx="1127167" cy="126134"/>
            </a:xfrm>
            <a:custGeom>
              <a:avLst/>
              <a:gdLst/>
              <a:ahLst/>
              <a:cxnLst/>
              <a:rect l="l" t="t" r="r" b="b"/>
              <a:pathLst>
                <a:path w="56942" h="6372" extrusionOk="0">
                  <a:moveTo>
                    <a:pt x="28488" y="0"/>
                  </a:moveTo>
                  <a:cubicBezTo>
                    <a:pt x="12743" y="0"/>
                    <a:pt x="1" y="1401"/>
                    <a:pt x="1" y="3169"/>
                  </a:cubicBezTo>
                  <a:cubicBezTo>
                    <a:pt x="1" y="4937"/>
                    <a:pt x="12743" y="6372"/>
                    <a:pt x="28488" y="6372"/>
                  </a:cubicBezTo>
                  <a:cubicBezTo>
                    <a:pt x="44199" y="6372"/>
                    <a:pt x="56942" y="4937"/>
                    <a:pt x="56942" y="3169"/>
                  </a:cubicBezTo>
                  <a:cubicBezTo>
                    <a:pt x="56942" y="1401"/>
                    <a:pt x="44199" y="0"/>
                    <a:pt x="28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8">
              <a:extLst>
                <a:ext uri="{FF2B5EF4-FFF2-40B4-BE49-F238E27FC236}">
                  <a16:creationId xmlns:a16="http://schemas.microsoft.com/office/drawing/2014/main" id="{D3919E03-AF37-363B-1E7C-8FCBB06FF861}"/>
                </a:ext>
              </a:extLst>
            </p:cNvPr>
            <p:cNvSpPr/>
            <p:nvPr/>
          </p:nvSpPr>
          <p:spPr>
            <a:xfrm>
              <a:off x="4117917" y="3402365"/>
              <a:ext cx="97748" cy="97748"/>
            </a:xfrm>
            <a:custGeom>
              <a:avLst/>
              <a:gdLst/>
              <a:ahLst/>
              <a:cxnLst/>
              <a:rect l="l" t="t" r="r" b="b"/>
              <a:pathLst>
                <a:path w="4938" h="4938" fill="none" extrusionOk="0">
                  <a:moveTo>
                    <a:pt x="4938" y="2469"/>
                  </a:moveTo>
                  <a:cubicBezTo>
                    <a:pt x="4938" y="3804"/>
                    <a:pt x="3803" y="4938"/>
                    <a:pt x="2469" y="4938"/>
                  </a:cubicBezTo>
                  <a:cubicBezTo>
                    <a:pt x="1101" y="4938"/>
                    <a:pt x="1" y="3804"/>
                    <a:pt x="1" y="2469"/>
                  </a:cubicBezTo>
                  <a:cubicBezTo>
                    <a:pt x="1" y="1102"/>
                    <a:pt x="1101" y="1"/>
                    <a:pt x="2469" y="1"/>
                  </a:cubicBezTo>
                  <a:cubicBezTo>
                    <a:pt x="3803"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8">
              <a:extLst>
                <a:ext uri="{FF2B5EF4-FFF2-40B4-BE49-F238E27FC236}">
                  <a16:creationId xmlns:a16="http://schemas.microsoft.com/office/drawing/2014/main" id="{4C86449B-9F19-A14E-4F0D-E9AFEC36DF02}"/>
                </a:ext>
              </a:extLst>
            </p:cNvPr>
            <p:cNvSpPr/>
            <p:nvPr/>
          </p:nvSpPr>
          <p:spPr>
            <a:xfrm>
              <a:off x="2739195" y="3402365"/>
              <a:ext cx="97748" cy="97748"/>
            </a:xfrm>
            <a:custGeom>
              <a:avLst/>
              <a:gdLst/>
              <a:ahLst/>
              <a:cxnLst/>
              <a:rect l="l" t="t" r="r" b="b"/>
              <a:pathLst>
                <a:path w="4938" h="4938" fill="none" extrusionOk="0">
                  <a:moveTo>
                    <a:pt x="4938" y="2469"/>
                  </a:moveTo>
                  <a:cubicBezTo>
                    <a:pt x="4938" y="3804"/>
                    <a:pt x="3837" y="4938"/>
                    <a:pt x="2469" y="4938"/>
                  </a:cubicBezTo>
                  <a:cubicBezTo>
                    <a:pt x="1102" y="4938"/>
                    <a:pt x="1" y="3804"/>
                    <a:pt x="1" y="2469"/>
                  </a:cubicBezTo>
                  <a:cubicBezTo>
                    <a:pt x="1" y="1102"/>
                    <a:pt x="1102" y="1"/>
                    <a:pt x="2469" y="1"/>
                  </a:cubicBezTo>
                  <a:cubicBezTo>
                    <a:pt x="3837"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8">
              <a:extLst>
                <a:ext uri="{FF2B5EF4-FFF2-40B4-BE49-F238E27FC236}">
                  <a16:creationId xmlns:a16="http://schemas.microsoft.com/office/drawing/2014/main" id="{329A4188-C6C4-6184-5325-395A8624FFAD}"/>
                </a:ext>
              </a:extLst>
            </p:cNvPr>
            <p:cNvSpPr/>
            <p:nvPr/>
          </p:nvSpPr>
          <p:spPr>
            <a:xfrm>
              <a:off x="3479409" y="2226364"/>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8">
              <a:extLst>
                <a:ext uri="{FF2B5EF4-FFF2-40B4-BE49-F238E27FC236}">
                  <a16:creationId xmlns:a16="http://schemas.microsoft.com/office/drawing/2014/main" id="{95AA2A2A-7799-568E-3022-E9FB2AECD730}"/>
                </a:ext>
              </a:extLst>
            </p:cNvPr>
            <p:cNvSpPr/>
            <p:nvPr/>
          </p:nvSpPr>
          <p:spPr>
            <a:xfrm>
              <a:off x="2795334" y="2226364"/>
              <a:ext cx="684095" cy="1207733"/>
            </a:xfrm>
            <a:custGeom>
              <a:avLst/>
              <a:gdLst/>
              <a:ahLst/>
              <a:cxnLst/>
              <a:rect l="l" t="t" r="r" b="b"/>
              <a:pathLst>
                <a:path w="34559" h="61012" fill="none" extrusionOk="0">
                  <a:moveTo>
                    <a:pt x="34558" y="1"/>
                  </a:moveTo>
                  <a:lnTo>
                    <a:pt x="0"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8">
              <a:extLst>
                <a:ext uri="{FF2B5EF4-FFF2-40B4-BE49-F238E27FC236}">
                  <a16:creationId xmlns:a16="http://schemas.microsoft.com/office/drawing/2014/main" id="{4812B12E-0E44-9BB5-192F-4C3DD602D4C8}"/>
                </a:ext>
              </a:extLst>
            </p:cNvPr>
            <p:cNvSpPr/>
            <p:nvPr/>
          </p:nvSpPr>
          <p:spPr>
            <a:xfrm>
              <a:off x="3411394" y="2154389"/>
              <a:ext cx="132072" cy="121522"/>
            </a:xfrm>
            <a:custGeom>
              <a:avLst/>
              <a:gdLst/>
              <a:ahLst/>
              <a:cxnLst/>
              <a:rect l="l" t="t" r="r" b="b"/>
              <a:pathLst>
                <a:path w="6672" h="6139" extrusionOk="0">
                  <a:moveTo>
                    <a:pt x="3336" y="1402"/>
                  </a:moveTo>
                  <a:cubicBezTo>
                    <a:pt x="3436" y="1402"/>
                    <a:pt x="3536" y="1435"/>
                    <a:pt x="3636" y="1435"/>
                  </a:cubicBezTo>
                  <a:cubicBezTo>
                    <a:pt x="4537" y="1602"/>
                    <a:pt x="5137" y="2503"/>
                    <a:pt x="4971" y="3403"/>
                  </a:cubicBezTo>
                  <a:cubicBezTo>
                    <a:pt x="4804" y="4170"/>
                    <a:pt x="4137" y="4738"/>
                    <a:pt x="3336" y="4738"/>
                  </a:cubicBezTo>
                  <a:cubicBezTo>
                    <a:pt x="3236" y="4738"/>
                    <a:pt x="3136" y="4738"/>
                    <a:pt x="3036" y="4704"/>
                  </a:cubicBezTo>
                  <a:cubicBezTo>
                    <a:pt x="2569" y="4637"/>
                    <a:pt x="2202" y="4371"/>
                    <a:pt x="1969" y="4004"/>
                  </a:cubicBezTo>
                  <a:cubicBezTo>
                    <a:pt x="1702" y="3637"/>
                    <a:pt x="1602" y="3203"/>
                    <a:pt x="1702" y="2769"/>
                  </a:cubicBezTo>
                  <a:cubicBezTo>
                    <a:pt x="1835" y="1969"/>
                    <a:pt x="2536" y="1402"/>
                    <a:pt x="3336" y="1402"/>
                  </a:cubicBezTo>
                  <a:close/>
                  <a:moveTo>
                    <a:pt x="3336" y="1"/>
                  </a:moveTo>
                  <a:cubicBezTo>
                    <a:pt x="1868" y="1"/>
                    <a:pt x="601" y="1035"/>
                    <a:pt x="301" y="2503"/>
                  </a:cubicBezTo>
                  <a:cubicBezTo>
                    <a:pt x="0" y="4170"/>
                    <a:pt x="1101" y="5772"/>
                    <a:pt x="2769" y="6105"/>
                  </a:cubicBezTo>
                  <a:cubicBezTo>
                    <a:pt x="2936" y="6139"/>
                    <a:pt x="3136" y="6139"/>
                    <a:pt x="3336" y="6139"/>
                  </a:cubicBezTo>
                  <a:cubicBezTo>
                    <a:pt x="4771" y="6139"/>
                    <a:pt x="6071" y="5138"/>
                    <a:pt x="6338" y="3637"/>
                  </a:cubicBezTo>
                  <a:cubicBezTo>
                    <a:pt x="6672" y="1969"/>
                    <a:pt x="5571" y="368"/>
                    <a:pt x="3903" y="68"/>
                  </a:cubicBezTo>
                  <a:cubicBezTo>
                    <a:pt x="3703" y="34"/>
                    <a:pt x="3536" y="1"/>
                    <a:pt x="33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1" name="Google Shape;1191;p48">
              <a:extLst>
                <a:ext uri="{FF2B5EF4-FFF2-40B4-BE49-F238E27FC236}">
                  <a16:creationId xmlns:a16="http://schemas.microsoft.com/office/drawing/2014/main" id="{AAA3C9C1-B976-9E19-5440-A0752D9A6DDD}"/>
                </a:ext>
              </a:extLst>
            </p:cNvPr>
            <p:cNvGrpSpPr/>
            <p:nvPr/>
          </p:nvGrpSpPr>
          <p:grpSpPr>
            <a:xfrm flipH="1">
              <a:off x="776451" y="2275899"/>
              <a:ext cx="808869" cy="808277"/>
              <a:chOff x="889282" y="2874625"/>
              <a:chExt cx="1356253" cy="1355487"/>
            </a:xfrm>
          </p:grpSpPr>
          <p:sp>
            <p:nvSpPr>
              <p:cNvPr id="1192" name="Google Shape;1192;p48">
                <a:extLst>
                  <a:ext uri="{FF2B5EF4-FFF2-40B4-BE49-F238E27FC236}">
                    <a16:creationId xmlns:a16="http://schemas.microsoft.com/office/drawing/2014/main" id="{377E2AC4-726F-50B3-CD6D-C0EAEF7058A3}"/>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8">
                <a:extLst>
                  <a:ext uri="{FF2B5EF4-FFF2-40B4-BE49-F238E27FC236}">
                    <a16:creationId xmlns:a16="http://schemas.microsoft.com/office/drawing/2014/main" id="{92EA086F-A371-2C9E-730E-0264D51A79CC}"/>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8">
                <a:extLst>
                  <a:ext uri="{FF2B5EF4-FFF2-40B4-BE49-F238E27FC236}">
                    <a16:creationId xmlns:a16="http://schemas.microsoft.com/office/drawing/2014/main" id="{14022A1A-C4E3-4260-7EE2-B5515007FEB3}"/>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5" name="Google Shape;1195;p48">
              <a:extLst>
                <a:ext uri="{FF2B5EF4-FFF2-40B4-BE49-F238E27FC236}">
                  <a16:creationId xmlns:a16="http://schemas.microsoft.com/office/drawing/2014/main" id="{B8B5B11B-BD40-44DA-2830-7800DD530CF4}"/>
                </a:ext>
              </a:extLst>
            </p:cNvPr>
            <p:cNvSpPr/>
            <p:nvPr/>
          </p:nvSpPr>
          <p:spPr>
            <a:xfrm>
              <a:off x="1174959" y="1776026"/>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6" name="Google Shape;1196;p48">
              <a:extLst>
                <a:ext uri="{FF2B5EF4-FFF2-40B4-BE49-F238E27FC236}">
                  <a16:creationId xmlns:a16="http://schemas.microsoft.com/office/drawing/2014/main" id="{1FB4B57A-E820-CBBC-9560-BA828992EDB6}"/>
                </a:ext>
              </a:extLst>
            </p:cNvPr>
            <p:cNvGrpSpPr/>
            <p:nvPr/>
          </p:nvGrpSpPr>
          <p:grpSpPr>
            <a:xfrm>
              <a:off x="2923751" y="2493122"/>
              <a:ext cx="1107352" cy="1082272"/>
              <a:chOff x="2739201" y="298247"/>
              <a:chExt cx="1107352" cy="1082272"/>
            </a:xfrm>
          </p:grpSpPr>
          <p:sp>
            <p:nvSpPr>
              <p:cNvPr id="1197" name="Google Shape;1197;p48">
                <a:extLst>
                  <a:ext uri="{FF2B5EF4-FFF2-40B4-BE49-F238E27FC236}">
                    <a16:creationId xmlns:a16="http://schemas.microsoft.com/office/drawing/2014/main" id="{F64DFCC4-FAFE-1401-1909-06331B1FAE48}"/>
                  </a:ext>
                </a:extLst>
              </p:cNvPr>
              <p:cNvSpPr/>
              <p:nvPr/>
            </p:nvSpPr>
            <p:spPr>
              <a:xfrm>
                <a:off x="2740528" y="1180431"/>
                <a:ext cx="427235" cy="146602"/>
              </a:xfrm>
              <a:custGeom>
                <a:avLst/>
                <a:gdLst/>
                <a:ahLst/>
                <a:cxnLst/>
                <a:rect l="l" t="t" r="r" b="b"/>
                <a:pathLst>
                  <a:path w="21583" h="7406" extrusionOk="0">
                    <a:moveTo>
                      <a:pt x="1" y="0"/>
                    </a:moveTo>
                    <a:lnTo>
                      <a:pt x="1" y="7406"/>
                    </a:lnTo>
                    <a:lnTo>
                      <a:pt x="21583" y="7406"/>
                    </a:lnTo>
                    <a:lnTo>
                      <a:pt x="215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8">
                <a:extLst>
                  <a:ext uri="{FF2B5EF4-FFF2-40B4-BE49-F238E27FC236}">
                    <a16:creationId xmlns:a16="http://schemas.microsoft.com/office/drawing/2014/main" id="{6E71DF49-D2DB-A1C2-330F-65648A66D79D}"/>
                  </a:ext>
                </a:extLst>
              </p:cNvPr>
              <p:cNvSpPr/>
              <p:nvPr/>
            </p:nvSpPr>
            <p:spPr>
              <a:xfrm>
                <a:off x="2739201" y="1190328"/>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8">
                <a:extLst>
                  <a:ext uri="{FF2B5EF4-FFF2-40B4-BE49-F238E27FC236}">
                    <a16:creationId xmlns:a16="http://schemas.microsoft.com/office/drawing/2014/main" id="{2CBF9C42-64A6-F75F-34B0-6B0B84233694}"/>
                  </a:ext>
                </a:extLst>
              </p:cNvPr>
              <p:cNvSpPr/>
              <p:nvPr/>
            </p:nvSpPr>
            <p:spPr>
              <a:xfrm>
                <a:off x="2739201" y="1206184"/>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8">
                <a:extLst>
                  <a:ext uri="{FF2B5EF4-FFF2-40B4-BE49-F238E27FC236}">
                    <a16:creationId xmlns:a16="http://schemas.microsoft.com/office/drawing/2014/main" id="{A925893A-D848-4C58-5F5D-544775AC594B}"/>
                  </a:ext>
                </a:extLst>
              </p:cNvPr>
              <p:cNvSpPr/>
              <p:nvPr/>
            </p:nvSpPr>
            <p:spPr>
              <a:xfrm>
                <a:off x="2739201" y="1222020"/>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8">
                <a:extLst>
                  <a:ext uri="{FF2B5EF4-FFF2-40B4-BE49-F238E27FC236}">
                    <a16:creationId xmlns:a16="http://schemas.microsoft.com/office/drawing/2014/main" id="{3D9E1788-DFDE-DF8D-8791-11D5ACB42994}"/>
                  </a:ext>
                </a:extLst>
              </p:cNvPr>
              <p:cNvSpPr/>
              <p:nvPr/>
            </p:nvSpPr>
            <p:spPr>
              <a:xfrm>
                <a:off x="2739201" y="1237876"/>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8">
                <a:extLst>
                  <a:ext uri="{FF2B5EF4-FFF2-40B4-BE49-F238E27FC236}">
                    <a16:creationId xmlns:a16="http://schemas.microsoft.com/office/drawing/2014/main" id="{2C57E7E8-272C-779F-3AD3-0F7BC1CECCE0}"/>
                  </a:ext>
                </a:extLst>
              </p:cNvPr>
              <p:cNvSpPr/>
              <p:nvPr/>
            </p:nvSpPr>
            <p:spPr>
              <a:xfrm>
                <a:off x="2739201" y="1253712"/>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8">
                <a:extLst>
                  <a:ext uri="{FF2B5EF4-FFF2-40B4-BE49-F238E27FC236}">
                    <a16:creationId xmlns:a16="http://schemas.microsoft.com/office/drawing/2014/main" id="{6613B6C6-8CDC-2ECD-3BA5-2E2A49815AA3}"/>
                  </a:ext>
                </a:extLst>
              </p:cNvPr>
              <p:cNvSpPr/>
              <p:nvPr/>
            </p:nvSpPr>
            <p:spPr>
              <a:xfrm>
                <a:off x="2739201" y="1269567"/>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8">
                <a:extLst>
                  <a:ext uri="{FF2B5EF4-FFF2-40B4-BE49-F238E27FC236}">
                    <a16:creationId xmlns:a16="http://schemas.microsoft.com/office/drawing/2014/main" id="{A45BCD3D-7531-5809-AC4B-0A139A5DFC40}"/>
                  </a:ext>
                </a:extLst>
              </p:cNvPr>
              <p:cNvSpPr/>
              <p:nvPr/>
            </p:nvSpPr>
            <p:spPr>
              <a:xfrm>
                <a:off x="2739201" y="1285423"/>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8">
                <a:extLst>
                  <a:ext uri="{FF2B5EF4-FFF2-40B4-BE49-F238E27FC236}">
                    <a16:creationId xmlns:a16="http://schemas.microsoft.com/office/drawing/2014/main" id="{44558D5B-7BC1-79C8-C5E1-5596DCF68DCE}"/>
                  </a:ext>
                </a:extLst>
              </p:cNvPr>
              <p:cNvSpPr/>
              <p:nvPr/>
            </p:nvSpPr>
            <p:spPr>
              <a:xfrm>
                <a:off x="2739201" y="1301259"/>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8">
                <a:extLst>
                  <a:ext uri="{FF2B5EF4-FFF2-40B4-BE49-F238E27FC236}">
                    <a16:creationId xmlns:a16="http://schemas.microsoft.com/office/drawing/2014/main" id="{808E383B-9C5E-582E-CCE8-8379B9B5BFE2}"/>
                  </a:ext>
                </a:extLst>
              </p:cNvPr>
              <p:cNvSpPr/>
              <p:nvPr/>
            </p:nvSpPr>
            <p:spPr>
              <a:xfrm>
                <a:off x="2739201" y="1317115"/>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8">
                <a:extLst>
                  <a:ext uri="{FF2B5EF4-FFF2-40B4-BE49-F238E27FC236}">
                    <a16:creationId xmlns:a16="http://schemas.microsoft.com/office/drawing/2014/main" id="{4561AF9B-B264-8283-A7C6-625C1C7EB2C4}"/>
                  </a:ext>
                </a:extLst>
              </p:cNvPr>
              <p:cNvSpPr/>
              <p:nvPr/>
            </p:nvSpPr>
            <p:spPr>
              <a:xfrm>
                <a:off x="2740528" y="1133536"/>
                <a:ext cx="427235" cy="46914"/>
              </a:xfrm>
              <a:custGeom>
                <a:avLst/>
                <a:gdLst/>
                <a:ahLst/>
                <a:cxnLst/>
                <a:rect l="l" t="t" r="r" b="b"/>
                <a:pathLst>
                  <a:path w="21583" h="2370" extrusionOk="0">
                    <a:moveTo>
                      <a:pt x="3503" y="1"/>
                    </a:moveTo>
                    <a:lnTo>
                      <a:pt x="1" y="2369"/>
                    </a:lnTo>
                    <a:lnTo>
                      <a:pt x="21583" y="2369"/>
                    </a:lnTo>
                    <a:lnTo>
                      <a:pt x="18080"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8">
                <a:extLst>
                  <a:ext uri="{FF2B5EF4-FFF2-40B4-BE49-F238E27FC236}">
                    <a16:creationId xmlns:a16="http://schemas.microsoft.com/office/drawing/2014/main" id="{10C832F9-5FD0-B993-A25A-2CF2FF9E39C0}"/>
                  </a:ext>
                </a:extLst>
              </p:cNvPr>
              <p:cNvSpPr/>
              <p:nvPr/>
            </p:nvSpPr>
            <p:spPr>
              <a:xfrm>
                <a:off x="2885803" y="1180431"/>
                <a:ext cx="136704" cy="146602"/>
              </a:xfrm>
              <a:custGeom>
                <a:avLst/>
                <a:gdLst/>
                <a:ahLst/>
                <a:cxnLst/>
                <a:rect l="l" t="t" r="r" b="b"/>
                <a:pathLst>
                  <a:path w="6906" h="7406" extrusionOk="0">
                    <a:moveTo>
                      <a:pt x="0" y="0"/>
                    </a:moveTo>
                    <a:lnTo>
                      <a:pt x="0" y="7406"/>
                    </a:lnTo>
                    <a:lnTo>
                      <a:pt x="6905" y="7406"/>
                    </a:lnTo>
                    <a:lnTo>
                      <a:pt x="6905"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8">
                <a:extLst>
                  <a:ext uri="{FF2B5EF4-FFF2-40B4-BE49-F238E27FC236}">
                    <a16:creationId xmlns:a16="http://schemas.microsoft.com/office/drawing/2014/main" id="{7173E6C3-D6D9-7A62-71A2-1D37996DA7DC}"/>
                  </a:ext>
                </a:extLst>
              </p:cNvPr>
              <p:cNvSpPr/>
              <p:nvPr/>
            </p:nvSpPr>
            <p:spPr>
              <a:xfrm>
                <a:off x="2885803" y="1133536"/>
                <a:ext cx="136704" cy="46914"/>
              </a:xfrm>
              <a:custGeom>
                <a:avLst/>
                <a:gdLst/>
                <a:ahLst/>
                <a:cxnLst/>
                <a:rect l="l" t="t" r="r" b="b"/>
                <a:pathLst>
                  <a:path w="6906" h="2370" extrusionOk="0">
                    <a:moveTo>
                      <a:pt x="1835" y="1"/>
                    </a:moveTo>
                    <a:lnTo>
                      <a:pt x="0" y="2369"/>
                    </a:lnTo>
                    <a:lnTo>
                      <a:pt x="6905" y="2369"/>
                    </a:lnTo>
                    <a:lnTo>
                      <a:pt x="5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8">
                <a:extLst>
                  <a:ext uri="{FF2B5EF4-FFF2-40B4-BE49-F238E27FC236}">
                    <a16:creationId xmlns:a16="http://schemas.microsoft.com/office/drawing/2014/main" id="{C1ACC246-31C0-E6E4-00F1-29C08ACD94E1}"/>
                  </a:ext>
                </a:extLst>
              </p:cNvPr>
              <p:cNvSpPr/>
              <p:nvPr/>
            </p:nvSpPr>
            <p:spPr>
              <a:xfrm>
                <a:off x="2788075" y="298247"/>
                <a:ext cx="1058478" cy="1082272"/>
              </a:xfrm>
              <a:custGeom>
                <a:avLst/>
                <a:gdLst/>
                <a:ahLst/>
                <a:cxnLst/>
                <a:rect l="l" t="t" r="r" b="b"/>
                <a:pathLst>
                  <a:path w="53472" h="54674" extrusionOk="0">
                    <a:moveTo>
                      <a:pt x="45199" y="32458"/>
                    </a:moveTo>
                    <a:cubicBezTo>
                      <a:pt x="45199" y="32458"/>
                      <a:pt x="31957" y="15646"/>
                      <a:pt x="31957" y="12877"/>
                    </a:cubicBezTo>
                    <a:cubicBezTo>
                      <a:pt x="31957" y="12710"/>
                      <a:pt x="32524" y="12143"/>
                      <a:pt x="32657" y="11943"/>
                    </a:cubicBezTo>
                    <a:cubicBezTo>
                      <a:pt x="32924" y="11576"/>
                      <a:pt x="33224" y="11209"/>
                      <a:pt x="33491" y="10809"/>
                    </a:cubicBezTo>
                    <a:cubicBezTo>
                      <a:pt x="34025" y="10075"/>
                      <a:pt x="34525" y="9274"/>
                      <a:pt x="35025" y="8474"/>
                    </a:cubicBezTo>
                    <a:cubicBezTo>
                      <a:pt x="35826" y="7106"/>
                      <a:pt x="37094" y="5138"/>
                      <a:pt x="36860" y="3470"/>
                    </a:cubicBezTo>
                    <a:cubicBezTo>
                      <a:pt x="36760" y="2736"/>
                      <a:pt x="36193" y="1769"/>
                      <a:pt x="35326" y="1936"/>
                    </a:cubicBezTo>
                    <a:cubicBezTo>
                      <a:pt x="34658" y="2069"/>
                      <a:pt x="34258" y="2870"/>
                      <a:pt x="33491" y="2803"/>
                    </a:cubicBezTo>
                    <a:cubicBezTo>
                      <a:pt x="32757" y="2736"/>
                      <a:pt x="32524" y="1936"/>
                      <a:pt x="32223" y="1369"/>
                    </a:cubicBezTo>
                    <a:cubicBezTo>
                      <a:pt x="31856" y="601"/>
                      <a:pt x="31289" y="68"/>
                      <a:pt x="30355" y="34"/>
                    </a:cubicBezTo>
                    <a:cubicBezTo>
                      <a:pt x="29121" y="1"/>
                      <a:pt x="27954" y="835"/>
                      <a:pt x="27353" y="1902"/>
                    </a:cubicBezTo>
                    <a:cubicBezTo>
                      <a:pt x="27186" y="2136"/>
                      <a:pt x="27053" y="2436"/>
                      <a:pt x="26820" y="2570"/>
                    </a:cubicBezTo>
                    <a:cubicBezTo>
                      <a:pt x="26486" y="2770"/>
                      <a:pt x="26086" y="2636"/>
                      <a:pt x="25752" y="2469"/>
                    </a:cubicBezTo>
                    <a:cubicBezTo>
                      <a:pt x="24985" y="2036"/>
                      <a:pt x="24051" y="1469"/>
                      <a:pt x="23150" y="1969"/>
                    </a:cubicBezTo>
                    <a:cubicBezTo>
                      <a:pt x="22350" y="2436"/>
                      <a:pt x="21849" y="3403"/>
                      <a:pt x="21949" y="4304"/>
                    </a:cubicBezTo>
                    <a:cubicBezTo>
                      <a:pt x="22283" y="7740"/>
                      <a:pt x="25018" y="10809"/>
                      <a:pt x="24885" y="12877"/>
                    </a:cubicBezTo>
                    <a:cubicBezTo>
                      <a:pt x="24718" y="14978"/>
                      <a:pt x="12443" y="29022"/>
                      <a:pt x="12443" y="29022"/>
                    </a:cubicBezTo>
                    <a:cubicBezTo>
                      <a:pt x="0" y="46501"/>
                      <a:pt x="9440" y="54673"/>
                      <a:pt x="24251" y="54673"/>
                    </a:cubicBezTo>
                    <a:lnTo>
                      <a:pt x="32524" y="54673"/>
                    </a:lnTo>
                    <a:cubicBezTo>
                      <a:pt x="47368" y="54673"/>
                      <a:pt x="53472" y="43032"/>
                      <a:pt x="45199" y="3245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8">
                <a:extLst>
                  <a:ext uri="{FF2B5EF4-FFF2-40B4-BE49-F238E27FC236}">
                    <a16:creationId xmlns:a16="http://schemas.microsoft.com/office/drawing/2014/main" id="{3960EABC-9796-0556-0C52-2BDC240799FD}"/>
                  </a:ext>
                </a:extLst>
              </p:cNvPr>
              <p:cNvSpPr/>
              <p:nvPr/>
            </p:nvSpPr>
            <p:spPr>
              <a:xfrm>
                <a:off x="3268916" y="465950"/>
                <a:ext cx="61285" cy="65858"/>
              </a:xfrm>
              <a:custGeom>
                <a:avLst/>
                <a:gdLst/>
                <a:ahLst/>
                <a:cxnLst/>
                <a:rect l="l" t="t" r="r" b="b"/>
                <a:pathLst>
                  <a:path w="3096" h="3327" extrusionOk="0">
                    <a:moveTo>
                      <a:pt x="1538" y="1"/>
                    </a:moveTo>
                    <a:cubicBezTo>
                      <a:pt x="1481" y="1"/>
                      <a:pt x="1422" y="12"/>
                      <a:pt x="1361" y="35"/>
                    </a:cubicBezTo>
                    <a:cubicBezTo>
                      <a:pt x="1" y="826"/>
                      <a:pt x="2691" y="3327"/>
                      <a:pt x="3057" y="3327"/>
                    </a:cubicBezTo>
                    <a:cubicBezTo>
                      <a:pt x="3077" y="3327"/>
                      <a:pt x="3090" y="3320"/>
                      <a:pt x="3096" y="3304"/>
                    </a:cubicBezTo>
                    <a:lnTo>
                      <a:pt x="3096" y="3304"/>
                    </a:lnTo>
                    <a:cubicBezTo>
                      <a:pt x="3092" y="3305"/>
                      <a:pt x="3088" y="3306"/>
                      <a:pt x="3084" y="3306"/>
                    </a:cubicBezTo>
                    <a:cubicBezTo>
                      <a:pt x="2804" y="3306"/>
                      <a:pt x="2514" y="1"/>
                      <a:pt x="15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8">
                <a:extLst>
                  <a:ext uri="{FF2B5EF4-FFF2-40B4-BE49-F238E27FC236}">
                    <a16:creationId xmlns:a16="http://schemas.microsoft.com/office/drawing/2014/main" id="{64464C26-96FF-CF83-EDEF-590A6E6DF3B1}"/>
                  </a:ext>
                </a:extLst>
              </p:cNvPr>
              <p:cNvSpPr/>
              <p:nvPr/>
            </p:nvSpPr>
            <p:spPr>
              <a:xfrm>
                <a:off x="3327964" y="444175"/>
                <a:ext cx="62988" cy="80585"/>
              </a:xfrm>
              <a:custGeom>
                <a:avLst/>
                <a:gdLst/>
                <a:ahLst/>
                <a:cxnLst/>
                <a:rect l="l" t="t" r="r" b="b"/>
                <a:pathLst>
                  <a:path w="3182" h="4071" extrusionOk="0">
                    <a:moveTo>
                      <a:pt x="1412" y="0"/>
                    </a:moveTo>
                    <a:cubicBezTo>
                      <a:pt x="0" y="0"/>
                      <a:pt x="1313" y="4071"/>
                      <a:pt x="1313" y="4071"/>
                    </a:cubicBezTo>
                    <a:cubicBezTo>
                      <a:pt x="1313" y="4071"/>
                      <a:pt x="3181" y="101"/>
                      <a:pt x="1447" y="1"/>
                    </a:cubicBezTo>
                    <a:cubicBezTo>
                      <a:pt x="1435" y="0"/>
                      <a:pt x="1424" y="0"/>
                      <a:pt x="14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8">
                <a:extLst>
                  <a:ext uri="{FF2B5EF4-FFF2-40B4-BE49-F238E27FC236}">
                    <a16:creationId xmlns:a16="http://schemas.microsoft.com/office/drawing/2014/main" id="{37DC8A81-604C-0B87-3320-03FF5C519212}"/>
                  </a:ext>
                </a:extLst>
              </p:cNvPr>
              <p:cNvSpPr/>
              <p:nvPr/>
            </p:nvSpPr>
            <p:spPr>
              <a:xfrm>
                <a:off x="3369613" y="468167"/>
                <a:ext cx="71519" cy="72450"/>
              </a:xfrm>
              <a:custGeom>
                <a:avLst/>
                <a:gdLst/>
                <a:ahLst/>
                <a:cxnLst/>
                <a:rect l="l" t="t" r="r" b="b"/>
                <a:pathLst>
                  <a:path w="3613" h="3660" extrusionOk="0">
                    <a:moveTo>
                      <a:pt x="2325" y="0"/>
                    </a:moveTo>
                    <a:cubicBezTo>
                      <a:pt x="1345" y="0"/>
                      <a:pt x="1" y="3431"/>
                      <a:pt x="344" y="3659"/>
                    </a:cubicBezTo>
                    <a:cubicBezTo>
                      <a:pt x="277" y="3359"/>
                      <a:pt x="3613" y="1257"/>
                      <a:pt x="2779" y="323"/>
                    </a:cubicBezTo>
                    <a:cubicBezTo>
                      <a:pt x="2644" y="98"/>
                      <a:pt x="2490" y="0"/>
                      <a:pt x="23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8">
                <a:extLst>
                  <a:ext uri="{FF2B5EF4-FFF2-40B4-BE49-F238E27FC236}">
                    <a16:creationId xmlns:a16="http://schemas.microsoft.com/office/drawing/2014/main" id="{382D548E-2593-9EDF-C66A-8E204343A5F5}"/>
                  </a:ext>
                </a:extLst>
              </p:cNvPr>
              <p:cNvSpPr/>
              <p:nvPr/>
            </p:nvSpPr>
            <p:spPr>
              <a:xfrm>
                <a:off x="3044262" y="819231"/>
                <a:ext cx="200108" cy="290551"/>
              </a:xfrm>
              <a:custGeom>
                <a:avLst/>
                <a:gdLst/>
                <a:ahLst/>
                <a:cxnLst/>
                <a:rect l="l" t="t" r="r" b="b"/>
                <a:pathLst>
                  <a:path w="10109" h="14678" extrusionOk="0">
                    <a:moveTo>
                      <a:pt x="5509" y="3552"/>
                    </a:moveTo>
                    <a:cubicBezTo>
                      <a:pt x="5592" y="3552"/>
                      <a:pt x="5680" y="3558"/>
                      <a:pt x="5772" y="3570"/>
                    </a:cubicBezTo>
                    <a:cubicBezTo>
                      <a:pt x="5472" y="4271"/>
                      <a:pt x="5171" y="5004"/>
                      <a:pt x="4938" y="5738"/>
                    </a:cubicBezTo>
                    <a:cubicBezTo>
                      <a:pt x="4404" y="5305"/>
                      <a:pt x="4137" y="4871"/>
                      <a:pt x="4337" y="4304"/>
                    </a:cubicBezTo>
                    <a:cubicBezTo>
                      <a:pt x="4514" y="3864"/>
                      <a:pt x="4896" y="3552"/>
                      <a:pt x="5509" y="3552"/>
                    </a:cubicBezTo>
                    <a:close/>
                    <a:moveTo>
                      <a:pt x="5472" y="8774"/>
                    </a:moveTo>
                    <a:cubicBezTo>
                      <a:pt x="6005" y="9141"/>
                      <a:pt x="6305" y="9541"/>
                      <a:pt x="6205" y="10041"/>
                    </a:cubicBezTo>
                    <a:cubicBezTo>
                      <a:pt x="6072" y="10508"/>
                      <a:pt x="5705" y="10842"/>
                      <a:pt x="4971" y="10875"/>
                    </a:cubicBezTo>
                    <a:cubicBezTo>
                      <a:pt x="5105" y="10175"/>
                      <a:pt x="5271" y="9474"/>
                      <a:pt x="5472" y="8774"/>
                    </a:cubicBezTo>
                    <a:close/>
                    <a:moveTo>
                      <a:pt x="7540" y="1"/>
                    </a:moveTo>
                    <a:cubicBezTo>
                      <a:pt x="7239" y="535"/>
                      <a:pt x="6939" y="1068"/>
                      <a:pt x="6672" y="1602"/>
                    </a:cubicBezTo>
                    <a:cubicBezTo>
                      <a:pt x="6186" y="1424"/>
                      <a:pt x="5720" y="1341"/>
                      <a:pt x="5284" y="1341"/>
                    </a:cubicBezTo>
                    <a:cubicBezTo>
                      <a:pt x="3836" y="1341"/>
                      <a:pt x="2707" y="2253"/>
                      <a:pt x="2169" y="3637"/>
                    </a:cubicBezTo>
                    <a:cubicBezTo>
                      <a:pt x="1269" y="6038"/>
                      <a:pt x="2836" y="7206"/>
                      <a:pt x="4204" y="8007"/>
                    </a:cubicBezTo>
                    <a:cubicBezTo>
                      <a:pt x="3970" y="8907"/>
                      <a:pt x="3770" y="9774"/>
                      <a:pt x="3604" y="10675"/>
                    </a:cubicBezTo>
                    <a:cubicBezTo>
                      <a:pt x="2603" y="10375"/>
                      <a:pt x="1702" y="9741"/>
                      <a:pt x="1168" y="8941"/>
                    </a:cubicBezTo>
                    <a:cubicBezTo>
                      <a:pt x="768" y="9574"/>
                      <a:pt x="368" y="10241"/>
                      <a:pt x="1" y="10909"/>
                    </a:cubicBezTo>
                    <a:cubicBezTo>
                      <a:pt x="635" y="11809"/>
                      <a:pt x="1869" y="12510"/>
                      <a:pt x="3237" y="12810"/>
                    </a:cubicBezTo>
                    <a:cubicBezTo>
                      <a:pt x="3170" y="13377"/>
                      <a:pt x="3103" y="13978"/>
                      <a:pt x="3070" y="14578"/>
                    </a:cubicBezTo>
                    <a:cubicBezTo>
                      <a:pt x="3537" y="14611"/>
                      <a:pt x="4004" y="14645"/>
                      <a:pt x="4471" y="14678"/>
                    </a:cubicBezTo>
                    <a:cubicBezTo>
                      <a:pt x="4504" y="14111"/>
                      <a:pt x="4571" y="13511"/>
                      <a:pt x="4638" y="12943"/>
                    </a:cubicBezTo>
                    <a:cubicBezTo>
                      <a:pt x="6873" y="12910"/>
                      <a:pt x="8107" y="11809"/>
                      <a:pt x="8440" y="10375"/>
                    </a:cubicBezTo>
                    <a:cubicBezTo>
                      <a:pt x="8907" y="8474"/>
                      <a:pt x="7473" y="7473"/>
                      <a:pt x="6139" y="6572"/>
                    </a:cubicBezTo>
                    <a:cubicBezTo>
                      <a:pt x="6406" y="5738"/>
                      <a:pt x="6739" y="4904"/>
                      <a:pt x="7073" y="4070"/>
                    </a:cubicBezTo>
                    <a:cubicBezTo>
                      <a:pt x="7673" y="4437"/>
                      <a:pt x="8240" y="4971"/>
                      <a:pt x="8774" y="5638"/>
                    </a:cubicBezTo>
                    <a:cubicBezTo>
                      <a:pt x="9208" y="5171"/>
                      <a:pt x="9641" y="4704"/>
                      <a:pt x="10108" y="4271"/>
                    </a:cubicBezTo>
                    <a:cubicBezTo>
                      <a:pt x="9641" y="3503"/>
                      <a:pt x="8841" y="2769"/>
                      <a:pt x="7940" y="2202"/>
                    </a:cubicBezTo>
                    <a:cubicBezTo>
                      <a:pt x="8207" y="1702"/>
                      <a:pt x="8474" y="1168"/>
                      <a:pt x="8774" y="701"/>
                    </a:cubicBezTo>
                    <a:cubicBezTo>
                      <a:pt x="8340" y="468"/>
                      <a:pt x="7940" y="234"/>
                      <a:pt x="7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8">
                <a:extLst>
                  <a:ext uri="{FF2B5EF4-FFF2-40B4-BE49-F238E27FC236}">
                    <a16:creationId xmlns:a16="http://schemas.microsoft.com/office/drawing/2014/main" id="{4210BFC2-E352-A0D9-AF78-DDCC21621D0F}"/>
                  </a:ext>
                </a:extLst>
              </p:cNvPr>
              <p:cNvSpPr/>
              <p:nvPr/>
            </p:nvSpPr>
            <p:spPr>
              <a:xfrm>
                <a:off x="3226515" y="523870"/>
                <a:ext cx="247635" cy="74687"/>
              </a:xfrm>
              <a:custGeom>
                <a:avLst/>
                <a:gdLst/>
                <a:ahLst/>
                <a:cxnLst/>
                <a:rect l="l" t="t" r="r" b="b"/>
                <a:pathLst>
                  <a:path w="12510" h="3773" extrusionOk="0">
                    <a:moveTo>
                      <a:pt x="1834" y="1"/>
                    </a:moveTo>
                    <a:cubicBezTo>
                      <a:pt x="1088" y="1"/>
                      <a:pt x="354" y="610"/>
                      <a:pt x="167" y="1479"/>
                    </a:cubicBezTo>
                    <a:cubicBezTo>
                      <a:pt x="1" y="2413"/>
                      <a:pt x="601" y="3314"/>
                      <a:pt x="1535" y="3447"/>
                    </a:cubicBezTo>
                    <a:cubicBezTo>
                      <a:pt x="3103" y="3664"/>
                      <a:pt x="4679" y="3772"/>
                      <a:pt x="6255" y="3772"/>
                    </a:cubicBezTo>
                    <a:cubicBezTo>
                      <a:pt x="7831" y="3772"/>
                      <a:pt x="9407" y="3664"/>
                      <a:pt x="10975" y="3447"/>
                    </a:cubicBezTo>
                    <a:cubicBezTo>
                      <a:pt x="11909" y="3314"/>
                      <a:pt x="12509" y="2413"/>
                      <a:pt x="12309" y="1479"/>
                    </a:cubicBezTo>
                    <a:cubicBezTo>
                      <a:pt x="12123" y="610"/>
                      <a:pt x="11417" y="1"/>
                      <a:pt x="10648" y="1"/>
                    </a:cubicBezTo>
                    <a:cubicBezTo>
                      <a:pt x="10591" y="1"/>
                      <a:pt x="10533" y="4"/>
                      <a:pt x="10475" y="11"/>
                    </a:cubicBezTo>
                    <a:cubicBezTo>
                      <a:pt x="9074" y="211"/>
                      <a:pt x="7656" y="311"/>
                      <a:pt x="6238" y="311"/>
                    </a:cubicBezTo>
                    <a:cubicBezTo>
                      <a:pt x="4821" y="311"/>
                      <a:pt x="3403" y="211"/>
                      <a:pt x="2002" y="11"/>
                    </a:cubicBezTo>
                    <a:cubicBezTo>
                      <a:pt x="1946" y="4"/>
                      <a:pt x="1890" y="1"/>
                      <a:pt x="18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16" name="Google Shape;1216;p48">
            <a:extLst>
              <a:ext uri="{FF2B5EF4-FFF2-40B4-BE49-F238E27FC236}">
                <a16:creationId xmlns:a16="http://schemas.microsoft.com/office/drawing/2014/main" id="{77FF81E0-463B-6C05-6898-F1D3ED82F6E6}"/>
              </a:ext>
            </a:extLst>
          </p:cNvPr>
          <p:cNvGrpSpPr/>
          <p:nvPr/>
        </p:nvGrpSpPr>
        <p:grpSpPr>
          <a:xfrm>
            <a:off x="-722941" y="4020900"/>
            <a:ext cx="108688" cy="86256"/>
            <a:chOff x="474613" y="1955940"/>
            <a:chExt cx="477214" cy="393911"/>
          </a:xfrm>
        </p:grpSpPr>
        <p:sp>
          <p:nvSpPr>
            <p:cNvPr id="1217" name="Google Shape;1217;p48">
              <a:extLst>
                <a:ext uri="{FF2B5EF4-FFF2-40B4-BE49-F238E27FC236}">
                  <a16:creationId xmlns:a16="http://schemas.microsoft.com/office/drawing/2014/main" id="{429E1E0B-17DD-D3E3-C7A2-5D314018B6AE}"/>
                </a:ext>
              </a:extLst>
            </p:cNvPr>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8">
              <a:extLst>
                <a:ext uri="{FF2B5EF4-FFF2-40B4-BE49-F238E27FC236}">
                  <a16:creationId xmlns:a16="http://schemas.microsoft.com/office/drawing/2014/main" id="{8864F469-54B4-88A5-9FF5-077492FFFB30}"/>
                </a:ext>
              </a:extLst>
            </p:cNvPr>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a:extLst>
              <a:ext uri="{FF2B5EF4-FFF2-40B4-BE49-F238E27FC236}">
                <a16:creationId xmlns:a16="http://schemas.microsoft.com/office/drawing/2014/main" id="{682CC2BC-62A0-311F-A186-3FEDE18F9110}"/>
              </a:ext>
            </a:extLst>
          </p:cNvPr>
          <p:cNvSpPr>
            <a:spLocks noChangeArrowheads="1"/>
          </p:cNvSpPr>
          <p:nvPr/>
        </p:nvSpPr>
        <p:spPr bwMode="auto">
          <a:xfrm>
            <a:off x="108857" y="997828"/>
            <a:ext cx="5760031" cy="336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buFontTx/>
              <a:buChar char="•"/>
            </a:pPr>
            <a:r>
              <a:rPr lang="en-US" altLang="en-US" sz="1600" b="1" dirty="0">
                <a:solidFill>
                  <a:schemeClr val="accent3"/>
                </a:solidFill>
                <a:latin typeface="Ubuntu"/>
                <a:sym typeface="Ubuntu"/>
              </a:rPr>
              <a:t>Best Balanced Performance for Imbalanced Data</a:t>
            </a:r>
            <a:br>
              <a:rPr lang="en-US" altLang="en-US" sz="1600" dirty="0">
                <a:solidFill>
                  <a:schemeClr val="accent3"/>
                </a:solidFill>
                <a:latin typeface="Ubuntu"/>
                <a:sym typeface="Ubuntu"/>
              </a:rPr>
            </a:br>
            <a:r>
              <a:rPr lang="en-US" altLang="en-US" sz="1600" dirty="0">
                <a:solidFill>
                  <a:schemeClr val="accent3"/>
                </a:solidFill>
                <a:latin typeface="Ubuntu"/>
                <a:sym typeface="Ubuntu"/>
              </a:rPr>
              <a:t>Balanced recall and accuracy even with imbalanced data.</a:t>
            </a:r>
          </a:p>
          <a:p>
            <a:pPr lvl="0" eaLnBrk="0" fontAlgn="base" hangingPunct="0">
              <a:lnSpc>
                <a:spcPct val="150000"/>
              </a:lnSpc>
              <a:spcBef>
                <a:spcPct val="0"/>
              </a:spcBef>
              <a:spcAft>
                <a:spcPct val="0"/>
              </a:spcAft>
              <a:buClrTx/>
              <a:buFontTx/>
              <a:buChar char="•"/>
            </a:pPr>
            <a:r>
              <a:rPr lang="en-US" altLang="en-US" sz="1600" b="1" dirty="0">
                <a:solidFill>
                  <a:schemeClr val="accent3"/>
                </a:solidFill>
                <a:latin typeface="Ubuntu"/>
                <a:sym typeface="Ubuntu"/>
              </a:rPr>
              <a:t>Strong Interpretability</a:t>
            </a:r>
            <a:br>
              <a:rPr lang="en-US" altLang="en-US" sz="1600" dirty="0">
                <a:solidFill>
                  <a:schemeClr val="accent3"/>
                </a:solidFill>
                <a:latin typeface="Ubuntu"/>
                <a:sym typeface="Ubuntu"/>
              </a:rPr>
            </a:br>
            <a:r>
              <a:rPr lang="en-US" altLang="en-US" sz="1600" dirty="0">
                <a:solidFill>
                  <a:schemeClr val="accent3"/>
                </a:solidFill>
                <a:latin typeface="Ubuntu"/>
                <a:sym typeface="Ubuntu"/>
              </a:rPr>
              <a:t>Reflect classical financial logic—first evaluate profits, then capital structure, then debt-paying ability, and finally liquidity.</a:t>
            </a:r>
          </a:p>
          <a:p>
            <a:pPr lvl="0" eaLnBrk="0" fontAlgn="base" hangingPunct="0">
              <a:lnSpc>
                <a:spcPct val="150000"/>
              </a:lnSpc>
              <a:spcBef>
                <a:spcPct val="0"/>
              </a:spcBef>
              <a:spcAft>
                <a:spcPct val="0"/>
              </a:spcAft>
              <a:buClrTx/>
              <a:buFontTx/>
              <a:buChar char="•"/>
            </a:pPr>
            <a:r>
              <a:rPr lang="en-US" altLang="en-US" sz="1600" b="1" dirty="0">
                <a:solidFill>
                  <a:schemeClr val="accent3"/>
                </a:solidFill>
                <a:latin typeface="Ubuntu"/>
                <a:sym typeface="Ubuntu"/>
              </a:rPr>
              <a:t>Clear Risk Pathways for Decision-Makers</a:t>
            </a:r>
            <a:br>
              <a:rPr lang="en-US" altLang="en-US" sz="1600" dirty="0">
                <a:solidFill>
                  <a:schemeClr val="accent3"/>
                </a:solidFill>
                <a:latin typeface="Ubuntu"/>
                <a:sym typeface="Ubuntu"/>
              </a:rPr>
            </a:br>
            <a:r>
              <a:rPr lang="en-US" altLang="en-US" sz="1600" dirty="0">
                <a:solidFill>
                  <a:schemeClr val="accent3"/>
                </a:solidFill>
                <a:latin typeface="Ubuntu"/>
                <a:sym typeface="Ubuntu"/>
              </a:rPr>
              <a:t>Reveal the financial deterioration path of distressed companies.</a:t>
            </a:r>
          </a:p>
        </p:txBody>
      </p:sp>
      <p:pic>
        <p:nvPicPr>
          <p:cNvPr id="6" name="Picture 5">
            <a:extLst>
              <a:ext uri="{FF2B5EF4-FFF2-40B4-BE49-F238E27FC236}">
                <a16:creationId xmlns:a16="http://schemas.microsoft.com/office/drawing/2014/main" id="{7A585F47-588B-C233-8F27-837D70236BE2}"/>
              </a:ext>
            </a:extLst>
          </p:cNvPr>
          <p:cNvPicPr>
            <a:picLocks noChangeAspect="1"/>
          </p:cNvPicPr>
          <p:nvPr/>
        </p:nvPicPr>
        <p:blipFill>
          <a:blip r:embed="rId3"/>
          <a:stretch>
            <a:fillRect/>
          </a:stretch>
        </p:blipFill>
        <p:spPr>
          <a:xfrm>
            <a:off x="5678429" y="1396826"/>
            <a:ext cx="3211572" cy="2567540"/>
          </a:xfrm>
          <a:prstGeom prst="rect">
            <a:avLst/>
          </a:prstGeom>
        </p:spPr>
      </p:pic>
      <p:pic>
        <p:nvPicPr>
          <p:cNvPr id="4" name="Picture 3">
            <a:extLst>
              <a:ext uri="{FF2B5EF4-FFF2-40B4-BE49-F238E27FC236}">
                <a16:creationId xmlns:a16="http://schemas.microsoft.com/office/drawing/2014/main" id="{552A51DF-A6F1-7C88-DD05-E6C16F568EAC}"/>
              </a:ext>
            </a:extLst>
          </p:cNvPr>
          <p:cNvPicPr>
            <a:picLocks noChangeAspect="1"/>
          </p:cNvPicPr>
          <p:nvPr/>
        </p:nvPicPr>
        <p:blipFill>
          <a:blip r:embed="rId4"/>
          <a:stretch>
            <a:fillRect/>
          </a:stretch>
        </p:blipFill>
        <p:spPr>
          <a:xfrm>
            <a:off x="218558" y="819634"/>
            <a:ext cx="7959452" cy="4100323"/>
          </a:xfrm>
          <a:prstGeom prst="rect">
            <a:avLst/>
          </a:prstGeom>
        </p:spPr>
      </p:pic>
    </p:spTree>
    <p:extLst>
      <p:ext uri="{BB962C8B-B14F-4D97-AF65-F5344CB8AC3E}">
        <p14:creationId xmlns:p14="http://schemas.microsoft.com/office/powerpoint/2010/main" val="187714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grpSp>
        <p:nvGrpSpPr>
          <p:cNvPr id="958" name="Google Shape;958;p44"/>
          <p:cNvGrpSpPr/>
          <p:nvPr/>
        </p:nvGrpSpPr>
        <p:grpSpPr>
          <a:xfrm>
            <a:off x="8368707" y="4100285"/>
            <a:ext cx="956722" cy="740164"/>
            <a:chOff x="4419737" y="991300"/>
            <a:chExt cx="3687577" cy="3532764"/>
          </a:xfrm>
        </p:grpSpPr>
        <p:sp>
          <p:nvSpPr>
            <p:cNvPr id="959" name="Google Shape;959;p44"/>
            <p:cNvSpPr/>
            <p:nvPr/>
          </p:nvSpPr>
          <p:spPr>
            <a:xfrm>
              <a:off x="5505552" y="4180168"/>
              <a:ext cx="1347595" cy="171425"/>
            </a:xfrm>
            <a:custGeom>
              <a:avLst/>
              <a:gdLst/>
              <a:ahLst/>
              <a:cxnLst/>
              <a:rect l="l" t="t" r="r" b="b"/>
              <a:pathLst>
                <a:path w="39911" h="5077" extrusionOk="0">
                  <a:moveTo>
                    <a:pt x="1" y="0"/>
                  </a:moveTo>
                  <a:lnTo>
                    <a:pt x="1" y="5076"/>
                  </a:lnTo>
                  <a:lnTo>
                    <a:pt x="39910" y="5076"/>
                  </a:lnTo>
                  <a:lnTo>
                    <a:pt x="39910"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4"/>
            <p:cNvSpPr/>
            <p:nvPr/>
          </p:nvSpPr>
          <p:spPr>
            <a:xfrm>
              <a:off x="5645136" y="4180168"/>
              <a:ext cx="256614" cy="171425"/>
            </a:xfrm>
            <a:custGeom>
              <a:avLst/>
              <a:gdLst/>
              <a:ahLst/>
              <a:cxnLst/>
              <a:rect l="l" t="t" r="r" b="b"/>
              <a:pathLst>
                <a:path w="7600" h="5077" extrusionOk="0">
                  <a:moveTo>
                    <a:pt x="1" y="0"/>
                  </a:moveTo>
                  <a:lnTo>
                    <a:pt x="1" y="5076"/>
                  </a:lnTo>
                  <a:lnTo>
                    <a:pt x="7600" y="5076"/>
                  </a:lnTo>
                  <a:lnTo>
                    <a:pt x="7600"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4"/>
            <p:cNvSpPr/>
            <p:nvPr/>
          </p:nvSpPr>
          <p:spPr>
            <a:xfrm>
              <a:off x="6505198" y="4180168"/>
              <a:ext cx="187835" cy="171425"/>
            </a:xfrm>
            <a:custGeom>
              <a:avLst/>
              <a:gdLst/>
              <a:ahLst/>
              <a:cxnLst/>
              <a:rect l="l" t="t" r="r" b="b"/>
              <a:pathLst>
                <a:path w="5563" h="5077" extrusionOk="0">
                  <a:moveTo>
                    <a:pt x="0" y="0"/>
                  </a:moveTo>
                  <a:lnTo>
                    <a:pt x="0" y="5076"/>
                  </a:lnTo>
                  <a:lnTo>
                    <a:pt x="5563" y="5076"/>
                  </a:lnTo>
                  <a:lnTo>
                    <a:pt x="5563"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4"/>
            <p:cNvSpPr/>
            <p:nvPr/>
          </p:nvSpPr>
          <p:spPr>
            <a:xfrm>
              <a:off x="5505552" y="3838399"/>
              <a:ext cx="1347595" cy="171425"/>
            </a:xfrm>
            <a:custGeom>
              <a:avLst/>
              <a:gdLst/>
              <a:ahLst/>
              <a:cxnLst/>
              <a:rect l="l" t="t" r="r" b="b"/>
              <a:pathLst>
                <a:path w="39911" h="5077" extrusionOk="0">
                  <a:moveTo>
                    <a:pt x="1" y="0"/>
                  </a:moveTo>
                  <a:lnTo>
                    <a:pt x="1" y="5076"/>
                  </a:lnTo>
                  <a:lnTo>
                    <a:pt x="39910" y="5076"/>
                  </a:lnTo>
                  <a:lnTo>
                    <a:pt x="399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4"/>
            <p:cNvSpPr/>
            <p:nvPr/>
          </p:nvSpPr>
          <p:spPr>
            <a:xfrm>
              <a:off x="5645136" y="3838399"/>
              <a:ext cx="256614" cy="171425"/>
            </a:xfrm>
            <a:custGeom>
              <a:avLst/>
              <a:gdLst/>
              <a:ahLst/>
              <a:cxnLst/>
              <a:rect l="l" t="t" r="r" b="b"/>
              <a:pathLst>
                <a:path w="7600" h="5077" extrusionOk="0">
                  <a:moveTo>
                    <a:pt x="1" y="0"/>
                  </a:moveTo>
                  <a:lnTo>
                    <a:pt x="1" y="5076"/>
                  </a:lnTo>
                  <a:lnTo>
                    <a:pt x="7600" y="5076"/>
                  </a:lnTo>
                  <a:lnTo>
                    <a:pt x="7600"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4"/>
            <p:cNvSpPr/>
            <p:nvPr/>
          </p:nvSpPr>
          <p:spPr>
            <a:xfrm>
              <a:off x="6505198" y="3838399"/>
              <a:ext cx="187835" cy="171425"/>
            </a:xfrm>
            <a:custGeom>
              <a:avLst/>
              <a:gdLst/>
              <a:ahLst/>
              <a:cxnLst/>
              <a:rect l="l" t="t" r="r" b="b"/>
              <a:pathLst>
                <a:path w="5563" h="5077" extrusionOk="0">
                  <a:moveTo>
                    <a:pt x="0" y="0"/>
                  </a:moveTo>
                  <a:lnTo>
                    <a:pt x="0" y="5076"/>
                  </a:lnTo>
                  <a:lnTo>
                    <a:pt x="5563" y="5076"/>
                  </a:lnTo>
                  <a:lnTo>
                    <a:pt x="5563"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4"/>
            <p:cNvSpPr/>
            <p:nvPr/>
          </p:nvSpPr>
          <p:spPr>
            <a:xfrm>
              <a:off x="5505552" y="3325238"/>
              <a:ext cx="1347595" cy="171425"/>
            </a:xfrm>
            <a:custGeom>
              <a:avLst/>
              <a:gdLst/>
              <a:ahLst/>
              <a:cxnLst/>
              <a:rect l="l" t="t" r="r" b="b"/>
              <a:pathLst>
                <a:path w="39911" h="5077" extrusionOk="0">
                  <a:moveTo>
                    <a:pt x="1" y="1"/>
                  </a:moveTo>
                  <a:lnTo>
                    <a:pt x="1" y="5077"/>
                  </a:lnTo>
                  <a:lnTo>
                    <a:pt x="39910" y="5077"/>
                  </a:lnTo>
                  <a:lnTo>
                    <a:pt x="39910"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4"/>
            <p:cNvSpPr/>
            <p:nvPr/>
          </p:nvSpPr>
          <p:spPr>
            <a:xfrm>
              <a:off x="5645136" y="3325238"/>
              <a:ext cx="256614" cy="171425"/>
            </a:xfrm>
            <a:custGeom>
              <a:avLst/>
              <a:gdLst/>
              <a:ahLst/>
              <a:cxnLst/>
              <a:rect l="l" t="t" r="r" b="b"/>
              <a:pathLst>
                <a:path w="7600" h="5077" extrusionOk="0">
                  <a:moveTo>
                    <a:pt x="1" y="1"/>
                  </a:moveTo>
                  <a:lnTo>
                    <a:pt x="1" y="5077"/>
                  </a:lnTo>
                  <a:lnTo>
                    <a:pt x="7600" y="5077"/>
                  </a:lnTo>
                  <a:lnTo>
                    <a:pt x="7600" y="1"/>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4"/>
            <p:cNvSpPr/>
            <p:nvPr/>
          </p:nvSpPr>
          <p:spPr>
            <a:xfrm>
              <a:off x="6505198" y="3325238"/>
              <a:ext cx="187835" cy="171425"/>
            </a:xfrm>
            <a:custGeom>
              <a:avLst/>
              <a:gdLst/>
              <a:ahLst/>
              <a:cxnLst/>
              <a:rect l="l" t="t" r="r" b="b"/>
              <a:pathLst>
                <a:path w="5563" h="5077" extrusionOk="0">
                  <a:moveTo>
                    <a:pt x="0" y="1"/>
                  </a:moveTo>
                  <a:lnTo>
                    <a:pt x="0" y="5077"/>
                  </a:lnTo>
                  <a:lnTo>
                    <a:pt x="5563" y="5077"/>
                  </a:lnTo>
                  <a:lnTo>
                    <a:pt x="5563" y="1"/>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4"/>
            <p:cNvSpPr/>
            <p:nvPr/>
          </p:nvSpPr>
          <p:spPr>
            <a:xfrm>
              <a:off x="5665665" y="4351559"/>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4"/>
            <p:cNvSpPr/>
            <p:nvPr/>
          </p:nvSpPr>
          <p:spPr>
            <a:xfrm>
              <a:off x="5805250" y="4351559"/>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4"/>
            <p:cNvSpPr/>
            <p:nvPr/>
          </p:nvSpPr>
          <p:spPr>
            <a:xfrm>
              <a:off x="6665312" y="4351559"/>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4"/>
            <p:cNvSpPr/>
            <p:nvPr/>
          </p:nvSpPr>
          <p:spPr>
            <a:xfrm>
              <a:off x="5665665" y="3667008"/>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4"/>
            <p:cNvSpPr/>
            <p:nvPr/>
          </p:nvSpPr>
          <p:spPr>
            <a:xfrm>
              <a:off x="5805250" y="3667008"/>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4"/>
            <p:cNvSpPr/>
            <p:nvPr/>
          </p:nvSpPr>
          <p:spPr>
            <a:xfrm>
              <a:off x="6665312" y="3667008"/>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4"/>
            <p:cNvSpPr/>
            <p:nvPr/>
          </p:nvSpPr>
          <p:spPr>
            <a:xfrm>
              <a:off x="5665665" y="3495616"/>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4"/>
            <p:cNvSpPr/>
            <p:nvPr/>
          </p:nvSpPr>
          <p:spPr>
            <a:xfrm>
              <a:off x="5805250" y="3495616"/>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4"/>
            <p:cNvSpPr/>
            <p:nvPr/>
          </p:nvSpPr>
          <p:spPr>
            <a:xfrm>
              <a:off x="6665312" y="3495616"/>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4"/>
            <p:cNvSpPr/>
            <p:nvPr/>
          </p:nvSpPr>
          <p:spPr>
            <a:xfrm>
              <a:off x="5665665" y="4009790"/>
              <a:ext cx="1348608" cy="170412"/>
            </a:xfrm>
            <a:custGeom>
              <a:avLst/>
              <a:gdLst/>
              <a:ahLst/>
              <a:cxnLst/>
              <a:rect l="l" t="t" r="r" b="b"/>
              <a:pathLst>
                <a:path w="39941" h="5047" extrusionOk="0">
                  <a:moveTo>
                    <a:pt x="1" y="0"/>
                  </a:moveTo>
                  <a:lnTo>
                    <a:pt x="1" y="5046"/>
                  </a:lnTo>
                  <a:lnTo>
                    <a:pt x="39941" y="504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4"/>
            <p:cNvSpPr/>
            <p:nvPr/>
          </p:nvSpPr>
          <p:spPr>
            <a:xfrm>
              <a:off x="5805250" y="4009790"/>
              <a:ext cx="256614" cy="170412"/>
            </a:xfrm>
            <a:custGeom>
              <a:avLst/>
              <a:gdLst/>
              <a:ahLst/>
              <a:cxnLst/>
              <a:rect l="l" t="t" r="r" b="b"/>
              <a:pathLst>
                <a:path w="7600" h="5047" extrusionOk="0">
                  <a:moveTo>
                    <a:pt x="0" y="0"/>
                  </a:moveTo>
                  <a:lnTo>
                    <a:pt x="0" y="5046"/>
                  </a:lnTo>
                  <a:lnTo>
                    <a:pt x="7599" y="504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4"/>
            <p:cNvSpPr/>
            <p:nvPr/>
          </p:nvSpPr>
          <p:spPr>
            <a:xfrm>
              <a:off x="6665312" y="4009790"/>
              <a:ext cx="187835" cy="170412"/>
            </a:xfrm>
            <a:custGeom>
              <a:avLst/>
              <a:gdLst/>
              <a:ahLst/>
              <a:cxnLst/>
              <a:rect l="l" t="t" r="r" b="b"/>
              <a:pathLst>
                <a:path w="5563" h="5047" extrusionOk="0">
                  <a:moveTo>
                    <a:pt x="0" y="0"/>
                  </a:moveTo>
                  <a:lnTo>
                    <a:pt x="0" y="5046"/>
                  </a:lnTo>
                  <a:lnTo>
                    <a:pt x="5562" y="504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4"/>
            <p:cNvSpPr/>
            <p:nvPr/>
          </p:nvSpPr>
          <p:spPr>
            <a:xfrm>
              <a:off x="6838729" y="3376190"/>
              <a:ext cx="1268585" cy="1143047"/>
            </a:xfrm>
            <a:custGeom>
              <a:avLst/>
              <a:gdLst/>
              <a:ahLst/>
              <a:cxnLst/>
              <a:rect l="l" t="t" r="r" b="b"/>
              <a:pathLst>
                <a:path w="37571" h="33853" extrusionOk="0">
                  <a:moveTo>
                    <a:pt x="18795" y="0"/>
                  </a:moveTo>
                  <a:cubicBezTo>
                    <a:pt x="11332" y="0"/>
                    <a:pt x="4496" y="4956"/>
                    <a:pt x="2463" y="12504"/>
                  </a:cubicBezTo>
                  <a:cubicBezTo>
                    <a:pt x="1" y="21531"/>
                    <a:pt x="5351" y="30802"/>
                    <a:pt x="14348" y="33264"/>
                  </a:cubicBezTo>
                  <a:cubicBezTo>
                    <a:pt x="15827" y="33663"/>
                    <a:pt x="17314" y="33853"/>
                    <a:pt x="18776" y="33853"/>
                  </a:cubicBezTo>
                  <a:cubicBezTo>
                    <a:pt x="26239" y="33853"/>
                    <a:pt x="33075" y="28897"/>
                    <a:pt x="35108" y="21349"/>
                  </a:cubicBezTo>
                  <a:cubicBezTo>
                    <a:pt x="37570" y="12322"/>
                    <a:pt x="32220" y="3051"/>
                    <a:pt x="23223" y="589"/>
                  </a:cubicBezTo>
                  <a:cubicBezTo>
                    <a:pt x="21744" y="190"/>
                    <a:pt x="20257" y="0"/>
                    <a:pt x="1879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4"/>
            <p:cNvSpPr/>
            <p:nvPr/>
          </p:nvSpPr>
          <p:spPr>
            <a:xfrm>
              <a:off x="6758706" y="3354614"/>
              <a:ext cx="1267504" cy="1142405"/>
            </a:xfrm>
            <a:custGeom>
              <a:avLst/>
              <a:gdLst/>
              <a:ahLst/>
              <a:cxnLst/>
              <a:rect l="l" t="t" r="r" b="b"/>
              <a:pathLst>
                <a:path w="37539" h="33834" extrusionOk="0">
                  <a:moveTo>
                    <a:pt x="18766" y="1"/>
                  </a:moveTo>
                  <a:cubicBezTo>
                    <a:pt x="11309" y="1"/>
                    <a:pt x="4490" y="4956"/>
                    <a:pt x="2432" y="12505"/>
                  </a:cubicBezTo>
                  <a:cubicBezTo>
                    <a:pt x="0" y="21502"/>
                    <a:pt x="5319" y="30803"/>
                    <a:pt x="14347" y="33234"/>
                  </a:cubicBezTo>
                  <a:cubicBezTo>
                    <a:pt x="15835" y="33640"/>
                    <a:pt x="17329" y="33834"/>
                    <a:pt x="18799" y="33834"/>
                  </a:cubicBezTo>
                  <a:cubicBezTo>
                    <a:pt x="26246" y="33834"/>
                    <a:pt x="33051" y="28864"/>
                    <a:pt x="35107" y="21350"/>
                  </a:cubicBezTo>
                  <a:cubicBezTo>
                    <a:pt x="37539" y="12322"/>
                    <a:pt x="32220" y="3021"/>
                    <a:pt x="23192" y="590"/>
                  </a:cubicBezTo>
                  <a:cubicBezTo>
                    <a:pt x="21713" y="191"/>
                    <a:pt x="20227" y="1"/>
                    <a:pt x="1876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4"/>
            <p:cNvSpPr/>
            <p:nvPr/>
          </p:nvSpPr>
          <p:spPr>
            <a:xfrm>
              <a:off x="6883907" y="3467456"/>
              <a:ext cx="1017103" cy="916787"/>
            </a:xfrm>
            <a:custGeom>
              <a:avLst/>
              <a:gdLst/>
              <a:ahLst/>
              <a:cxnLst/>
              <a:rect l="l" t="t" r="r" b="b"/>
              <a:pathLst>
                <a:path w="30123" h="27152" extrusionOk="0">
                  <a:moveTo>
                    <a:pt x="15069" y="1"/>
                  </a:moveTo>
                  <a:cubicBezTo>
                    <a:pt x="9084" y="1"/>
                    <a:pt x="3604" y="3985"/>
                    <a:pt x="1976" y="10014"/>
                  </a:cubicBezTo>
                  <a:cubicBezTo>
                    <a:pt x="0" y="17248"/>
                    <a:pt x="4286" y="24725"/>
                    <a:pt x="11520" y="26670"/>
                  </a:cubicBezTo>
                  <a:cubicBezTo>
                    <a:pt x="12714" y="26996"/>
                    <a:pt x="13913" y="27152"/>
                    <a:pt x="15092" y="27152"/>
                  </a:cubicBezTo>
                  <a:cubicBezTo>
                    <a:pt x="21062" y="27152"/>
                    <a:pt x="26522" y="23167"/>
                    <a:pt x="28147" y="17126"/>
                  </a:cubicBezTo>
                  <a:cubicBezTo>
                    <a:pt x="30122" y="9892"/>
                    <a:pt x="25837" y="2445"/>
                    <a:pt x="18603" y="469"/>
                  </a:cubicBezTo>
                  <a:cubicBezTo>
                    <a:pt x="17422" y="152"/>
                    <a:pt x="16236" y="1"/>
                    <a:pt x="15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4"/>
            <p:cNvSpPr/>
            <p:nvPr/>
          </p:nvSpPr>
          <p:spPr>
            <a:xfrm>
              <a:off x="6912641" y="3467456"/>
              <a:ext cx="851857" cy="726083"/>
            </a:xfrm>
            <a:custGeom>
              <a:avLst/>
              <a:gdLst/>
              <a:ahLst/>
              <a:cxnLst/>
              <a:rect l="l" t="t" r="r" b="b"/>
              <a:pathLst>
                <a:path w="25229" h="21504" extrusionOk="0">
                  <a:moveTo>
                    <a:pt x="14220" y="1"/>
                  </a:moveTo>
                  <a:cubicBezTo>
                    <a:pt x="8234" y="1"/>
                    <a:pt x="2753" y="3990"/>
                    <a:pt x="1125" y="10044"/>
                  </a:cubicBezTo>
                  <a:cubicBezTo>
                    <a:pt x="0" y="14117"/>
                    <a:pt x="882" y="18281"/>
                    <a:pt x="3192" y="21503"/>
                  </a:cubicBezTo>
                  <a:cubicBezTo>
                    <a:pt x="2250" y="19801"/>
                    <a:pt x="1642" y="17917"/>
                    <a:pt x="1490" y="15971"/>
                  </a:cubicBezTo>
                  <a:cubicBezTo>
                    <a:pt x="1338" y="14360"/>
                    <a:pt x="1429" y="12689"/>
                    <a:pt x="1885" y="11017"/>
                  </a:cubicBezTo>
                  <a:cubicBezTo>
                    <a:pt x="3537" y="4968"/>
                    <a:pt x="9014" y="1002"/>
                    <a:pt x="14994" y="1002"/>
                  </a:cubicBezTo>
                  <a:cubicBezTo>
                    <a:pt x="16166" y="1002"/>
                    <a:pt x="17357" y="1154"/>
                    <a:pt x="18542" y="1473"/>
                  </a:cubicBezTo>
                  <a:cubicBezTo>
                    <a:pt x="21247" y="2202"/>
                    <a:pt x="23527" y="3722"/>
                    <a:pt x="25229" y="5698"/>
                  </a:cubicBezTo>
                  <a:cubicBezTo>
                    <a:pt x="23496" y="3235"/>
                    <a:pt x="20913" y="1321"/>
                    <a:pt x="17752" y="469"/>
                  </a:cubicBezTo>
                  <a:cubicBezTo>
                    <a:pt x="16572" y="152"/>
                    <a:pt x="15386" y="1"/>
                    <a:pt x="14220" y="1"/>
                  </a:cubicBezTo>
                  <a:close/>
                </a:path>
              </a:pathLst>
            </a:custGeom>
            <a:solidFill>
              <a:srgbClr val="D19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4"/>
            <p:cNvSpPr/>
            <p:nvPr/>
          </p:nvSpPr>
          <p:spPr>
            <a:xfrm>
              <a:off x="7200015" y="3612612"/>
              <a:ext cx="381815" cy="626071"/>
            </a:xfrm>
            <a:custGeom>
              <a:avLst/>
              <a:gdLst/>
              <a:ahLst/>
              <a:cxnLst/>
              <a:rect l="l" t="t" r="r" b="b"/>
              <a:pathLst>
                <a:path w="11308" h="18542" extrusionOk="0">
                  <a:moveTo>
                    <a:pt x="7356" y="0"/>
                  </a:moveTo>
                  <a:lnTo>
                    <a:pt x="6961" y="1490"/>
                  </a:lnTo>
                  <a:cubicBezTo>
                    <a:pt x="6432" y="1374"/>
                    <a:pt x="5971" y="1312"/>
                    <a:pt x="5565" y="1312"/>
                  </a:cubicBezTo>
                  <a:cubicBezTo>
                    <a:pt x="4057" y="1312"/>
                    <a:pt x="3317" y="2159"/>
                    <a:pt x="2766" y="4195"/>
                  </a:cubicBezTo>
                  <a:cubicBezTo>
                    <a:pt x="2158" y="6414"/>
                    <a:pt x="2128" y="7295"/>
                    <a:pt x="2797" y="8116"/>
                  </a:cubicBezTo>
                  <a:cubicBezTo>
                    <a:pt x="3557" y="9028"/>
                    <a:pt x="5411" y="10092"/>
                    <a:pt x="5988" y="11034"/>
                  </a:cubicBezTo>
                  <a:cubicBezTo>
                    <a:pt x="6292" y="11490"/>
                    <a:pt x="6231" y="11733"/>
                    <a:pt x="6049" y="12432"/>
                  </a:cubicBezTo>
                  <a:cubicBezTo>
                    <a:pt x="5736" y="13564"/>
                    <a:pt x="5537" y="14009"/>
                    <a:pt x="4939" y="14009"/>
                  </a:cubicBezTo>
                  <a:cubicBezTo>
                    <a:pt x="4782" y="14009"/>
                    <a:pt x="4598" y="13978"/>
                    <a:pt x="4377" y="13922"/>
                  </a:cubicBezTo>
                  <a:cubicBezTo>
                    <a:pt x="3283" y="13618"/>
                    <a:pt x="3374" y="12979"/>
                    <a:pt x="3678" y="11855"/>
                  </a:cubicBezTo>
                  <a:cubicBezTo>
                    <a:pt x="3769" y="11551"/>
                    <a:pt x="3860" y="11307"/>
                    <a:pt x="3921" y="11125"/>
                  </a:cubicBezTo>
                  <a:lnTo>
                    <a:pt x="1246" y="10396"/>
                  </a:lnTo>
                  <a:cubicBezTo>
                    <a:pt x="1064" y="10821"/>
                    <a:pt x="851" y="11368"/>
                    <a:pt x="699" y="12007"/>
                  </a:cubicBezTo>
                  <a:cubicBezTo>
                    <a:pt x="0" y="14560"/>
                    <a:pt x="851" y="15593"/>
                    <a:pt x="2949" y="16262"/>
                  </a:cubicBezTo>
                  <a:lnTo>
                    <a:pt x="2432" y="18116"/>
                  </a:lnTo>
                  <a:lnTo>
                    <a:pt x="3952" y="18542"/>
                  </a:lnTo>
                  <a:lnTo>
                    <a:pt x="4468" y="16627"/>
                  </a:lnTo>
                  <a:cubicBezTo>
                    <a:pt x="4916" y="16717"/>
                    <a:pt x="5317" y="16764"/>
                    <a:pt x="5679" y="16764"/>
                  </a:cubicBezTo>
                  <a:cubicBezTo>
                    <a:pt x="7504" y="16764"/>
                    <a:pt x="8333" y="15562"/>
                    <a:pt x="9119" y="12645"/>
                  </a:cubicBezTo>
                  <a:cubicBezTo>
                    <a:pt x="9788" y="10152"/>
                    <a:pt x="9119" y="9727"/>
                    <a:pt x="8177" y="8876"/>
                  </a:cubicBezTo>
                  <a:cubicBezTo>
                    <a:pt x="7508" y="8329"/>
                    <a:pt x="6718" y="7812"/>
                    <a:pt x="5927" y="7174"/>
                  </a:cubicBezTo>
                  <a:cubicBezTo>
                    <a:pt x="5198" y="6596"/>
                    <a:pt x="5167" y="6444"/>
                    <a:pt x="5502" y="5198"/>
                  </a:cubicBezTo>
                  <a:cubicBezTo>
                    <a:pt x="5763" y="4247"/>
                    <a:pt x="6025" y="3910"/>
                    <a:pt x="6534" y="3910"/>
                  </a:cubicBezTo>
                  <a:cubicBezTo>
                    <a:pt x="6675" y="3910"/>
                    <a:pt x="6836" y="3936"/>
                    <a:pt x="7022" y="3982"/>
                  </a:cubicBezTo>
                  <a:cubicBezTo>
                    <a:pt x="8055" y="4256"/>
                    <a:pt x="8055" y="4803"/>
                    <a:pt x="7782" y="5836"/>
                  </a:cubicBezTo>
                  <a:cubicBezTo>
                    <a:pt x="7690" y="6201"/>
                    <a:pt x="7599" y="6444"/>
                    <a:pt x="7538" y="6627"/>
                  </a:cubicBezTo>
                  <a:lnTo>
                    <a:pt x="10183" y="7356"/>
                  </a:lnTo>
                  <a:cubicBezTo>
                    <a:pt x="10335" y="7022"/>
                    <a:pt x="10487" y="6566"/>
                    <a:pt x="10669" y="5927"/>
                  </a:cubicBezTo>
                  <a:cubicBezTo>
                    <a:pt x="11307" y="3617"/>
                    <a:pt x="10730" y="2614"/>
                    <a:pt x="8481" y="1885"/>
                  </a:cubicBezTo>
                  <a:lnTo>
                    <a:pt x="8876" y="395"/>
                  </a:lnTo>
                  <a:lnTo>
                    <a:pt x="7356"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4"/>
            <p:cNvSpPr/>
            <p:nvPr/>
          </p:nvSpPr>
          <p:spPr>
            <a:xfrm>
              <a:off x="5159697" y="4303309"/>
              <a:ext cx="640455" cy="220756"/>
            </a:xfrm>
            <a:custGeom>
              <a:avLst/>
              <a:gdLst/>
              <a:ahLst/>
              <a:cxnLst/>
              <a:rect l="l" t="t" r="r" b="b"/>
              <a:pathLst>
                <a:path w="18968" h="6538" extrusionOk="0">
                  <a:moveTo>
                    <a:pt x="17113" y="1"/>
                  </a:moveTo>
                  <a:lnTo>
                    <a:pt x="4621" y="2463"/>
                  </a:lnTo>
                  <a:lnTo>
                    <a:pt x="700" y="4590"/>
                  </a:lnTo>
                  <a:cubicBezTo>
                    <a:pt x="274" y="4803"/>
                    <a:pt x="1" y="5320"/>
                    <a:pt x="122" y="5837"/>
                  </a:cubicBezTo>
                  <a:cubicBezTo>
                    <a:pt x="244" y="6232"/>
                    <a:pt x="578" y="6536"/>
                    <a:pt x="1429" y="6536"/>
                  </a:cubicBezTo>
                  <a:cubicBezTo>
                    <a:pt x="1473" y="6537"/>
                    <a:pt x="1522" y="6538"/>
                    <a:pt x="1576" y="6538"/>
                  </a:cubicBezTo>
                  <a:cubicBezTo>
                    <a:pt x="3876" y="6538"/>
                    <a:pt x="14530" y="5289"/>
                    <a:pt x="14530" y="5289"/>
                  </a:cubicBezTo>
                  <a:lnTo>
                    <a:pt x="14712" y="6505"/>
                  </a:lnTo>
                  <a:lnTo>
                    <a:pt x="18967" y="6414"/>
                  </a:lnTo>
                  <a:cubicBezTo>
                    <a:pt x="18967" y="6414"/>
                    <a:pt x="18299" y="760"/>
                    <a:pt x="171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4"/>
            <p:cNvSpPr/>
            <p:nvPr/>
          </p:nvSpPr>
          <p:spPr>
            <a:xfrm>
              <a:off x="5315691" y="4253033"/>
              <a:ext cx="421860" cy="171560"/>
            </a:xfrm>
            <a:custGeom>
              <a:avLst/>
              <a:gdLst/>
              <a:ahLst/>
              <a:cxnLst/>
              <a:rect l="l" t="t" r="r" b="b"/>
              <a:pathLst>
                <a:path w="12494" h="5081" extrusionOk="0">
                  <a:moveTo>
                    <a:pt x="11946" y="0"/>
                  </a:moveTo>
                  <a:lnTo>
                    <a:pt x="7356" y="517"/>
                  </a:lnTo>
                  <a:lnTo>
                    <a:pt x="1" y="3952"/>
                  </a:lnTo>
                  <a:cubicBezTo>
                    <a:pt x="1" y="3952"/>
                    <a:pt x="1563" y="5080"/>
                    <a:pt x="3613" y="5080"/>
                  </a:cubicBezTo>
                  <a:cubicBezTo>
                    <a:pt x="4275" y="5080"/>
                    <a:pt x="4988" y="4962"/>
                    <a:pt x="5715" y="4651"/>
                  </a:cubicBezTo>
                  <a:cubicBezTo>
                    <a:pt x="8724" y="3404"/>
                    <a:pt x="12493" y="1490"/>
                    <a:pt x="12493" y="1490"/>
                  </a:cubicBezTo>
                  <a:lnTo>
                    <a:pt x="119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4"/>
            <p:cNvSpPr/>
            <p:nvPr/>
          </p:nvSpPr>
          <p:spPr>
            <a:xfrm>
              <a:off x="5336220" y="3696754"/>
              <a:ext cx="401331" cy="642514"/>
            </a:xfrm>
            <a:custGeom>
              <a:avLst/>
              <a:gdLst/>
              <a:ahLst/>
              <a:cxnLst/>
              <a:rect l="l" t="t" r="r" b="b"/>
              <a:pathLst>
                <a:path w="11886" h="19029" extrusionOk="0">
                  <a:moveTo>
                    <a:pt x="6931" y="1"/>
                  </a:moveTo>
                  <a:lnTo>
                    <a:pt x="1" y="305"/>
                  </a:lnTo>
                  <a:lnTo>
                    <a:pt x="6566" y="19028"/>
                  </a:lnTo>
                  <a:lnTo>
                    <a:pt x="11885" y="17965"/>
                  </a:lnTo>
                  <a:lnTo>
                    <a:pt x="69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4"/>
            <p:cNvSpPr/>
            <p:nvPr/>
          </p:nvSpPr>
          <p:spPr>
            <a:xfrm>
              <a:off x="5071435" y="3050189"/>
              <a:ext cx="718452" cy="1123834"/>
            </a:xfrm>
            <a:custGeom>
              <a:avLst/>
              <a:gdLst/>
              <a:ahLst/>
              <a:cxnLst/>
              <a:rect l="l" t="t" r="r" b="b"/>
              <a:pathLst>
                <a:path w="21278" h="33284" extrusionOk="0">
                  <a:moveTo>
                    <a:pt x="11551" y="1"/>
                  </a:moveTo>
                  <a:lnTo>
                    <a:pt x="1" y="4621"/>
                  </a:lnTo>
                  <a:lnTo>
                    <a:pt x="9454" y="33284"/>
                  </a:lnTo>
                  <a:lnTo>
                    <a:pt x="21278" y="30822"/>
                  </a:lnTo>
                  <a:lnTo>
                    <a:pt x="11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4"/>
            <p:cNvSpPr/>
            <p:nvPr/>
          </p:nvSpPr>
          <p:spPr>
            <a:xfrm>
              <a:off x="5029364" y="2688937"/>
              <a:ext cx="1867914" cy="650719"/>
            </a:xfrm>
            <a:custGeom>
              <a:avLst/>
              <a:gdLst/>
              <a:ahLst/>
              <a:cxnLst/>
              <a:rect l="l" t="t" r="r" b="b"/>
              <a:pathLst>
                <a:path w="55321" h="19272" extrusionOk="0">
                  <a:moveTo>
                    <a:pt x="36202" y="0"/>
                  </a:moveTo>
                  <a:lnTo>
                    <a:pt x="37205" y="3344"/>
                  </a:lnTo>
                  <a:lnTo>
                    <a:pt x="5593" y="7599"/>
                  </a:lnTo>
                  <a:cubicBezTo>
                    <a:pt x="2067" y="8268"/>
                    <a:pt x="0" y="11946"/>
                    <a:pt x="1247" y="15320"/>
                  </a:cubicBezTo>
                  <a:cubicBezTo>
                    <a:pt x="2098" y="17569"/>
                    <a:pt x="4225" y="19058"/>
                    <a:pt x="6657" y="19089"/>
                  </a:cubicBezTo>
                  <a:lnTo>
                    <a:pt x="42129" y="19271"/>
                  </a:lnTo>
                  <a:cubicBezTo>
                    <a:pt x="55320" y="15077"/>
                    <a:pt x="44773" y="31"/>
                    <a:pt x="44773" y="31"/>
                  </a:cubicBezTo>
                  <a:lnTo>
                    <a:pt x="362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4"/>
            <p:cNvSpPr/>
            <p:nvPr/>
          </p:nvSpPr>
          <p:spPr>
            <a:xfrm>
              <a:off x="5164829" y="2688937"/>
              <a:ext cx="1791976" cy="650753"/>
            </a:xfrm>
            <a:custGeom>
              <a:avLst/>
              <a:gdLst/>
              <a:ahLst/>
              <a:cxnLst/>
              <a:rect l="l" t="t" r="r" b="b"/>
              <a:pathLst>
                <a:path w="53072" h="19273" extrusionOk="0">
                  <a:moveTo>
                    <a:pt x="31217" y="0"/>
                  </a:moveTo>
                  <a:lnTo>
                    <a:pt x="29667" y="3800"/>
                  </a:lnTo>
                  <a:lnTo>
                    <a:pt x="5624" y="7052"/>
                  </a:lnTo>
                  <a:cubicBezTo>
                    <a:pt x="2098" y="7721"/>
                    <a:pt x="1" y="11976"/>
                    <a:pt x="1247" y="15350"/>
                  </a:cubicBezTo>
                  <a:cubicBezTo>
                    <a:pt x="2098" y="17599"/>
                    <a:pt x="4256" y="19089"/>
                    <a:pt x="6657" y="19089"/>
                  </a:cubicBezTo>
                  <a:lnTo>
                    <a:pt x="40214" y="19271"/>
                  </a:lnTo>
                  <a:cubicBezTo>
                    <a:pt x="40262" y="19272"/>
                    <a:pt x="40310" y="19272"/>
                    <a:pt x="40357" y="19272"/>
                  </a:cubicBezTo>
                  <a:cubicBezTo>
                    <a:pt x="42313" y="19272"/>
                    <a:pt x="44203" y="18665"/>
                    <a:pt x="45746" y="17508"/>
                  </a:cubicBezTo>
                  <a:cubicBezTo>
                    <a:pt x="53071" y="11915"/>
                    <a:pt x="44773" y="61"/>
                    <a:pt x="44773" y="61"/>
                  </a:cubicBezTo>
                  <a:lnTo>
                    <a:pt x="312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4"/>
            <p:cNvSpPr/>
            <p:nvPr/>
          </p:nvSpPr>
          <p:spPr>
            <a:xfrm>
              <a:off x="4419737" y="4299190"/>
              <a:ext cx="617866" cy="221735"/>
            </a:xfrm>
            <a:custGeom>
              <a:avLst/>
              <a:gdLst/>
              <a:ahLst/>
              <a:cxnLst/>
              <a:rect l="l" t="t" r="r" b="b"/>
              <a:pathLst>
                <a:path w="18299" h="6567" extrusionOk="0">
                  <a:moveTo>
                    <a:pt x="17083" y="1"/>
                  </a:moveTo>
                  <a:lnTo>
                    <a:pt x="4620" y="2463"/>
                  </a:lnTo>
                  <a:lnTo>
                    <a:pt x="669" y="4591"/>
                  </a:lnTo>
                  <a:cubicBezTo>
                    <a:pt x="243" y="4803"/>
                    <a:pt x="0" y="5351"/>
                    <a:pt x="122" y="5837"/>
                  </a:cubicBezTo>
                  <a:cubicBezTo>
                    <a:pt x="213" y="6232"/>
                    <a:pt x="547" y="6536"/>
                    <a:pt x="1429" y="6566"/>
                  </a:cubicBezTo>
                  <a:cubicBezTo>
                    <a:pt x="1451" y="6567"/>
                    <a:pt x="1474" y="6567"/>
                    <a:pt x="1498" y="6567"/>
                  </a:cubicBezTo>
                  <a:cubicBezTo>
                    <a:pt x="3588" y="6567"/>
                    <a:pt x="14012" y="5290"/>
                    <a:pt x="14013" y="5290"/>
                  </a:cubicBezTo>
                  <a:lnTo>
                    <a:pt x="14013" y="5290"/>
                  </a:lnTo>
                  <a:lnTo>
                    <a:pt x="13982" y="6384"/>
                  </a:lnTo>
                  <a:lnTo>
                    <a:pt x="17995" y="6445"/>
                  </a:lnTo>
                  <a:cubicBezTo>
                    <a:pt x="17995" y="6445"/>
                    <a:pt x="18298" y="761"/>
                    <a:pt x="170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4"/>
            <p:cNvSpPr/>
            <p:nvPr/>
          </p:nvSpPr>
          <p:spPr>
            <a:xfrm>
              <a:off x="4574718" y="4249926"/>
              <a:ext cx="421826" cy="170547"/>
            </a:xfrm>
            <a:custGeom>
              <a:avLst/>
              <a:gdLst/>
              <a:ahLst/>
              <a:cxnLst/>
              <a:rect l="l" t="t" r="r" b="b"/>
              <a:pathLst>
                <a:path w="12493" h="5051" extrusionOk="0">
                  <a:moveTo>
                    <a:pt x="11976" y="1"/>
                  </a:moveTo>
                  <a:lnTo>
                    <a:pt x="7356" y="487"/>
                  </a:lnTo>
                  <a:lnTo>
                    <a:pt x="0" y="3922"/>
                  </a:lnTo>
                  <a:cubicBezTo>
                    <a:pt x="0" y="3922"/>
                    <a:pt x="1563" y="5051"/>
                    <a:pt x="3625" y="5051"/>
                  </a:cubicBezTo>
                  <a:cubicBezTo>
                    <a:pt x="4292" y="5051"/>
                    <a:pt x="5010" y="4933"/>
                    <a:pt x="5745" y="4621"/>
                  </a:cubicBezTo>
                  <a:cubicBezTo>
                    <a:pt x="8754" y="3375"/>
                    <a:pt x="12493" y="1460"/>
                    <a:pt x="12493" y="1460"/>
                  </a:cubicBezTo>
                  <a:lnTo>
                    <a:pt x="119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4"/>
            <p:cNvSpPr/>
            <p:nvPr/>
          </p:nvSpPr>
          <p:spPr>
            <a:xfrm>
              <a:off x="4806650" y="3695742"/>
              <a:ext cx="483414" cy="628130"/>
            </a:xfrm>
            <a:custGeom>
              <a:avLst/>
              <a:gdLst/>
              <a:ahLst/>
              <a:cxnLst/>
              <a:rect l="l" t="t" r="r" b="b"/>
              <a:pathLst>
                <a:path w="14317" h="18603" extrusionOk="0">
                  <a:moveTo>
                    <a:pt x="14317" y="0"/>
                  </a:moveTo>
                  <a:lnTo>
                    <a:pt x="6414" y="274"/>
                  </a:lnTo>
                  <a:lnTo>
                    <a:pt x="0" y="18602"/>
                  </a:lnTo>
                  <a:lnTo>
                    <a:pt x="5624" y="17873"/>
                  </a:lnTo>
                  <a:lnTo>
                    <a:pt x="143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4"/>
            <p:cNvSpPr/>
            <p:nvPr/>
          </p:nvSpPr>
          <p:spPr>
            <a:xfrm>
              <a:off x="4787134" y="3052248"/>
              <a:ext cx="805700" cy="1225433"/>
            </a:xfrm>
            <a:custGeom>
              <a:avLst/>
              <a:gdLst/>
              <a:ahLst/>
              <a:cxnLst/>
              <a:rect l="l" t="t" r="r" b="b"/>
              <a:pathLst>
                <a:path w="23862" h="36293" extrusionOk="0">
                  <a:moveTo>
                    <a:pt x="12585" y="0"/>
                  </a:moveTo>
                  <a:lnTo>
                    <a:pt x="1" y="32220"/>
                  </a:lnTo>
                  <a:lnTo>
                    <a:pt x="11247" y="36293"/>
                  </a:lnTo>
                  <a:lnTo>
                    <a:pt x="23862" y="5441"/>
                  </a:lnTo>
                  <a:lnTo>
                    <a:pt x="12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4"/>
            <p:cNvSpPr/>
            <p:nvPr/>
          </p:nvSpPr>
          <p:spPr>
            <a:xfrm>
              <a:off x="6015673" y="1957182"/>
              <a:ext cx="272990" cy="848987"/>
            </a:xfrm>
            <a:custGeom>
              <a:avLst/>
              <a:gdLst/>
              <a:ahLst/>
              <a:cxnLst/>
              <a:rect l="l" t="t" r="r" b="b"/>
              <a:pathLst>
                <a:path w="8085" h="25144" extrusionOk="0">
                  <a:moveTo>
                    <a:pt x="729" y="0"/>
                  </a:moveTo>
                  <a:lnTo>
                    <a:pt x="30" y="21703"/>
                  </a:lnTo>
                  <a:cubicBezTo>
                    <a:pt x="1" y="23607"/>
                    <a:pt x="1524" y="25144"/>
                    <a:pt x="3403" y="25144"/>
                  </a:cubicBezTo>
                  <a:cubicBezTo>
                    <a:pt x="3474" y="25144"/>
                    <a:pt x="3545" y="25142"/>
                    <a:pt x="3617" y="25137"/>
                  </a:cubicBezTo>
                  <a:cubicBezTo>
                    <a:pt x="5380" y="25046"/>
                    <a:pt x="6747" y="23648"/>
                    <a:pt x="6839" y="21885"/>
                  </a:cubicBezTo>
                  <a:lnTo>
                    <a:pt x="8085" y="304"/>
                  </a:lnTo>
                  <a:lnTo>
                    <a:pt x="7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4"/>
            <p:cNvSpPr/>
            <p:nvPr/>
          </p:nvSpPr>
          <p:spPr>
            <a:xfrm>
              <a:off x="5956112" y="1827490"/>
              <a:ext cx="424291" cy="430099"/>
            </a:xfrm>
            <a:custGeom>
              <a:avLst/>
              <a:gdLst/>
              <a:ahLst/>
              <a:cxnLst/>
              <a:rect l="l" t="t" r="r" b="b"/>
              <a:pathLst>
                <a:path w="12566" h="12738" extrusionOk="0">
                  <a:moveTo>
                    <a:pt x="6338" y="1"/>
                  </a:moveTo>
                  <a:cubicBezTo>
                    <a:pt x="6234" y="1"/>
                    <a:pt x="6128" y="4"/>
                    <a:pt x="6019" y="11"/>
                  </a:cubicBezTo>
                  <a:cubicBezTo>
                    <a:pt x="1" y="376"/>
                    <a:pt x="1034" y="11957"/>
                    <a:pt x="1034" y="11957"/>
                  </a:cubicBezTo>
                  <a:lnTo>
                    <a:pt x="10730" y="12686"/>
                  </a:lnTo>
                  <a:cubicBezTo>
                    <a:pt x="10729" y="12721"/>
                    <a:pt x="10731" y="12737"/>
                    <a:pt x="10734" y="12737"/>
                  </a:cubicBezTo>
                  <a:cubicBezTo>
                    <a:pt x="10836" y="12737"/>
                    <a:pt x="12565" y="1"/>
                    <a:pt x="6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4"/>
            <p:cNvSpPr/>
            <p:nvPr/>
          </p:nvSpPr>
          <p:spPr>
            <a:xfrm>
              <a:off x="5580476" y="2605807"/>
              <a:ext cx="557325" cy="250435"/>
            </a:xfrm>
            <a:custGeom>
              <a:avLst/>
              <a:gdLst/>
              <a:ahLst/>
              <a:cxnLst/>
              <a:rect l="l" t="t" r="r" b="b"/>
              <a:pathLst>
                <a:path w="16506" h="7417" extrusionOk="0">
                  <a:moveTo>
                    <a:pt x="15594" y="0"/>
                  </a:moveTo>
                  <a:lnTo>
                    <a:pt x="1" y="4560"/>
                  </a:lnTo>
                  <a:lnTo>
                    <a:pt x="1034" y="7417"/>
                  </a:lnTo>
                  <a:lnTo>
                    <a:pt x="16506" y="5927"/>
                  </a:lnTo>
                  <a:lnTo>
                    <a:pt x="155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4"/>
            <p:cNvSpPr/>
            <p:nvPr/>
          </p:nvSpPr>
          <p:spPr>
            <a:xfrm>
              <a:off x="6067975" y="1760129"/>
              <a:ext cx="733849" cy="925769"/>
            </a:xfrm>
            <a:custGeom>
              <a:avLst/>
              <a:gdLst/>
              <a:ahLst/>
              <a:cxnLst/>
              <a:rect l="l" t="t" r="r" b="b"/>
              <a:pathLst>
                <a:path w="21734" h="27418" extrusionOk="0">
                  <a:moveTo>
                    <a:pt x="10214" y="0"/>
                  </a:moveTo>
                  <a:lnTo>
                    <a:pt x="6505" y="395"/>
                  </a:lnTo>
                  <a:lnTo>
                    <a:pt x="1855" y="2128"/>
                  </a:lnTo>
                  <a:lnTo>
                    <a:pt x="1095" y="6779"/>
                  </a:lnTo>
                  <a:cubicBezTo>
                    <a:pt x="244" y="8663"/>
                    <a:pt x="1" y="10791"/>
                    <a:pt x="153" y="12858"/>
                  </a:cubicBezTo>
                  <a:cubicBezTo>
                    <a:pt x="214" y="13830"/>
                    <a:pt x="426" y="14803"/>
                    <a:pt x="730" y="15715"/>
                  </a:cubicBezTo>
                  <a:lnTo>
                    <a:pt x="4317" y="27417"/>
                  </a:lnTo>
                  <a:lnTo>
                    <a:pt x="17904" y="27417"/>
                  </a:lnTo>
                  <a:cubicBezTo>
                    <a:pt x="17904" y="27417"/>
                    <a:pt x="21734" y="8937"/>
                    <a:pt x="20670" y="5289"/>
                  </a:cubicBezTo>
                  <a:cubicBezTo>
                    <a:pt x="19565" y="1421"/>
                    <a:pt x="18258" y="1245"/>
                    <a:pt x="18030" y="1245"/>
                  </a:cubicBezTo>
                  <a:cubicBezTo>
                    <a:pt x="18007" y="1245"/>
                    <a:pt x="17995" y="1247"/>
                    <a:pt x="17995" y="1247"/>
                  </a:cubicBezTo>
                  <a:lnTo>
                    <a:pt x="10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4"/>
            <p:cNvSpPr/>
            <p:nvPr/>
          </p:nvSpPr>
          <p:spPr>
            <a:xfrm>
              <a:off x="6161369" y="1760129"/>
              <a:ext cx="346935" cy="137896"/>
            </a:xfrm>
            <a:custGeom>
              <a:avLst/>
              <a:gdLst/>
              <a:ahLst/>
              <a:cxnLst/>
              <a:rect l="l" t="t" r="r" b="b"/>
              <a:pathLst>
                <a:path w="10275" h="4084" extrusionOk="0">
                  <a:moveTo>
                    <a:pt x="7448" y="0"/>
                  </a:moveTo>
                  <a:lnTo>
                    <a:pt x="3435" y="517"/>
                  </a:lnTo>
                  <a:lnTo>
                    <a:pt x="1673" y="1186"/>
                  </a:lnTo>
                  <a:cubicBezTo>
                    <a:pt x="1673" y="1186"/>
                    <a:pt x="1" y="3709"/>
                    <a:pt x="2767" y="4013"/>
                  </a:cubicBezTo>
                  <a:cubicBezTo>
                    <a:pt x="3162" y="4060"/>
                    <a:pt x="3548" y="4083"/>
                    <a:pt x="3923" y="4083"/>
                  </a:cubicBezTo>
                  <a:cubicBezTo>
                    <a:pt x="6689" y="4083"/>
                    <a:pt x="8883" y="2812"/>
                    <a:pt x="10275" y="456"/>
                  </a:cubicBezTo>
                  <a:lnTo>
                    <a:pt x="74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4"/>
            <p:cNvSpPr/>
            <p:nvPr/>
          </p:nvSpPr>
          <p:spPr>
            <a:xfrm>
              <a:off x="6557534" y="1924328"/>
              <a:ext cx="304864" cy="850743"/>
            </a:xfrm>
            <a:custGeom>
              <a:avLst/>
              <a:gdLst/>
              <a:ahLst/>
              <a:cxnLst/>
              <a:rect l="l" t="t" r="r" b="b"/>
              <a:pathLst>
                <a:path w="9029" h="25196" extrusionOk="0">
                  <a:moveTo>
                    <a:pt x="7356" y="1"/>
                  </a:moveTo>
                  <a:lnTo>
                    <a:pt x="1" y="517"/>
                  </a:lnTo>
                  <a:lnTo>
                    <a:pt x="2128" y="22129"/>
                  </a:lnTo>
                  <a:cubicBezTo>
                    <a:pt x="2291" y="23892"/>
                    <a:pt x="3762" y="25196"/>
                    <a:pt x="5481" y="25196"/>
                  </a:cubicBezTo>
                  <a:cubicBezTo>
                    <a:pt x="5688" y="25196"/>
                    <a:pt x="5898" y="25177"/>
                    <a:pt x="6110" y="25138"/>
                  </a:cubicBezTo>
                  <a:cubicBezTo>
                    <a:pt x="7812" y="24834"/>
                    <a:pt x="9028" y="23284"/>
                    <a:pt x="8906" y="21551"/>
                  </a:cubicBezTo>
                  <a:lnTo>
                    <a:pt x="73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4"/>
            <p:cNvSpPr/>
            <p:nvPr/>
          </p:nvSpPr>
          <p:spPr>
            <a:xfrm>
              <a:off x="6477477" y="1801728"/>
              <a:ext cx="404876" cy="417200"/>
            </a:xfrm>
            <a:custGeom>
              <a:avLst/>
              <a:gdLst/>
              <a:ahLst/>
              <a:cxnLst/>
              <a:rect l="l" t="t" r="r" b="b"/>
              <a:pathLst>
                <a:path w="11991" h="12356" extrusionOk="0">
                  <a:moveTo>
                    <a:pt x="5455" y="0"/>
                  </a:moveTo>
                  <a:cubicBezTo>
                    <a:pt x="5331" y="0"/>
                    <a:pt x="5205" y="5"/>
                    <a:pt x="5077" y="15"/>
                  </a:cubicBezTo>
                  <a:cubicBezTo>
                    <a:pt x="1" y="410"/>
                    <a:pt x="2220" y="12355"/>
                    <a:pt x="2220" y="12355"/>
                  </a:cubicBezTo>
                  <a:lnTo>
                    <a:pt x="11916" y="11990"/>
                  </a:lnTo>
                  <a:cubicBezTo>
                    <a:pt x="11919" y="12026"/>
                    <a:pt x="11922" y="12044"/>
                    <a:pt x="11925" y="12044"/>
                  </a:cubicBezTo>
                  <a:cubicBezTo>
                    <a:pt x="11990" y="12044"/>
                    <a:pt x="11683" y="0"/>
                    <a:pt x="54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4"/>
            <p:cNvSpPr/>
            <p:nvPr/>
          </p:nvSpPr>
          <p:spPr>
            <a:xfrm>
              <a:off x="6203441" y="2577073"/>
              <a:ext cx="560431" cy="305877"/>
            </a:xfrm>
            <a:custGeom>
              <a:avLst/>
              <a:gdLst/>
              <a:ahLst/>
              <a:cxnLst/>
              <a:rect l="l" t="t" r="r" b="b"/>
              <a:pathLst>
                <a:path w="16598" h="9059" extrusionOk="0">
                  <a:moveTo>
                    <a:pt x="14986" y="0"/>
                  </a:moveTo>
                  <a:lnTo>
                    <a:pt x="1" y="6322"/>
                  </a:lnTo>
                  <a:lnTo>
                    <a:pt x="1369" y="9058"/>
                  </a:lnTo>
                  <a:lnTo>
                    <a:pt x="16597" y="5806"/>
                  </a:lnTo>
                  <a:lnTo>
                    <a:pt x="14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4"/>
            <p:cNvSpPr/>
            <p:nvPr/>
          </p:nvSpPr>
          <p:spPr>
            <a:xfrm>
              <a:off x="5943788" y="2747283"/>
              <a:ext cx="337718" cy="135668"/>
            </a:xfrm>
            <a:custGeom>
              <a:avLst/>
              <a:gdLst/>
              <a:ahLst/>
              <a:cxnLst/>
              <a:rect l="l" t="t" r="r" b="b"/>
              <a:pathLst>
                <a:path w="10002" h="4018" extrusionOk="0">
                  <a:moveTo>
                    <a:pt x="4921" y="1"/>
                  </a:moveTo>
                  <a:cubicBezTo>
                    <a:pt x="3679" y="1"/>
                    <a:pt x="2032" y="594"/>
                    <a:pt x="1" y="2588"/>
                  </a:cubicBezTo>
                  <a:lnTo>
                    <a:pt x="1673" y="4017"/>
                  </a:lnTo>
                  <a:lnTo>
                    <a:pt x="9059" y="4017"/>
                  </a:lnTo>
                  <a:lnTo>
                    <a:pt x="10001" y="1494"/>
                  </a:lnTo>
                  <a:lnTo>
                    <a:pt x="7691" y="1281"/>
                  </a:lnTo>
                  <a:cubicBezTo>
                    <a:pt x="7691" y="1281"/>
                    <a:pt x="6744" y="1"/>
                    <a:pt x="49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4"/>
            <p:cNvSpPr/>
            <p:nvPr/>
          </p:nvSpPr>
          <p:spPr>
            <a:xfrm>
              <a:off x="6125443" y="2877784"/>
              <a:ext cx="517314" cy="52370"/>
            </a:xfrm>
            <a:custGeom>
              <a:avLst/>
              <a:gdLst/>
              <a:ahLst/>
              <a:cxnLst/>
              <a:rect l="l" t="t" r="r" b="b"/>
              <a:pathLst>
                <a:path w="15321" h="1551" extrusionOk="0">
                  <a:moveTo>
                    <a:pt x="1" y="0"/>
                  </a:moveTo>
                  <a:lnTo>
                    <a:pt x="1" y="1550"/>
                  </a:lnTo>
                  <a:lnTo>
                    <a:pt x="15320" y="1550"/>
                  </a:lnTo>
                  <a:cubicBezTo>
                    <a:pt x="15320" y="699"/>
                    <a:pt x="14652" y="0"/>
                    <a:pt x="13801"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4"/>
            <p:cNvSpPr/>
            <p:nvPr/>
          </p:nvSpPr>
          <p:spPr>
            <a:xfrm>
              <a:off x="5188431" y="2316374"/>
              <a:ext cx="979151" cy="613780"/>
            </a:xfrm>
            <a:custGeom>
              <a:avLst/>
              <a:gdLst/>
              <a:ahLst/>
              <a:cxnLst/>
              <a:rect l="l" t="t" r="r" b="b"/>
              <a:pathLst>
                <a:path w="28999" h="18178" extrusionOk="0">
                  <a:moveTo>
                    <a:pt x="1672" y="1"/>
                  </a:moveTo>
                  <a:cubicBezTo>
                    <a:pt x="730" y="1"/>
                    <a:pt x="1" y="943"/>
                    <a:pt x="274" y="1855"/>
                  </a:cubicBezTo>
                  <a:lnTo>
                    <a:pt x="5472" y="18177"/>
                  </a:lnTo>
                  <a:lnTo>
                    <a:pt x="28998" y="18177"/>
                  </a:lnTo>
                  <a:lnTo>
                    <a:pt x="23588" y="1095"/>
                  </a:lnTo>
                  <a:cubicBezTo>
                    <a:pt x="23436" y="457"/>
                    <a:pt x="22858" y="1"/>
                    <a:pt x="22190"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4"/>
            <p:cNvSpPr/>
            <p:nvPr/>
          </p:nvSpPr>
          <p:spPr>
            <a:xfrm>
              <a:off x="5116579" y="2316374"/>
              <a:ext cx="1008898" cy="613780"/>
            </a:xfrm>
            <a:custGeom>
              <a:avLst/>
              <a:gdLst/>
              <a:ahLst/>
              <a:cxnLst/>
              <a:rect l="l" t="t" r="r" b="b"/>
              <a:pathLst>
                <a:path w="29880" h="18178" extrusionOk="0">
                  <a:moveTo>
                    <a:pt x="1673" y="1"/>
                  </a:moveTo>
                  <a:cubicBezTo>
                    <a:pt x="700" y="1"/>
                    <a:pt x="1" y="943"/>
                    <a:pt x="275" y="1855"/>
                  </a:cubicBezTo>
                  <a:lnTo>
                    <a:pt x="5472" y="18177"/>
                  </a:lnTo>
                  <a:lnTo>
                    <a:pt x="29880" y="18177"/>
                  </a:lnTo>
                  <a:lnTo>
                    <a:pt x="24469" y="1095"/>
                  </a:lnTo>
                  <a:cubicBezTo>
                    <a:pt x="24287" y="457"/>
                    <a:pt x="23710" y="1"/>
                    <a:pt x="230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4"/>
            <p:cNvSpPr/>
            <p:nvPr/>
          </p:nvSpPr>
          <p:spPr>
            <a:xfrm>
              <a:off x="5533273" y="2562689"/>
              <a:ext cx="116017" cy="116017"/>
            </a:xfrm>
            <a:custGeom>
              <a:avLst/>
              <a:gdLst/>
              <a:ahLst/>
              <a:cxnLst/>
              <a:rect l="l" t="t" r="r" b="b"/>
              <a:pathLst>
                <a:path w="3436" h="3436" extrusionOk="0">
                  <a:moveTo>
                    <a:pt x="1733" y="1"/>
                  </a:moveTo>
                  <a:cubicBezTo>
                    <a:pt x="791" y="1"/>
                    <a:pt x="1" y="761"/>
                    <a:pt x="1" y="1703"/>
                  </a:cubicBezTo>
                  <a:cubicBezTo>
                    <a:pt x="1" y="2675"/>
                    <a:pt x="791" y="3435"/>
                    <a:pt x="1733" y="3435"/>
                  </a:cubicBezTo>
                  <a:cubicBezTo>
                    <a:pt x="2675" y="3435"/>
                    <a:pt x="3435" y="2675"/>
                    <a:pt x="3435" y="1703"/>
                  </a:cubicBezTo>
                  <a:cubicBezTo>
                    <a:pt x="3435" y="761"/>
                    <a:pt x="2675"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4"/>
            <p:cNvSpPr/>
            <p:nvPr/>
          </p:nvSpPr>
          <p:spPr>
            <a:xfrm>
              <a:off x="6396408" y="1345968"/>
              <a:ext cx="320227" cy="307160"/>
            </a:xfrm>
            <a:custGeom>
              <a:avLst/>
              <a:gdLst/>
              <a:ahLst/>
              <a:cxnLst/>
              <a:rect l="l" t="t" r="r" b="b"/>
              <a:pathLst>
                <a:path w="9484" h="9097" extrusionOk="0">
                  <a:moveTo>
                    <a:pt x="4736" y="0"/>
                  </a:moveTo>
                  <a:cubicBezTo>
                    <a:pt x="4608" y="0"/>
                    <a:pt x="4478" y="6"/>
                    <a:pt x="4347" y="17"/>
                  </a:cubicBezTo>
                  <a:cubicBezTo>
                    <a:pt x="1824" y="260"/>
                    <a:pt x="0" y="2449"/>
                    <a:pt x="213" y="4971"/>
                  </a:cubicBezTo>
                  <a:cubicBezTo>
                    <a:pt x="413" y="7316"/>
                    <a:pt x="2389" y="9096"/>
                    <a:pt x="4698" y="9096"/>
                  </a:cubicBezTo>
                  <a:cubicBezTo>
                    <a:pt x="4843" y="9096"/>
                    <a:pt x="4990" y="9089"/>
                    <a:pt x="5137" y="9075"/>
                  </a:cubicBezTo>
                  <a:cubicBezTo>
                    <a:pt x="7660" y="8862"/>
                    <a:pt x="9484" y="6643"/>
                    <a:pt x="9271" y="4151"/>
                  </a:cubicBezTo>
                  <a:cubicBezTo>
                    <a:pt x="9069" y="1789"/>
                    <a:pt x="7067" y="0"/>
                    <a:pt x="47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4"/>
            <p:cNvSpPr/>
            <p:nvPr/>
          </p:nvSpPr>
          <p:spPr>
            <a:xfrm>
              <a:off x="6462081" y="1101273"/>
              <a:ext cx="155015" cy="282242"/>
            </a:xfrm>
            <a:custGeom>
              <a:avLst/>
              <a:gdLst/>
              <a:ahLst/>
              <a:cxnLst/>
              <a:rect l="l" t="t" r="r" b="b"/>
              <a:pathLst>
                <a:path w="4591" h="8359" extrusionOk="0">
                  <a:moveTo>
                    <a:pt x="744" y="1"/>
                  </a:moveTo>
                  <a:cubicBezTo>
                    <a:pt x="282" y="1"/>
                    <a:pt x="1" y="182"/>
                    <a:pt x="1" y="182"/>
                  </a:cubicBezTo>
                  <a:lnTo>
                    <a:pt x="1794" y="8358"/>
                  </a:lnTo>
                  <a:cubicBezTo>
                    <a:pt x="4590" y="7355"/>
                    <a:pt x="4438" y="3100"/>
                    <a:pt x="2858" y="1215"/>
                  </a:cubicBezTo>
                  <a:cubicBezTo>
                    <a:pt x="2020" y="232"/>
                    <a:pt x="1267"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4"/>
            <p:cNvSpPr/>
            <p:nvPr/>
          </p:nvSpPr>
          <p:spPr>
            <a:xfrm>
              <a:off x="5882234" y="991300"/>
              <a:ext cx="579880" cy="350109"/>
            </a:xfrm>
            <a:custGeom>
              <a:avLst/>
              <a:gdLst/>
              <a:ahLst/>
              <a:cxnLst/>
              <a:rect l="l" t="t" r="r" b="b"/>
              <a:pathLst>
                <a:path w="17174" h="10369" extrusionOk="0">
                  <a:moveTo>
                    <a:pt x="11456" y="0"/>
                  </a:moveTo>
                  <a:cubicBezTo>
                    <a:pt x="10830" y="0"/>
                    <a:pt x="10143" y="75"/>
                    <a:pt x="9392" y="247"/>
                  </a:cubicBezTo>
                  <a:cubicBezTo>
                    <a:pt x="3556" y="1585"/>
                    <a:pt x="0" y="7299"/>
                    <a:pt x="5319" y="10369"/>
                  </a:cubicBezTo>
                  <a:lnTo>
                    <a:pt x="17174" y="3439"/>
                  </a:lnTo>
                  <a:cubicBezTo>
                    <a:pt x="17174" y="3439"/>
                    <a:pt x="15697" y="0"/>
                    <a:pt x="114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4"/>
            <p:cNvSpPr/>
            <p:nvPr/>
          </p:nvSpPr>
          <p:spPr>
            <a:xfrm>
              <a:off x="6051566" y="1053124"/>
              <a:ext cx="507015" cy="467611"/>
            </a:xfrm>
            <a:custGeom>
              <a:avLst/>
              <a:gdLst/>
              <a:ahLst/>
              <a:cxnLst/>
              <a:rect l="l" t="t" r="r" b="b"/>
              <a:pathLst>
                <a:path w="15016" h="13849" extrusionOk="0">
                  <a:moveTo>
                    <a:pt x="7431" y="1"/>
                  </a:moveTo>
                  <a:cubicBezTo>
                    <a:pt x="7215" y="1"/>
                    <a:pt x="6998" y="9"/>
                    <a:pt x="6779" y="27"/>
                  </a:cubicBezTo>
                  <a:cubicBezTo>
                    <a:pt x="2675" y="331"/>
                    <a:pt x="0" y="3644"/>
                    <a:pt x="304" y="7444"/>
                  </a:cubicBezTo>
                  <a:cubicBezTo>
                    <a:pt x="565" y="11086"/>
                    <a:pt x="3409" y="13849"/>
                    <a:pt x="7217" y="13849"/>
                  </a:cubicBezTo>
                  <a:cubicBezTo>
                    <a:pt x="7413" y="13849"/>
                    <a:pt x="7611" y="13842"/>
                    <a:pt x="7812" y="13827"/>
                  </a:cubicBezTo>
                  <a:cubicBezTo>
                    <a:pt x="11916" y="13523"/>
                    <a:pt x="15016" y="10179"/>
                    <a:pt x="14742" y="6349"/>
                  </a:cubicBezTo>
                  <a:cubicBezTo>
                    <a:pt x="14455" y="2753"/>
                    <a:pt x="11253" y="1"/>
                    <a:pt x="74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4"/>
            <p:cNvSpPr/>
            <p:nvPr/>
          </p:nvSpPr>
          <p:spPr>
            <a:xfrm>
              <a:off x="6235281" y="1455299"/>
              <a:ext cx="216569" cy="419800"/>
            </a:xfrm>
            <a:custGeom>
              <a:avLst/>
              <a:gdLst/>
              <a:ahLst/>
              <a:cxnLst/>
              <a:rect l="l" t="t" r="r" b="b"/>
              <a:pathLst>
                <a:path w="6414" h="12433" extrusionOk="0">
                  <a:moveTo>
                    <a:pt x="3344" y="1"/>
                  </a:moveTo>
                  <a:lnTo>
                    <a:pt x="0" y="1703"/>
                  </a:lnTo>
                  <a:lnTo>
                    <a:pt x="1064" y="11095"/>
                  </a:lnTo>
                  <a:lnTo>
                    <a:pt x="3009" y="12433"/>
                  </a:lnTo>
                  <a:lnTo>
                    <a:pt x="6414" y="9636"/>
                  </a:lnTo>
                  <a:lnTo>
                    <a:pt x="334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4"/>
            <p:cNvSpPr/>
            <p:nvPr/>
          </p:nvSpPr>
          <p:spPr>
            <a:xfrm>
              <a:off x="6059771" y="1097660"/>
              <a:ext cx="471123" cy="534095"/>
            </a:xfrm>
            <a:custGeom>
              <a:avLst/>
              <a:gdLst/>
              <a:ahLst/>
              <a:cxnLst/>
              <a:rect l="l" t="t" r="r" b="b"/>
              <a:pathLst>
                <a:path w="13953" h="15818" extrusionOk="0">
                  <a:moveTo>
                    <a:pt x="6106" y="0"/>
                  </a:moveTo>
                  <a:cubicBezTo>
                    <a:pt x="5377" y="0"/>
                    <a:pt x="4650" y="98"/>
                    <a:pt x="3952" y="319"/>
                  </a:cubicBezTo>
                  <a:cubicBezTo>
                    <a:pt x="2250" y="805"/>
                    <a:pt x="92" y="2052"/>
                    <a:pt x="61" y="5243"/>
                  </a:cubicBezTo>
                  <a:cubicBezTo>
                    <a:pt x="1" y="10562"/>
                    <a:pt x="943" y="14453"/>
                    <a:pt x="3618" y="15456"/>
                  </a:cubicBezTo>
                  <a:cubicBezTo>
                    <a:pt x="4277" y="15698"/>
                    <a:pt x="4871" y="15817"/>
                    <a:pt x="5446" y="15817"/>
                  </a:cubicBezTo>
                  <a:cubicBezTo>
                    <a:pt x="6676" y="15817"/>
                    <a:pt x="7821" y="15275"/>
                    <a:pt x="9332" y="14240"/>
                  </a:cubicBezTo>
                  <a:cubicBezTo>
                    <a:pt x="10153" y="13663"/>
                    <a:pt x="10821" y="11809"/>
                    <a:pt x="10973" y="10775"/>
                  </a:cubicBezTo>
                  <a:lnTo>
                    <a:pt x="11764" y="7857"/>
                  </a:lnTo>
                  <a:cubicBezTo>
                    <a:pt x="11764" y="7857"/>
                    <a:pt x="13952" y="1353"/>
                    <a:pt x="7812" y="167"/>
                  </a:cubicBezTo>
                  <a:cubicBezTo>
                    <a:pt x="7251" y="60"/>
                    <a:pt x="6678" y="0"/>
                    <a:pt x="61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4"/>
            <p:cNvSpPr/>
            <p:nvPr/>
          </p:nvSpPr>
          <p:spPr>
            <a:xfrm>
              <a:off x="6296868" y="1106236"/>
              <a:ext cx="262759" cy="312157"/>
            </a:xfrm>
            <a:custGeom>
              <a:avLst/>
              <a:gdLst/>
              <a:ahLst/>
              <a:cxnLst/>
              <a:rect l="l" t="t" r="r" b="b"/>
              <a:pathLst>
                <a:path w="7782" h="9245" extrusionOk="0">
                  <a:moveTo>
                    <a:pt x="3788" y="0"/>
                  </a:moveTo>
                  <a:cubicBezTo>
                    <a:pt x="3737" y="0"/>
                    <a:pt x="3708" y="4"/>
                    <a:pt x="3708" y="4"/>
                  </a:cubicBezTo>
                  <a:cubicBezTo>
                    <a:pt x="0" y="2314"/>
                    <a:pt x="3921" y="9245"/>
                    <a:pt x="3921" y="9245"/>
                  </a:cubicBezTo>
                  <a:cubicBezTo>
                    <a:pt x="3921" y="9245"/>
                    <a:pt x="7781" y="8211"/>
                    <a:pt x="6292" y="3014"/>
                  </a:cubicBezTo>
                  <a:cubicBezTo>
                    <a:pt x="5499" y="184"/>
                    <a:pt x="4130" y="0"/>
                    <a:pt x="37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4"/>
            <p:cNvSpPr/>
            <p:nvPr/>
          </p:nvSpPr>
          <p:spPr>
            <a:xfrm>
              <a:off x="6404748" y="1348905"/>
              <a:ext cx="168217" cy="145628"/>
            </a:xfrm>
            <a:custGeom>
              <a:avLst/>
              <a:gdLst/>
              <a:ahLst/>
              <a:cxnLst/>
              <a:rect l="l" t="t" r="r" b="b"/>
              <a:pathLst>
                <a:path w="4982" h="4313" extrusionOk="0">
                  <a:moveTo>
                    <a:pt x="2457" y="1"/>
                  </a:moveTo>
                  <a:cubicBezTo>
                    <a:pt x="1713" y="1"/>
                    <a:pt x="1160" y="676"/>
                    <a:pt x="756" y="1389"/>
                  </a:cubicBezTo>
                  <a:cubicBezTo>
                    <a:pt x="392" y="2058"/>
                    <a:pt x="149" y="2757"/>
                    <a:pt x="57" y="3486"/>
                  </a:cubicBezTo>
                  <a:cubicBezTo>
                    <a:pt x="0" y="3913"/>
                    <a:pt x="449" y="4313"/>
                    <a:pt x="955" y="4313"/>
                  </a:cubicBezTo>
                  <a:cubicBezTo>
                    <a:pt x="990" y="4313"/>
                    <a:pt x="1025" y="4311"/>
                    <a:pt x="1060" y="4307"/>
                  </a:cubicBezTo>
                  <a:cubicBezTo>
                    <a:pt x="3006" y="4124"/>
                    <a:pt x="4981" y="1146"/>
                    <a:pt x="3127" y="173"/>
                  </a:cubicBezTo>
                  <a:cubicBezTo>
                    <a:pt x="2888" y="54"/>
                    <a:pt x="2665" y="1"/>
                    <a:pt x="24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4"/>
            <p:cNvSpPr/>
            <p:nvPr/>
          </p:nvSpPr>
          <p:spPr>
            <a:xfrm>
              <a:off x="6411804" y="1471675"/>
              <a:ext cx="56489" cy="53686"/>
            </a:xfrm>
            <a:custGeom>
              <a:avLst/>
              <a:gdLst/>
              <a:ahLst/>
              <a:cxnLst/>
              <a:rect l="l" t="t" r="r" b="b"/>
              <a:pathLst>
                <a:path w="1673" h="1590" extrusionOk="0">
                  <a:moveTo>
                    <a:pt x="823" y="0"/>
                  </a:moveTo>
                  <a:cubicBezTo>
                    <a:pt x="802" y="0"/>
                    <a:pt x="781" y="1"/>
                    <a:pt x="760" y="2"/>
                  </a:cubicBezTo>
                  <a:cubicBezTo>
                    <a:pt x="335" y="33"/>
                    <a:pt x="0" y="428"/>
                    <a:pt x="31" y="853"/>
                  </a:cubicBezTo>
                  <a:cubicBezTo>
                    <a:pt x="87" y="1273"/>
                    <a:pt x="400" y="1590"/>
                    <a:pt x="806" y="1590"/>
                  </a:cubicBezTo>
                  <a:cubicBezTo>
                    <a:pt x="841" y="1590"/>
                    <a:pt x="876" y="1588"/>
                    <a:pt x="912" y="1583"/>
                  </a:cubicBezTo>
                  <a:cubicBezTo>
                    <a:pt x="1338" y="1552"/>
                    <a:pt x="1672" y="1157"/>
                    <a:pt x="1642" y="732"/>
                  </a:cubicBezTo>
                  <a:cubicBezTo>
                    <a:pt x="1613" y="297"/>
                    <a:pt x="1252" y="0"/>
                    <a:pt x="8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4"/>
            <p:cNvSpPr/>
            <p:nvPr/>
          </p:nvSpPr>
          <p:spPr>
            <a:xfrm>
              <a:off x="5968436" y="1040394"/>
              <a:ext cx="496447" cy="241251"/>
            </a:xfrm>
            <a:custGeom>
              <a:avLst/>
              <a:gdLst/>
              <a:ahLst/>
              <a:cxnLst/>
              <a:rect l="l" t="t" r="r" b="b"/>
              <a:pathLst>
                <a:path w="14703" h="7145" extrusionOk="0">
                  <a:moveTo>
                    <a:pt x="10073" y="1"/>
                  </a:moveTo>
                  <a:cubicBezTo>
                    <a:pt x="9313" y="1"/>
                    <a:pt x="8424" y="85"/>
                    <a:pt x="7387" y="283"/>
                  </a:cubicBezTo>
                  <a:cubicBezTo>
                    <a:pt x="0" y="1650"/>
                    <a:pt x="1824" y="5997"/>
                    <a:pt x="1824" y="5997"/>
                  </a:cubicBezTo>
                  <a:cubicBezTo>
                    <a:pt x="2898" y="6823"/>
                    <a:pt x="4120" y="7144"/>
                    <a:pt x="5373" y="7144"/>
                  </a:cubicBezTo>
                  <a:cubicBezTo>
                    <a:pt x="9792" y="7144"/>
                    <a:pt x="14590" y="3140"/>
                    <a:pt x="14590" y="3140"/>
                  </a:cubicBezTo>
                  <a:cubicBezTo>
                    <a:pt x="14590" y="3140"/>
                    <a:pt x="14702" y="1"/>
                    <a:pt x="100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 name="Google Shape;1018;p44"/>
          <p:cNvGrpSpPr/>
          <p:nvPr/>
        </p:nvGrpSpPr>
        <p:grpSpPr>
          <a:xfrm>
            <a:off x="7331800" y="2958527"/>
            <a:ext cx="542964" cy="465786"/>
            <a:chOff x="7331800" y="2958527"/>
            <a:chExt cx="542964" cy="465786"/>
          </a:xfrm>
        </p:grpSpPr>
        <p:sp>
          <p:nvSpPr>
            <p:cNvPr id="1019" name="Google Shape;1019;p44"/>
            <p:cNvSpPr/>
            <p:nvPr/>
          </p:nvSpPr>
          <p:spPr>
            <a:xfrm>
              <a:off x="7331800" y="2958527"/>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4"/>
            <p:cNvSpPr/>
            <p:nvPr/>
          </p:nvSpPr>
          <p:spPr>
            <a:xfrm>
              <a:off x="7718608" y="3243592"/>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1" name="Google Shape;1021;p44"/>
          <p:cNvSpPr txBox="1">
            <a:spLocks noGrp="1"/>
          </p:cNvSpPr>
          <p:nvPr>
            <p:ph type="subTitle" idx="1"/>
          </p:nvPr>
        </p:nvSpPr>
        <p:spPr>
          <a:xfrm flipH="1">
            <a:off x="287732" y="1346986"/>
            <a:ext cx="7596329" cy="13641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1800" b="1" dirty="0"/>
              <a:t>Liquidity &amp; Efficiency: </a:t>
            </a:r>
          </a:p>
          <a:p>
            <a:pPr marL="571500" lvl="1" indent="0"/>
            <a:r>
              <a:rPr lang="en-US" sz="1600" dirty="0"/>
              <a:t>Early signs of trouble appear in short-term liquidity and asset turnover. When firms struggle to meet short-term obligations or use assets less effectively, risks rise quickly</a:t>
            </a:r>
            <a:r>
              <a:rPr lang="en-US" sz="1200" dirty="0"/>
              <a:t>.</a:t>
            </a:r>
          </a:p>
          <a:p>
            <a:pPr>
              <a:buFont typeface="Arial" panose="020B0604020202020204" pitchFamily="34" charset="0"/>
              <a:buChar char="•"/>
            </a:pPr>
            <a:r>
              <a:rPr lang="en-US" sz="1800" b="1" dirty="0"/>
              <a:t>Leverage &amp; Cash Flow: </a:t>
            </a:r>
          </a:p>
          <a:p>
            <a:pPr marL="571500" lvl="1" indent="0"/>
            <a:r>
              <a:rPr lang="en-US" sz="1600" dirty="0"/>
              <a:t>High debt combined with weak profitability accelerates financial distress. This creates a cycle where companies cannot recover from external shocks.</a:t>
            </a:r>
          </a:p>
          <a:p>
            <a:pPr>
              <a:buFont typeface="Arial" panose="020B0604020202020204" pitchFamily="34" charset="0"/>
              <a:buChar char="•"/>
            </a:pPr>
            <a:r>
              <a:rPr lang="en-US" sz="1800" b="1" dirty="0"/>
              <a:t>Size Doesn’t Protect You: </a:t>
            </a:r>
          </a:p>
          <a:p>
            <a:pPr marL="571500" lvl="1" indent="0"/>
            <a:r>
              <a:rPr lang="en-US" sz="1600" dirty="0"/>
              <a:t>Even large, established firms can collapse if core ratios deteriorate.</a:t>
            </a:r>
            <a:br>
              <a:rPr lang="en-US" sz="1600" dirty="0"/>
            </a:br>
            <a:r>
              <a:rPr lang="en-US" sz="1600" dirty="0"/>
              <a:t>Past success does not guarantee future stability.</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p:txBody>
      </p:sp>
      <p:sp>
        <p:nvSpPr>
          <p:cNvPr id="1022" name="Google Shape;1022;p44"/>
          <p:cNvSpPr txBox="1">
            <a:spLocks noGrp="1"/>
          </p:cNvSpPr>
          <p:nvPr>
            <p:ph type="title"/>
          </p:nvPr>
        </p:nvSpPr>
        <p:spPr>
          <a:xfrm flipH="1">
            <a:off x="510026" y="336580"/>
            <a:ext cx="3858900" cy="477900"/>
          </a:xfrm>
          <a:prstGeom prst="rect">
            <a:avLst/>
          </a:prstGeom>
        </p:spPr>
        <p:txBody>
          <a:bodyPr spcFirstLastPara="1" wrap="square" lIns="91425" tIns="91425" rIns="91425" bIns="91425" anchor="t" anchorCtr="0">
            <a:noAutofit/>
          </a:bodyPr>
          <a:lstStyle/>
          <a:p>
            <a:pPr lvl="0">
              <a:buClr>
                <a:srgbClr val="45217B"/>
              </a:buClr>
              <a:buSzPts val="1100"/>
            </a:pPr>
            <a:r>
              <a:rPr lang="en-US" sz="4400" dirty="0"/>
              <a:t>Business Analysis</a:t>
            </a:r>
            <a:endParaRPr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409427" y="263011"/>
            <a:ext cx="7717500" cy="572700"/>
          </a:xfrm>
          <a:prstGeom prst="rect">
            <a:avLst/>
          </a:prstGeom>
        </p:spPr>
        <p:txBody>
          <a:bodyPr spcFirstLastPara="1" wrap="square" lIns="91425" tIns="91425" rIns="91425" bIns="91425" anchor="t" anchorCtr="0">
            <a:noAutofit/>
          </a:bodyPr>
          <a:lstStyle/>
          <a:p>
            <a:pPr lvl="0"/>
            <a:r>
              <a:rPr lang="en-US" sz="4400" dirty="0"/>
              <a:t>Business Impact</a:t>
            </a:r>
            <a:endParaRPr sz="4400" dirty="0"/>
          </a:p>
        </p:txBody>
      </p:sp>
      <p:grpSp>
        <p:nvGrpSpPr>
          <p:cNvPr id="1234" name="Google Shape;1234;p49"/>
          <p:cNvGrpSpPr/>
          <p:nvPr/>
        </p:nvGrpSpPr>
        <p:grpSpPr>
          <a:xfrm>
            <a:off x="7661889" y="3572883"/>
            <a:ext cx="1333320" cy="1338652"/>
            <a:chOff x="5241404" y="1624746"/>
            <a:chExt cx="2688659" cy="2496980"/>
          </a:xfrm>
        </p:grpSpPr>
        <p:grpSp>
          <p:nvGrpSpPr>
            <p:cNvPr id="1235" name="Google Shape;1235;p49"/>
            <p:cNvGrpSpPr/>
            <p:nvPr/>
          </p:nvGrpSpPr>
          <p:grpSpPr>
            <a:xfrm>
              <a:off x="5241404" y="1624746"/>
              <a:ext cx="1875497" cy="2439071"/>
              <a:chOff x="6206100" y="1769650"/>
              <a:chExt cx="1687053" cy="2194002"/>
            </a:xfrm>
          </p:grpSpPr>
          <p:sp>
            <p:nvSpPr>
              <p:cNvPr id="1236" name="Google Shape;1236;p49"/>
              <p:cNvSpPr/>
              <p:nvPr/>
            </p:nvSpPr>
            <p:spPr>
              <a:xfrm>
                <a:off x="6571063" y="1769650"/>
                <a:ext cx="826717" cy="984493"/>
              </a:xfrm>
              <a:custGeom>
                <a:avLst/>
                <a:gdLst/>
                <a:ahLst/>
                <a:cxnLst/>
                <a:rect l="l" t="t" r="r" b="b"/>
                <a:pathLst>
                  <a:path w="13110" h="15612" extrusionOk="0">
                    <a:moveTo>
                      <a:pt x="6538" y="0"/>
                    </a:moveTo>
                    <a:cubicBezTo>
                      <a:pt x="2935" y="0"/>
                      <a:pt x="0" y="2936"/>
                      <a:pt x="0" y="6572"/>
                    </a:cubicBezTo>
                    <a:lnTo>
                      <a:pt x="0" y="15611"/>
                    </a:lnTo>
                    <a:lnTo>
                      <a:pt x="3603" y="15611"/>
                    </a:lnTo>
                    <a:lnTo>
                      <a:pt x="3603" y="6572"/>
                    </a:lnTo>
                    <a:cubicBezTo>
                      <a:pt x="3603" y="4937"/>
                      <a:pt x="4937" y="3603"/>
                      <a:pt x="6538" y="3603"/>
                    </a:cubicBezTo>
                    <a:cubicBezTo>
                      <a:pt x="8173" y="3603"/>
                      <a:pt x="9507" y="4937"/>
                      <a:pt x="9507" y="6572"/>
                    </a:cubicBezTo>
                    <a:lnTo>
                      <a:pt x="9507" y="15611"/>
                    </a:lnTo>
                    <a:lnTo>
                      <a:pt x="13109" y="15611"/>
                    </a:lnTo>
                    <a:lnTo>
                      <a:pt x="13109" y="6572"/>
                    </a:lnTo>
                    <a:cubicBezTo>
                      <a:pt x="13109" y="3236"/>
                      <a:pt x="11842" y="434"/>
                      <a:pt x="86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9"/>
              <p:cNvSpPr/>
              <p:nvPr/>
            </p:nvSpPr>
            <p:spPr>
              <a:xfrm>
                <a:off x="6206100" y="2754098"/>
                <a:ext cx="1209554" cy="1209554"/>
              </a:xfrm>
              <a:custGeom>
                <a:avLst/>
                <a:gdLst/>
                <a:ahLst/>
                <a:cxnLst/>
                <a:rect l="l" t="t" r="r" b="b"/>
                <a:pathLst>
                  <a:path w="19181" h="19181" extrusionOk="0">
                    <a:moveTo>
                      <a:pt x="4337" y="0"/>
                    </a:moveTo>
                    <a:cubicBezTo>
                      <a:pt x="1935" y="0"/>
                      <a:pt x="1" y="1935"/>
                      <a:pt x="1" y="4337"/>
                    </a:cubicBezTo>
                    <a:lnTo>
                      <a:pt x="1" y="11342"/>
                    </a:lnTo>
                    <a:cubicBezTo>
                      <a:pt x="1" y="15678"/>
                      <a:pt x="3503" y="19181"/>
                      <a:pt x="7839" y="19181"/>
                    </a:cubicBezTo>
                    <a:lnTo>
                      <a:pt x="17780" y="19181"/>
                    </a:lnTo>
                    <a:cubicBezTo>
                      <a:pt x="18580" y="19181"/>
                      <a:pt x="19181" y="18547"/>
                      <a:pt x="19181" y="17746"/>
                    </a:cubicBezTo>
                    <a:lnTo>
                      <a:pt x="191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9"/>
              <p:cNvSpPr/>
              <p:nvPr/>
            </p:nvSpPr>
            <p:spPr>
              <a:xfrm>
                <a:off x="6681518" y="2754098"/>
                <a:ext cx="1211635" cy="1209554"/>
              </a:xfrm>
              <a:custGeom>
                <a:avLst/>
                <a:gdLst/>
                <a:ahLst/>
                <a:cxnLst/>
                <a:rect l="l" t="t" r="r" b="b"/>
                <a:pathLst>
                  <a:path w="19214" h="19181" extrusionOk="0">
                    <a:moveTo>
                      <a:pt x="0" y="0"/>
                    </a:moveTo>
                    <a:lnTo>
                      <a:pt x="0" y="11342"/>
                    </a:lnTo>
                    <a:cubicBezTo>
                      <a:pt x="0" y="15678"/>
                      <a:pt x="3503" y="19181"/>
                      <a:pt x="7873" y="19181"/>
                    </a:cubicBezTo>
                    <a:lnTo>
                      <a:pt x="11375" y="19181"/>
                    </a:lnTo>
                    <a:cubicBezTo>
                      <a:pt x="15711" y="19181"/>
                      <a:pt x="19214" y="15678"/>
                      <a:pt x="19214" y="11342"/>
                    </a:cubicBezTo>
                    <a:lnTo>
                      <a:pt x="19214" y="4337"/>
                    </a:lnTo>
                    <a:cubicBezTo>
                      <a:pt x="19214" y="1902"/>
                      <a:pt x="17246" y="0"/>
                      <a:pt x="14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9"/>
              <p:cNvSpPr/>
              <p:nvPr/>
            </p:nvSpPr>
            <p:spPr>
              <a:xfrm>
                <a:off x="6703555" y="1769650"/>
                <a:ext cx="824636" cy="984493"/>
              </a:xfrm>
              <a:custGeom>
                <a:avLst/>
                <a:gdLst/>
                <a:ahLst/>
                <a:cxnLst/>
                <a:rect l="l" t="t" r="r" b="b"/>
                <a:pathLst>
                  <a:path w="13077" h="15612" extrusionOk="0">
                    <a:moveTo>
                      <a:pt x="6539" y="0"/>
                    </a:moveTo>
                    <a:cubicBezTo>
                      <a:pt x="2903" y="0"/>
                      <a:pt x="1" y="2936"/>
                      <a:pt x="1" y="6572"/>
                    </a:cubicBezTo>
                    <a:lnTo>
                      <a:pt x="1" y="15611"/>
                    </a:lnTo>
                    <a:lnTo>
                      <a:pt x="3570" y="15611"/>
                    </a:lnTo>
                    <a:lnTo>
                      <a:pt x="3570" y="6572"/>
                    </a:lnTo>
                    <a:cubicBezTo>
                      <a:pt x="3570" y="4937"/>
                      <a:pt x="4904" y="3603"/>
                      <a:pt x="6539" y="3603"/>
                    </a:cubicBezTo>
                    <a:cubicBezTo>
                      <a:pt x="8173" y="3603"/>
                      <a:pt x="9507" y="4937"/>
                      <a:pt x="9507" y="6572"/>
                    </a:cubicBezTo>
                    <a:lnTo>
                      <a:pt x="9507" y="15611"/>
                    </a:lnTo>
                    <a:lnTo>
                      <a:pt x="13077" y="15611"/>
                    </a:lnTo>
                    <a:lnTo>
                      <a:pt x="13077" y="6572"/>
                    </a:lnTo>
                    <a:cubicBezTo>
                      <a:pt x="13077" y="2936"/>
                      <a:pt x="10174" y="0"/>
                      <a:pt x="65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9"/>
              <p:cNvSpPr/>
              <p:nvPr/>
            </p:nvSpPr>
            <p:spPr>
              <a:xfrm>
                <a:off x="6906582" y="3115340"/>
                <a:ext cx="286103" cy="487075"/>
              </a:xfrm>
              <a:custGeom>
                <a:avLst/>
                <a:gdLst/>
                <a:ahLst/>
                <a:cxnLst/>
                <a:rect l="l" t="t" r="r" b="b"/>
                <a:pathLst>
                  <a:path w="4537" h="7724" extrusionOk="0">
                    <a:moveTo>
                      <a:pt x="2351" y="0"/>
                    </a:moveTo>
                    <a:cubicBezTo>
                      <a:pt x="2258" y="0"/>
                      <a:pt x="2164" y="6"/>
                      <a:pt x="2068" y="18"/>
                    </a:cubicBezTo>
                    <a:cubicBezTo>
                      <a:pt x="1134" y="118"/>
                      <a:pt x="334" y="885"/>
                      <a:pt x="167" y="1853"/>
                    </a:cubicBezTo>
                    <a:cubicBezTo>
                      <a:pt x="0" y="2887"/>
                      <a:pt x="567" y="3854"/>
                      <a:pt x="1468" y="4221"/>
                    </a:cubicBezTo>
                    <a:lnTo>
                      <a:pt x="1168" y="6389"/>
                    </a:lnTo>
                    <a:cubicBezTo>
                      <a:pt x="1068" y="7090"/>
                      <a:pt x="1601" y="7724"/>
                      <a:pt x="2335" y="7724"/>
                    </a:cubicBezTo>
                    <a:cubicBezTo>
                      <a:pt x="3036" y="7724"/>
                      <a:pt x="3569" y="7090"/>
                      <a:pt x="3503" y="6389"/>
                    </a:cubicBezTo>
                    <a:lnTo>
                      <a:pt x="3202" y="4221"/>
                    </a:lnTo>
                    <a:cubicBezTo>
                      <a:pt x="4003" y="3854"/>
                      <a:pt x="4537" y="3087"/>
                      <a:pt x="4537" y="2186"/>
                    </a:cubicBezTo>
                    <a:cubicBezTo>
                      <a:pt x="4537" y="978"/>
                      <a:pt x="3559" y="0"/>
                      <a:pt x="2351"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1" name="Google Shape;1241;p49"/>
            <p:cNvGrpSpPr/>
            <p:nvPr/>
          </p:nvGrpSpPr>
          <p:grpSpPr>
            <a:xfrm flipH="1">
              <a:off x="6609468" y="2916698"/>
              <a:ext cx="1320596" cy="1205028"/>
              <a:chOff x="760050" y="2874625"/>
              <a:chExt cx="1485485" cy="1355487"/>
            </a:xfrm>
          </p:grpSpPr>
          <p:sp>
            <p:nvSpPr>
              <p:cNvPr id="1242" name="Google Shape;1242;p49"/>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9"/>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9"/>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9"/>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6" name="Google Shape;1246;p49"/>
          <p:cNvGrpSpPr/>
          <p:nvPr/>
        </p:nvGrpSpPr>
        <p:grpSpPr>
          <a:xfrm>
            <a:off x="7415513" y="2469240"/>
            <a:ext cx="477214" cy="393911"/>
            <a:chOff x="7415513" y="2469240"/>
            <a:chExt cx="477214" cy="393911"/>
          </a:xfrm>
        </p:grpSpPr>
        <p:sp>
          <p:nvSpPr>
            <p:cNvPr id="1247" name="Google Shape;1247;p49"/>
            <p:cNvSpPr/>
            <p:nvPr/>
          </p:nvSpPr>
          <p:spPr>
            <a:xfrm>
              <a:off x="7415513" y="24692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9"/>
            <p:cNvSpPr/>
            <p:nvPr/>
          </p:nvSpPr>
          <p:spPr>
            <a:xfrm>
              <a:off x="7736571" y="26824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Rectangle 3">
            <a:extLst>
              <a:ext uri="{FF2B5EF4-FFF2-40B4-BE49-F238E27FC236}">
                <a16:creationId xmlns:a16="http://schemas.microsoft.com/office/drawing/2014/main" id="{FA3EFB1D-CD68-07A4-7199-FFF16622C83A}"/>
              </a:ext>
            </a:extLst>
          </p:cNvPr>
          <p:cNvSpPr>
            <a:spLocks noChangeArrowheads="1"/>
          </p:cNvSpPr>
          <p:nvPr/>
        </p:nvSpPr>
        <p:spPr bwMode="auto">
          <a:xfrm>
            <a:off x="497382" y="1162074"/>
            <a:ext cx="7550681" cy="2989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b="1" dirty="0">
                <a:solidFill>
                  <a:schemeClr val="accent3"/>
                </a:solidFill>
                <a:latin typeface="Ubuntu"/>
                <a:sym typeface="Ubuntu"/>
              </a:rPr>
              <a:t>Banks &amp; Lenders</a:t>
            </a:r>
            <a:r>
              <a:rPr lang="en-US" altLang="en-US" sz="1800" dirty="0">
                <a:solidFill>
                  <a:schemeClr val="accent3"/>
                </a:solidFill>
                <a:latin typeface="Ubuntu"/>
                <a:sym typeface="Ubuntu"/>
              </a:rPr>
              <a:t>: Reduce non-performing loans through earlier risk detection.</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b="1" dirty="0">
                <a:solidFill>
                  <a:schemeClr val="accent3"/>
                </a:solidFill>
                <a:latin typeface="Ubuntu"/>
                <a:sym typeface="Ubuntu"/>
              </a:rPr>
              <a:t>Investors</a:t>
            </a:r>
            <a:r>
              <a:rPr lang="en-US" altLang="en-US" sz="1800" dirty="0">
                <a:solidFill>
                  <a:schemeClr val="accent3"/>
                </a:solidFill>
                <a:latin typeface="Ubuntu"/>
                <a:sym typeface="Ubuntu"/>
              </a:rPr>
              <a:t>: Avoid hidden “financial traps” and strengthen portfolio resilience.</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b="1" dirty="0">
                <a:solidFill>
                  <a:schemeClr val="accent3"/>
                </a:solidFill>
                <a:latin typeface="Ubuntu"/>
                <a:sym typeface="Ubuntu"/>
              </a:rPr>
              <a:t>Regulators</a:t>
            </a:r>
            <a:r>
              <a:rPr lang="en-US" altLang="en-US" sz="1800" dirty="0">
                <a:solidFill>
                  <a:schemeClr val="accent3"/>
                </a:solidFill>
                <a:latin typeface="Ubuntu"/>
                <a:sym typeface="Ubuntu"/>
              </a:rPr>
              <a:t>: Identify sector-level risks before they spread.</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b="1" dirty="0">
                <a:solidFill>
                  <a:schemeClr val="accent3"/>
                </a:solidFill>
                <a:latin typeface="Ubuntu"/>
                <a:sym typeface="Ubuntu"/>
              </a:rPr>
              <a:t>Companies</a:t>
            </a:r>
            <a:r>
              <a:rPr lang="en-US" altLang="en-US" sz="1800" dirty="0">
                <a:solidFill>
                  <a:schemeClr val="accent3"/>
                </a:solidFill>
                <a:latin typeface="Ubuntu"/>
                <a:sym typeface="Ubuntu"/>
              </a:rPr>
              <a:t>: Take corrective actions long before bankruptcy becomes unavoidable</a:t>
            </a:r>
            <a:r>
              <a:rPr kumimoji="0" lang="en-US" altLang="en-US" sz="2000" b="0" i="0" u="none" strike="noStrike" cap="none" normalizeH="0" baseline="0" dirty="0">
                <a:ln>
                  <a:noFill/>
                </a:ln>
                <a:solidFill>
                  <a:schemeClr val="accent3"/>
                </a:solidFill>
                <a:effectLst/>
                <a:latin typeface="Arial" panose="020B0604020202020204" pitchFamily="34"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47"/>
          <p:cNvSpPr txBox="1">
            <a:spLocks noGrp="1"/>
          </p:cNvSpPr>
          <p:nvPr>
            <p:ph type="title"/>
          </p:nvPr>
        </p:nvSpPr>
        <p:spPr>
          <a:xfrm flipH="1">
            <a:off x="1054311" y="98599"/>
            <a:ext cx="4996500" cy="994800"/>
          </a:xfrm>
          <a:prstGeom prst="rect">
            <a:avLst/>
          </a:prstGeom>
        </p:spPr>
        <p:txBody>
          <a:bodyPr spcFirstLastPara="1" wrap="square" lIns="91425" tIns="91425" rIns="91425" bIns="91425" anchor="ctr" anchorCtr="0">
            <a:noAutofit/>
          </a:bodyPr>
          <a:lstStyle/>
          <a:p>
            <a:pPr lvl="0"/>
            <a:r>
              <a:rPr lang="en-US" dirty="0"/>
              <a:t>Recommendations</a:t>
            </a:r>
            <a:endParaRPr dirty="0"/>
          </a:p>
        </p:txBody>
      </p:sp>
      <p:sp>
        <p:nvSpPr>
          <p:cNvPr id="1146" name="Google Shape;1146;p47"/>
          <p:cNvSpPr txBox="1">
            <a:spLocks noGrp="1"/>
          </p:cNvSpPr>
          <p:nvPr>
            <p:ph type="subTitle" idx="1"/>
          </p:nvPr>
        </p:nvSpPr>
        <p:spPr>
          <a:xfrm flipH="1">
            <a:off x="333965" y="1765535"/>
            <a:ext cx="8764027" cy="2719381"/>
          </a:xfrm>
          <a:prstGeom prst="rect">
            <a:avLst/>
          </a:prstGeom>
        </p:spPr>
        <p:txBody>
          <a:bodyPr spcFirstLastPara="1" wrap="square" lIns="91425" tIns="91425" rIns="91425" bIns="91425" anchor="ctr" anchorCtr="0">
            <a:noAutofit/>
          </a:bodyPr>
          <a:lstStyle/>
          <a:p>
            <a:pPr>
              <a:lnSpc>
                <a:spcPct val="150000"/>
              </a:lnSpc>
              <a:buFont typeface="Arial" panose="020B0604020202020204" pitchFamily="34" charset="0"/>
              <a:buChar char="•"/>
            </a:pPr>
            <a:r>
              <a:rPr lang="en-US" b="1" dirty="0"/>
              <a:t>Early-Warning Dashboard</a:t>
            </a:r>
          </a:p>
          <a:p>
            <a:pPr marL="114300" indent="0">
              <a:lnSpc>
                <a:spcPct val="150000"/>
              </a:lnSpc>
            </a:pPr>
            <a:r>
              <a:rPr lang="en-US" dirty="0"/>
              <a:t>Real-time monitoring of key ratios with automated alerts. Helps managers identify problems immediately rather than waiting for annual reports.</a:t>
            </a:r>
          </a:p>
          <a:p>
            <a:pPr>
              <a:lnSpc>
                <a:spcPct val="150000"/>
              </a:lnSpc>
              <a:buFont typeface="Arial" panose="020B0604020202020204" pitchFamily="34" charset="0"/>
              <a:buChar char="•"/>
            </a:pPr>
            <a:r>
              <a:rPr lang="en-US" b="1" dirty="0"/>
              <a:t>Financial Red-Line Policy</a:t>
            </a:r>
          </a:p>
          <a:p>
            <a:pPr marL="114300" indent="0">
              <a:lnSpc>
                <a:spcPct val="150000"/>
              </a:lnSpc>
            </a:pPr>
            <a:r>
              <a:rPr lang="en-US" dirty="0"/>
              <a:t>Set minimum liquidity buffers, leverage limits, and cash-flow thresholds. Companies should intervene early instead of hoping conditions improve.</a:t>
            </a:r>
          </a:p>
          <a:p>
            <a:pPr>
              <a:lnSpc>
                <a:spcPct val="150000"/>
              </a:lnSpc>
              <a:buFont typeface="Arial" panose="020B0604020202020204" pitchFamily="34" charset="0"/>
              <a:buChar char="•"/>
            </a:pPr>
            <a:r>
              <a:rPr lang="en-US" b="1" dirty="0"/>
              <a:t>Adopt the Decision Tree for Risk Management</a:t>
            </a:r>
          </a:p>
          <a:p>
            <a:pPr marL="114300" indent="0">
              <a:lnSpc>
                <a:spcPct val="150000"/>
              </a:lnSpc>
            </a:pPr>
            <a:r>
              <a:rPr lang="en-US" dirty="0"/>
              <a:t>Simple, transparent, and regulator-friendly.</a:t>
            </a:r>
            <a:r>
              <a:rPr lang="zh-CN" altLang="en-US" dirty="0"/>
              <a:t> </a:t>
            </a:r>
            <a:r>
              <a:rPr lang="en-US" dirty="0"/>
              <a:t>Makes it suitable as a core risk assessment tool for banks, firms, and auditors.</a:t>
            </a:r>
          </a:p>
          <a:p>
            <a:pPr>
              <a:lnSpc>
                <a:spcPct val="150000"/>
              </a:lnSpc>
              <a:buFont typeface="Arial" panose="020B0604020202020204" pitchFamily="34" charset="0"/>
              <a:buChar char="•"/>
            </a:pPr>
            <a:endParaRPr lang="en-US" dirty="0"/>
          </a:p>
        </p:txBody>
      </p:sp>
      <p:grpSp>
        <p:nvGrpSpPr>
          <p:cNvPr id="1148" name="Google Shape;1148;p47"/>
          <p:cNvGrpSpPr/>
          <p:nvPr/>
        </p:nvGrpSpPr>
        <p:grpSpPr>
          <a:xfrm>
            <a:off x="7872459" y="4368801"/>
            <a:ext cx="1075598" cy="677988"/>
            <a:chOff x="3962400" y="1017554"/>
            <a:chExt cx="4512402" cy="3635795"/>
          </a:xfrm>
        </p:grpSpPr>
        <p:sp>
          <p:nvSpPr>
            <p:cNvPr id="1149" name="Google Shape;1149;p47"/>
            <p:cNvSpPr/>
            <p:nvPr/>
          </p:nvSpPr>
          <p:spPr>
            <a:xfrm>
              <a:off x="3962400" y="1786375"/>
              <a:ext cx="4512402" cy="2279750"/>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0" name="Google Shape;1150;p47"/>
            <p:cNvGrpSpPr/>
            <p:nvPr/>
          </p:nvGrpSpPr>
          <p:grpSpPr>
            <a:xfrm rot="1786836">
              <a:off x="5185997" y="1255638"/>
              <a:ext cx="1798841" cy="3159626"/>
              <a:chOff x="4443350" y="409900"/>
              <a:chExt cx="1027425" cy="1804650"/>
            </a:xfrm>
          </p:grpSpPr>
          <p:sp>
            <p:nvSpPr>
              <p:cNvPr id="1151" name="Google Shape;1151;p47"/>
              <p:cNvSpPr/>
              <p:nvPr/>
            </p:nvSpPr>
            <p:spPr>
              <a:xfrm>
                <a:off x="4443350" y="1222975"/>
                <a:ext cx="381125" cy="306075"/>
              </a:xfrm>
              <a:custGeom>
                <a:avLst/>
                <a:gdLst/>
                <a:ahLst/>
                <a:cxnLst/>
                <a:rect l="l" t="t" r="r" b="b"/>
                <a:pathLst>
                  <a:path w="15245" h="12243" extrusionOk="0">
                    <a:moveTo>
                      <a:pt x="6171" y="1"/>
                    </a:moveTo>
                    <a:cubicBezTo>
                      <a:pt x="5504" y="1"/>
                      <a:pt x="4870" y="435"/>
                      <a:pt x="4604" y="1002"/>
                    </a:cubicBezTo>
                    <a:lnTo>
                      <a:pt x="534" y="9775"/>
                    </a:lnTo>
                    <a:cubicBezTo>
                      <a:pt x="0" y="10942"/>
                      <a:pt x="901" y="12243"/>
                      <a:pt x="2135" y="12243"/>
                    </a:cubicBezTo>
                    <a:lnTo>
                      <a:pt x="5204" y="12243"/>
                    </a:lnTo>
                    <a:cubicBezTo>
                      <a:pt x="5771" y="12243"/>
                      <a:pt x="6271" y="11976"/>
                      <a:pt x="6605" y="11576"/>
                    </a:cubicBezTo>
                    <a:lnTo>
                      <a:pt x="8807" y="8774"/>
                    </a:lnTo>
                    <a:cubicBezTo>
                      <a:pt x="9140" y="8340"/>
                      <a:pt x="9640" y="8107"/>
                      <a:pt x="10174" y="8107"/>
                    </a:cubicBezTo>
                    <a:lnTo>
                      <a:pt x="15244" y="8107"/>
                    </a:lnTo>
                    <a:lnTo>
                      <a:pt x="15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7"/>
              <p:cNvSpPr/>
              <p:nvPr/>
            </p:nvSpPr>
            <p:spPr>
              <a:xfrm>
                <a:off x="5089650" y="1222975"/>
                <a:ext cx="381125" cy="306075"/>
              </a:xfrm>
              <a:custGeom>
                <a:avLst/>
                <a:gdLst/>
                <a:ahLst/>
                <a:cxnLst/>
                <a:rect l="l" t="t" r="r" b="b"/>
                <a:pathLst>
                  <a:path w="15245" h="12243" extrusionOk="0">
                    <a:moveTo>
                      <a:pt x="0" y="1"/>
                    </a:moveTo>
                    <a:lnTo>
                      <a:pt x="0" y="8107"/>
                    </a:lnTo>
                    <a:lnTo>
                      <a:pt x="5070" y="8107"/>
                    </a:lnTo>
                    <a:cubicBezTo>
                      <a:pt x="5604" y="8107"/>
                      <a:pt x="6104" y="8340"/>
                      <a:pt x="6438" y="8774"/>
                    </a:cubicBezTo>
                    <a:lnTo>
                      <a:pt x="8640" y="11576"/>
                    </a:lnTo>
                    <a:cubicBezTo>
                      <a:pt x="8973" y="11976"/>
                      <a:pt x="9473" y="12243"/>
                      <a:pt x="10007" y="12243"/>
                    </a:cubicBezTo>
                    <a:lnTo>
                      <a:pt x="13109" y="12243"/>
                    </a:lnTo>
                    <a:cubicBezTo>
                      <a:pt x="14344" y="12243"/>
                      <a:pt x="15244" y="10942"/>
                      <a:pt x="14677" y="9775"/>
                    </a:cubicBezTo>
                    <a:lnTo>
                      <a:pt x="10641" y="1002"/>
                    </a:lnTo>
                    <a:cubicBezTo>
                      <a:pt x="10341" y="435"/>
                      <a:pt x="9740" y="1"/>
                      <a:pt x="9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7"/>
              <p:cNvSpPr/>
              <p:nvPr/>
            </p:nvSpPr>
            <p:spPr>
              <a:xfrm>
                <a:off x="4661825" y="409900"/>
                <a:ext cx="597950" cy="1200875"/>
              </a:xfrm>
              <a:custGeom>
                <a:avLst/>
                <a:gdLst/>
                <a:ahLst/>
                <a:cxnLst/>
                <a:rect l="l" t="t" r="r" b="b"/>
                <a:pathLst>
                  <a:path w="23918" h="48035" extrusionOk="0">
                    <a:moveTo>
                      <a:pt x="11943" y="1"/>
                    </a:moveTo>
                    <a:lnTo>
                      <a:pt x="10708" y="1502"/>
                    </a:lnTo>
                    <a:cubicBezTo>
                      <a:pt x="3370" y="10275"/>
                      <a:pt x="1" y="21683"/>
                      <a:pt x="1368" y="33024"/>
                    </a:cubicBezTo>
                    <a:lnTo>
                      <a:pt x="4337" y="48035"/>
                    </a:lnTo>
                    <a:lnTo>
                      <a:pt x="19682" y="48035"/>
                    </a:lnTo>
                    <a:lnTo>
                      <a:pt x="22617" y="33024"/>
                    </a:lnTo>
                    <a:cubicBezTo>
                      <a:pt x="23918" y="21649"/>
                      <a:pt x="20549" y="10275"/>
                      <a:pt x="13210" y="1502"/>
                    </a:cubicBezTo>
                    <a:lnTo>
                      <a:pt x="119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7"/>
              <p:cNvSpPr/>
              <p:nvPr/>
            </p:nvSpPr>
            <p:spPr>
              <a:xfrm>
                <a:off x="4729375" y="1609925"/>
                <a:ext cx="462025" cy="79250"/>
              </a:xfrm>
              <a:custGeom>
                <a:avLst/>
                <a:gdLst/>
                <a:ahLst/>
                <a:cxnLst/>
                <a:rect l="l" t="t" r="r" b="b"/>
                <a:pathLst>
                  <a:path w="18481" h="3170" extrusionOk="0">
                    <a:moveTo>
                      <a:pt x="1569" y="1"/>
                    </a:moveTo>
                    <a:cubicBezTo>
                      <a:pt x="701" y="1"/>
                      <a:pt x="1" y="701"/>
                      <a:pt x="1" y="1568"/>
                    </a:cubicBezTo>
                    <a:cubicBezTo>
                      <a:pt x="1" y="2469"/>
                      <a:pt x="701" y="3170"/>
                      <a:pt x="1569" y="3170"/>
                    </a:cubicBezTo>
                    <a:lnTo>
                      <a:pt x="16879" y="3170"/>
                    </a:lnTo>
                    <a:cubicBezTo>
                      <a:pt x="17747" y="3170"/>
                      <a:pt x="18481" y="2469"/>
                      <a:pt x="18481" y="1568"/>
                    </a:cubicBezTo>
                    <a:cubicBezTo>
                      <a:pt x="18481" y="701"/>
                      <a:pt x="17747" y="1"/>
                      <a:pt x="168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7"/>
              <p:cNvSpPr/>
              <p:nvPr/>
            </p:nvSpPr>
            <p:spPr>
              <a:xfrm>
                <a:off x="4905350" y="668425"/>
                <a:ext cx="110925" cy="110925"/>
              </a:xfrm>
              <a:custGeom>
                <a:avLst/>
                <a:gdLst/>
                <a:ahLst/>
                <a:cxnLst/>
                <a:rect l="l" t="t" r="r" b="b"/>
                <a:pathLst>
                  <a:path w="4437" h="4437" extrusionOk="0">
                    <a:moveTo>
                      <a:pt x="2202" y="0"/>
                    </a:moveTo>
                    <a:cubicBezTo>
                      <a:pt x="1001" y="0"/>
                      <a:pt x="0" y="1001"/>
                      <a:pt x="0" y="2202"/>
                    </a:cubicBezTo>
                    <a:cubicBezTo>
                      <a:pt x="0" y="3436"/>
                      <a:pt x="1001" y="4437"/>
                      <a:pt x="2202" y="4437"/>
                    </a:cubicBezTo>
                    <a:cubicBezTo>
                      <a:pt x="3436" y="4437"/>
                      <a:pt x="4437" y="3436"/>
                      <a:pt x="4437" y="2202"/>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7"/>
              <p:cNvSpPr/>
              <p:nvPr/>
            </p:nvSpPr>
            <p:spPr>
              <a:xfrm>
                <a:off x="4905350" y="868575"/>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7"/>
              <p:cNvSpPr/>
              <p:nvPr/>
            </p:nvSpPr>
            <p:spPr>
              <a:xfrm>
                <a:off x="4905350" y="1069550"/>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7"/>
              <p:cNvSpPr/>
              <p:nvPr/>
            </p:nvSpPr>
            <p:spPr>
              <a:xfrm>
                <a:off x="4662675" y="1689150"/>
                <a:ext cx="596275" cy="525400"/>
              </a:xfrm>
              <a:custGeom>
                <a:avLst/>
                <a:gdLst/>
                <a:ahLst/>
                <a:cxnLst/>
                <a:rect l="l" t="t" r="r" b="b"/>
                <a:pathLst>
                  <a:path w="23851" h="21016" extrusionOk="0">
                    <a:moveTo>
                      <a:pt x="4970" y="1"/>
                    </a:moveTo>
                    <a:cubicBezTo>
                      <a:pt x="4970" y="1"/>
                      <a:pt x="0" y="14778"/>
                      <a:pt x="11909" y="21016"/>
                    </a:cubicBezTo>
                    <a:cubicBezTo>
                      <a:pt x="23851" y="14778"/>
                      <a:pt x="18880" y="1"/>
                      <a:pt x="18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7"/>
              <p:cNvSpPr/>
              <p:nvPr/>
            </p:nvSpPr>
            <p:spPr>
              <a:xfrm>
                <a:off x="4782750" y="1689150"/>
                <a:ext cx="356125" cy="314425"/>
              </a:xfrm>
              <a:custGeom>
                <a:avLst/>
                <a:gdLst/>
                <a:ahLst/>
                <a:cxnLst/>
                <a:rect l="l" t="t" r="r" b="b"/>
                <a:pathLst>
                  <a:path w="14245" h="12577" extrusionOk="0">
                    <a:moveTo>
                      <a:pt x="2936" y="1"/>
                    </a:moveTo>
                    <a:cubicBezTo>
                      <a:pt x="2936" y="1"/>
                      <a:pt x="1" y="8840"/>
                      <a:pt x="7106" y="12576"/>
                    </a:cubicBezTo>
                    <a:cubicBezTo>
                      <a:pt x="14244" y="8840"/>
                      <a:pt x="11275" y="1"/>
                      <a:pt x="11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4">
          <a:extLst>
            <a:ext uri="{FF2B5EF4-FFF2-40B4-BE49-F238E27FC236}">
              <a16:creationId xmlns:a16="http://schemas.microsoft.com/office/drawing/2014/main" id="{B2D714FE-EF5B-E485-7DF0-41B7BC9A13EE}"/>
            </a:ext>
          </a:extLst>
        </p:cNvPr>
        <p:cNvGrpSpPr/>
        <p:nvPr/>
      </p:nvGrpSpPr>
      <p:grpSpPr>
        <a:xfrm>
          <a:off x="0" y="0"/>
          <a:ext cx="0" cy="0"/>
          <a:chOff x="0" y="0"/>
          <a:chExt cx="0" cy="0"/>
        </a:xfrm>
      </p:grpSpPr>
      <p:sp>
        <p:nvSpPr>
          <p:cNvPr id="6" name="Google Shape;2114;p67">
            <a:extLst>
              <a:ext uri="{FF2B5EF4-FFF2-40B4-BE49-F238E27FC236}">
                <a16:creationId xmlns:a16="http://schemas.microsoft.com/office/drawing/2014/main" id="{09499CFD-BE8C-2059-0799-4EC8D1179B6C}"/>
              </a:ext>
            </a:extLst>
          </p:cNvPr>
          <p:cNvSpPr txBox="1">
            <a:spLocks noGrp="1"/>
          </p:cNvSpPr>
          <p:nvPr>
            <p:ph type="title"/>
          </p:nvPr>
        </p:nvSpPr>
        <p:spPr>
          <a:xfrm>
            <a:off x="1904784" y="1481780"/>
            <a:ext cx="4352100" cy="1220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9600" b="1" dirty="0"/>
              <a:t>THANKS!</a:t>
            </a:r>
            <a:endParaRPr sz="9600" b="1" dirty="0"/>
          </a:p>
        </p:txBody>
      </p:sp>
      <p:grpSp>
        <p:nvGrpSpPr>
          <p:cNvPr id="7" name="Google Shape;2128;p67">
            <a:extLst>
              <a:ext uri="{FF2B5EF4-FFF2-40B4-BE49-F238E27FC236}">
                <a16:creationId xmlns:a16="http://schemas.microsoft.com/office/drawing/2014/main" id="{A364A3D6-239A-774D-A331-D8782F0F6307}"/>
              </a:ext>
            </a:extLst>
          </p:cNvPr>
          <p:cNvGrpSpPr/>
          <p:nvPr/>
        </p:nvGrpSpPr>
        <p:grpSpPr>
          <a:xfrm>
            <a:off x="565583" y="2819039"/>
            <a:ext cx="2401904" cy="2132523"/>
            <a:chOff x="594350" y="1170375"/>
            <a:chExt cx="3210454" cy="2894102"/>
          </a:xfrm>
        </p:grpSpPr>
        <p:sp>
          <p:nvSpPr>
            <p:cNvPr id="8" name="Google Shape;2129;p67">
              <a:extLst>
                <a:ext uri="{FF2B5EF4-FFF2-40B4-BE49-F238E27FC236}">
                  <a16:creationId xmlns:a16="http://schemas.microsoft.com/office/drawing/2014/main" id="{27613BDA-549E-0A58-27E1-4C1F7454AAC0}"/>
                </a:ext>
              </a:extLst>
            </p:cNvPr>
            <p:cNvSpPr/>
            <p:nvPr/>
          </p:nvSpPr>
          <p:spPr>
            <a:xfrm>
              <a:off x="1479078" y="1464031"/>
              <a:ext cx="604700" cy="524267"/>
            </a:xfrm>
            <a:custGeom>
              <a:avLst/>
              <a:gdLst/>
              <a:ahLst/>
              <a:cxnLst/>
              <a:rect l="l" t="t" r="r" b="b"/>
              <a:pathLst>
                <a:path w="18968" h="16445" extrusionOk="0">
                  <a:moveTo>
                    <a:pt x="10274" y="0"/>
                  </a:moveTo>
                  <a:lnTo>
                    <a:pt x="1338" y="2098"/>
                  </a:lnTo>
                  <a:lnTo>
                    <a:pt x="0" y="4408"/>
                  </a:lnTo>
                  <a:cubicBezTo>
                    <a:pt x="0" y="4408"/>
                    <a:pt x="1642" y="4560"/>
                    <a:pt x="2159" y="5259"/>
                  </a:cubicBezTo>
                  <a:cubicBezTo>
                    <a:pt x="2523" y="5715"/>
                    <a:pt x="7599" y="16444"/>
                    <a:pt x="7599" y="16444"/>
                  </a:cubicBezTo>
                  <a:lnTo>
                    <a:pt x="18967" y="14226"/>
                  </a:lnTo>
                  <a:cubicBezTo>
                    <a:pt x="18967" y="14226"/>
                    <a:pt x="15016" y="5168"/>
                    <a:pt x="13253" y="2736"/>
                  </a:cubicBezTo>
                  <a:cubicBezTo>
                    <a:pt x="11460" y="304"/>
                    <a:pt x="10274" y="0"/>
                    <a:pt x="10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30;p67">
              <a:extLst>
                <a:ext uri="{FF2B5EF4-FFF2-40B4-BE49-F238E27FC236}">
                  <a16:creationId xmlns:a16="http://schemas.microsoft.com/office/drawing/2014/main" id="{6D158D0F-B6A0-839C-912B-13BA9C0CA9CD}"/>
                </a:ext>
              </a:extLst>
            </p:cNvPr>
            <p:cNvSpPr/>
            <p:nvPr/>
          </p:nvSpPr>
          <p:spPr>
            <a:xfrm>
              <a:off x="1710693" y="3392417"/>
              <a:ext cx="405067" cy="279109"/>
            </a:xfrm>
            <a:custGeom>
              <a:avLst/>
              <a:gdLst/>
              <a:ahLst/>
              <a:cxnLst/>
              <a:rect l="l" t="t" r="r" b="b"/>
              <a:pathLst>
                <a:path w="12706" h="8755" extrusionOk="0">
                  <a:moveTo>
                    <a:pt x="0" y="1"/>
                  </a:moveTo>
                  <a:lnTo>
                    <a:pt x="0" y="8755"/>
                  </a:lnTo>
                  <a:lnTo>
                    <a:pt x="12705" y="8755"/>
                  </a:lnTo>
                  <a:lnTo>
                    <a:pt x="1270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31;p67">
              <a:extLst>
                <a:ext uri="{FF2B5EF4-FFF2-40B4-BE49-F238E27FC236}">
                  <a16:creationId xmlns:a16="http://schemas.microsoft.com/office/drawing/2014/main" id="{6088B344-0100-B725-1560-5CF68CA3F42A}"/>
                </a:ext>
              </a:extLst>
            </p:cNvPr>
            <p:cNvSpPr/>
            <p:nvPr/>
          </p:nvSpPr>
          <p:spPr>
            <a:xfrm>
              <a:off x="1453892" y="3667613"/>
              <a:ext cx="918654" cy="94046"/>
            </a:xfrm>
            <a:custGeom>
              <a:avLst/>
              <a:gdLst/>
              <a:ahLst/>
              <a:cxnLst/>
              <a:rect l="l" t="t" r="r" b="b"/>
              <a:pathLst>
                <a:path w="28816" h="2950" extrusionOk="0">
                  <a:moveTo>
                    <a:pt x="1490" y="1"/>
                  </a:moveTo>
                  <a:cubicBezTo>
                    <a:pt x="669" y="1"/>
                    <a:pt x="0" y="670"/>
                    <a:pt x="0" y="1460"/>
                  </a:cubicBezTo>
                  <a:cubicBezTo>
                    <a:pt x="0" y="2281"/>
                    <a:pt x="669" y="2949"/>
                    <a:pt x="1490" y="2949"/>
                  </a:cubicBezTo>
                  <a:lnTo>
                    <a:pt x="27326" y="2949"/>
                  </a:lnTo>
                  <a:cubicBezTo>
                    <a:pt x="28147" y="2949"/>
                    <a:pt x="28815" y="2281"/>
                    <a:pt x="28815" y="1460"/>
                  </a:cubicBezTo>
                  <a:cubicBezTo>
                    <a:pt x="28815" y="670"/>
                    <a:pt x="28147" y="1"/>
                    <a:pt x="273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32;p67">
              <a:extLst>
                <a:ext uri="{FF2B5EF4-FFF2-40B4-BE49-F238E27FC236}">
                  <a16:creationId xmlns:a16="http://schemas.microsoft.com/office/drawing/2014/main" id="{428EA8D9-DF6F-DD48-15DD-9A3E5DE4CED7}"/>
                </a:ext>
              </a:extLst>
            </p:cNvPr>
            <p:cNvSpPr/>
            <p:nvPr/>
          </p:nvSpPr>
          <p:spPr>
            <a:xfrm>
              <a:off x="594350" y="1676263"/>
              <a:ext cx="2637687" cy="1776226"/>
            </a:xfrm>
            <a:custGeom>
              <a:avLst/>
              <a:gdLst/>
              <a:ahLst/>
              <a:cxnLst/>
              <a:rect l="l" t="t" r="r" b="b"/>
              <a:pathLst>
                <a:path w="82738" h="55716" extrusionOk="0">
                  <a:moveTo>
                    <a:pt x="1550" y="0"/>
                  </a:moveTo>
                  <a:cubicBezTo>
                    <a:pt x="699" y="0"/>
                    <a:pt x="0" y="699"/>
                    <a:pt x="0" y="1550"/>
                  </a:cubicBezTo>
                  <a:lnTo>
                    <a:pt x="0" y="54165"/>
                  </a:lnTo>
                  <a:cubicBezTo>
                    <a:pt x="0" y="55016"/>
                    <a:pt x="699" y="55715"/>
                    <a:pt x="1550" y="55715"/>
                  </a:cubicBezTo>
                  <a:lnTo>
                    <a:pt x="81187" y="55715"/>
                  </a:lnTo>
                  <a:cubicBezTo>
                    <a:pt x="82038" y="55715"/>
                    <a:pt x="82737" y="55016"/>
                    <a:pt x="82737" y="54165"/>
                  </a:cubicBezTo>
                  <a:lnTo>
                    <a:pt x="82737" y="1550"/>
                  </a:lnTo>
                  <a:cubicBezTo>
                    <a:pt x="82737" y="699"/>
                    <a:pt x="82038" y="0"/>
                    <a:pt x="811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33;p67">
              <a:extLst>
                <a:ext uri="{FF2B5EF4-FFF2-40B4-BE49-F238E27FC236}">
                  <a16:creationId xmlns:a16="http://schemas.microsoft.com/office/drawing/2014/main" id="{D076462D-0506-6C7C-85B8-3D417275D9B0}"/>
                </a:ext>
              </a:extLst>
            </p:cNvPr>
            <p:cNvSpPr/>
            <p:nvPr/>
          </p:nvSpPr>
          <p:spPr>
            <a:xfrm>
              <a:off x="635030" y="1725678"/>
              <a:ext cx="2556298" cy="1525235"/>
            </a:xfrm>
            <a:custGeom>
              <a:avLst/>
              <a:gdLst/>
              <a:ahLst/>
              <a:cxnLst/>
              <a:rect l="l" t="t" r="r" b="b"/>
              <a:pathLst>
                <a:path w="80185" h="47843" extrusionOk="0">
                  <a:moveTo>
                    <a:pt x="1" y="0"/>
                  </a:moveTo>
                  <a:lnTo>
                    <a:pt x="1" y="47843"/>
                  </a:lnTo>
                  <a:lnTo>
                    <a:pt x="80185" y="47843"/>
                  </a:lnTo>
                  <a:lnTo>
                    <a:pt x="801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34;p67">
              <a:extLst>
                <a:ext uri="{FF2B5EF4-FFF2-40B4-BE49-F238E27FC236}">
                  <a16:creationId xmlns:a16="http://schemas.microsoft.com/office/drawing/2014/main" id="{443EDE01-3765-2137-1067-799BE82018B9}"/>
                </a:ext>
              </a:extLst>
            </p:cNvPr>
            <p:cNvSpPr/>
            <p:nvPr/>
          </p:nvSpPr>
          <p:spPr>
            <a:xfrm>
              <a:off x="966464" y="1810960"/>
              <a:ext cx="2057248" cy="1391530"/>
            </a:xfrm>
            <a:custGeom>
              <a:avLst/>
              <a:gdLst/>
              <a:ahLst/>
              <a:cxnLst/>
              <a:rect l="l" t="t" r="r" b="b"/>
              <a:pathLst>
                <a:path w="64531" h="43649" extrusionOk="0">
                  <a:moveTo>
                    <a:pt x="1550" y="0"/>
                  </a:moveTo>
                  <a:cubicBezTo>
                    <a:pt x="699" y="0"/>
                    <a:pt x="0" y="699"/>
                    <a:pt x="0" y="1550"/>
                  </a:cubicBezTo>
                  <a:lnTo>
                    <a:pt x="0" y="42098"/>
                  </a:lnTo>
                  <a:cubicBezTo>
                    <a:pt x="0" y="42979"/>
                    <a:pt x="699" y="43648"/>
                    <a:pt x="1550" y="43648"/>
                  </a:cubicBezTo>
                  <a:lnTo>
                    <a:pt x="62980" y="43648"/>
                  </a:lnTo>
                  <a:cubicBezTo>
                    <a:pt x="63831" y="43648"/>
                    <a:pt x="64530" y="42979"/>
                    <a:pt x="64530" y="42098"/>
                  </a:cubicBezTo>
                  <a:lnTo>
                    <a:pt x="64530" y="1550"/>
                  </a:lnTo>
                  <a:cubicBezTo>
                    <a:pt x="64530" y="699"/>
                    <a:pt x="63831" y="0"/>
                    <a:pt x="629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35;p67">
              <a:extLst>
                <a:ext uri="{FF2B5EF4-FFF2-40B4-BE49-F238E27FC236}">
                  <a16:creationId xmlns:a16="http://schemas.microsoft.com/office/drawing/2014/main" id="{056C52C6-A19D-4E75-CB2A-0779F59607FE}"/>
                </a:ext>
              </a:extLst>
            </p:cNvPr>
            <p:cNvSpPr/>
            <p:nvPr/>
          </p:nvSpPr>
          <p:spPr>
            <a:xfrm>
              <a:off x="966464" y="1806114"/>
              <a:ext cx="2057248" cy="100805"/>
            </a:xfrm>
            <a:custGeom>
              <a:avLst/>
              <a:gdLst/>
              <a:ahLst/>
              <a:cxnLst/>
              <a:rect l="l" t="t" r="r" b="b"/>
              <a:pathLst>
                <a:path w="64531" h="3162" extrusionOk="0">
                  <a:moveTo>
                    <a:pt x="62950" y="0"/>
                  </a:moveTo>
                  <a:lnTo>
                    <a:pt x="1550" y="152"/>
                  </a:lnTo>
                  <a:cubicBezTo>
                    <a:pt x="699" y="152"/>
                    <a:pt x="0" y="851"/>
                    <a:pt x="0" y="1702"/>
                  </a:cubicBezTo>
                  <a:lnTo>
                    <a:pt x="0" y="3161"/>
                  </a:lnTo>
                  <a:lnTo>
                    <a:pt x="64530" y="3040"/>
                  </a:lnTo>
                  <a:lnTo>
                    <a:pt x="64530" y="1550"/>
                  </a:lnTo>
                  <a:cubicBezTo>
                    <a:pt x="64530" y="699"/>
                    <a:pt x="63831" y="0"/>
                    <a:pt x="62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36;p67">
              <a:extLst>
                <a:ext uri="{FF2B5EF4-FFF2-40B4-BE49-F238E27FC236}">
                  <a16:creationId xmlns:a16="http://schemas.microsoft.com/office/drawing/2014/main" id="{096B34B5-7B0F-FA3B-69CE-04FAAA5FA350}"/>
                </a:ext>
              </a:extLst>
            </p:cNvPr>
            <p:cNvSpPr/>
            <p:nvPr/>
          </p:nvSpPr>
          <p:spPr>
            <a:xfrm>
              <a:off x="1046868" y="1852628"/>
              <a:ext cx="32996" cy="32964"/>
            </a:xfrm>
            <a:custGeom>
              <a:avLst/>
              <a:gdLst/>
              <a:ahLst/>
              <a:cxnLst/>
              <a:rect l="l" t="t" r="r" b="b"/>
              <a:pathLst>
                <a:path w="1035" h="1034" extrusionOk="0">
                  <a:moveTo>
                    <a:pt x="518" y="0"/>
                  </a:moveTo>
                  <a:cubicBezTo>
                    <a:pt x="244" y="0"/>
                    <a:pt x="1" y="243"/>
                    <a:pt x="1" y="517"/>
                  </a:cubicBezTo>
                  <a:cubicBezTo>
                    <a:pt x="1" y="821"/>
                    <a:pt x="244" y="1034"/>
                    <a:pt x="518" y="1034"/>
                  </a:cubicBezTo>
                  <a:cubicBezTo>
                    <a:pt x="822" y="1034"/>
                    <a:pt x="1034" y="821"/>
                    <a:pt x="1034" y="517"/>
                  </a:cubicBezTo>
                  <a:cubicBezTo>
                    <a:pt x="1034" y="243"/>
                    <a:pt x="791" y="0"/>
                    <a:pt x="5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37;p67">
              <a:extLst>
                <a:ext uri="{FF2B5EF4-FFF2-40B4-BE49-F238E27FC236}">
                  <a16:creationId xmlns:a16="http://schemas.microsoft.com/office/drawing/2014/main" id="{91CB5573-ECBA-A2FE-E034-4E63DC13491E}"/>
                </a:ext>
              </a:extLst>
            </p:cNvPr>
            <p:cNvSpPr/>
            <p:nvPr/>
          </p:nvSpPr>
          <p:spPr>
            <a:xfrm>
              <a:off x="1117612" y="1852628"/>
              <a:ext cx="32996" cy="32964"/>
            </a:xfrm>
            <a:custGeom>
              <a:avLst/>
              <a:gdLst/>
              <a:ahLst/>
              <a:cxnLst/>
              <a:rect l="l" t="t" r="r" b="b"/>
              <a:pathLst>
                <a:path w="1035" h="1034" extrusionOk="0">
                  <a:moveTo>
                    <a:pt x="518" y="0"/>
                  </a:moveTo>
                  <a:cubicBezTo>
                    <a:pt x="214" y="0"/>
                    <a:pt x="1" y="243"/>
                    <a:pt x="1" y="517"/>
                  </a:cubicBezTo>
                  <a:cubicBezTo>
                    <a:pt x="1" y="821"/>
                    <a:pt x="214" y="1034"/>
                    <a:pt x="518" y="1034"/>
                  </a:cubicBezTo>
                  <a:cubicBezTo>
                    <a:pt x="791" y="1034"/>
                    <a:pt x="1034" y="821"/>
                    <a:pt x="1034" y="517"/>
                  </a:cubicBezTo>
                  <a:cubicBezTo>
                    <a:pt x="1034" y="243"/>
                    <a:pt x="791" y="0"/>
                    <a:pt x="5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38;p67">
              <a:extLst>
                <a:ext uri="{FF2B5EF4-FFF2-40B4-BE49-F238E27FC236}">
                  <a16:creationId xmlns:a16="http://schemas.microsoft.com/office/drawing/2014/main" id="{F44C610F-F459-41CD-89D1-37850754DC35}"/>
                </a:ext>
              </a:extLst>
            </p:cNvPr>
            <p:cNvSpPr/>
            <p:nvPr/>
          </p:nvSpPr>
          <p:spPr>
            <a:xfrm>
              <a:off x="1187399" y="1852628"/>
              <a:ext cx="32964" cy="32964"/>
            </a:xfrm>
            <a:custGeom>
              <a:avLst/>
              <a:gdLst/>
              <a:ahLst/>
              <a:cxnLst/>
              <a:rect l="l" t="t" r="r" b="b"/>
              <a:pathLst>
                <a:path w="1034" h="1034" extrusionOk="0">
                  <a:moveTo>
                    <a:pt x="517" y="0"/>
                  </a:moveTo>
                  <a:cubicBezTo>
                    <a:pt x="244" y="0"/>
                    <a:pt x="0" y="243"/>
                    <a:pt x="0" y="517"/>
                  </a:cubicBezTo>
                  <a:cubicBezTo>
                    <a:pt x="0" y="790"/>
                    <a:pt x="244" y="1034"/>
                    <a:pt x="517" y="1034"/>
                  </a:cubicBezTo>
                  <a:cubicBezTo>
                    <a:pt x="821" y="1034"/>
                    <a:pt x="1034" y="790"/>
                    <a:pt x="1034" y="517"/>
                  </a:cubicBezTo>
                  <a:cubicBezTo>
                    <a:pt x="1034" y="213"/>
                    <a:pt x="821" y="0"/>
                    <a:pt x="5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39;p67">
              <a:extLst>
                <a:ext uri="{FF2B5EF4-FFF2-40B4-BE49-F238E27FC236}">
                  <a16:creationId xmlns:a16="http://schemas.microsoft.com/office/drawing/2014/main" id="{59359FD9-665C-155B-7AA0-EECCF80FD6BB}"/>
                </a:ext>
              </a:extLst>
            </p:cNvPr>
            <p:cNvSpPr/>
            <p:nvPr/>
          </p:nvSpPr>
          <p:spPr>
            <a:xfrm>
              <a:off x="759079" y="1758611"/>
              <a:ext cx="2057248" cy="1392518"/>
            </a:xfrm>
            <a:custGeom>
              <a:avLst/>
              <a:gdLst/>
              <a:ahLst/>
              <a:cxnLst/>
              <a:rect l="l" t="t" r="r" b="b"/>
              <a:pathLst>
                <a:path w="64531" h="43680" extrusionOk="0">
                  <a:moveTo>
                    <a:pt x="1551" y="1"/>
                  </a:moveTo>
                  <a:cubicBezTo>
                    <a:pt x="700" y="1"/>
                    <a:pt x="0" y="700"/>
                    <a:pt x="0" y="1551"/>
                  </a:cubicBezTo>
                  <a:lnTo>
                    <a:pt x="0" y="42129"/>
                  </a:lnTo>
                  <a:cubicBezTo>
                    <a:pt x="0" y="42980"/>
                    <a:pt x="700" y="43679"/>
                    <a:pt x="1551" y="43679"/>
                  </a:cubicBezTo>
                  <a:lnTo>
                    <a:pt x="62980" y="43679"/>
                  </a:lnTo>
                  <a:cubicBezTo>
                    <a:pt x="63831" y="43679"/>
                    <a:pt x="64531" y="42980"/>
                    <a:pt x="64531" y="42129"/>
                  </a:cubicBezTo>
                  <a:lnTo>
                    <a:pt x="64531" y="1551"/>
                  </a:lnTo>
                  <a:cubicBezTo>
                    <a:pt x="64531" y="700"/>
                    <a:pt x="63831" y="1"/>
                    <a:pt x="629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40;p67">
              <a:extLst>
                <a:ext uri="{FF2B5EF4-FFF2-40B4-BE49-F238E27FC236}">
                  <a16:creationId xmlns:a16="http://schemas.microsoft.com/office/drawing/2014/main" id="{6873C24E-C8F9-9438-FBCD-148B7D02964F}"/>
                </a:ext>
              </a:extLst>
            </p:cNvPr>
            <p:cNvSpPr/>
            <p:nvPr/>
          </p:nvSpPr>
          <p:spPr>
            <a:xfrm>
              <a:off x="759079" y="1754754"/>
              <a:ext cx="2057248" cy="100805"/>
            </a:xfrm>
            <a:custGeom>
              <a:avLst/>
              <a:gdLst/>
              <a:ahLst/>
              <a:cxnLst/>
              <a:rect l="l" t="t" r="r" b="b"/>
              <a:pathLst>
                <a:path w="64531" h="3162" extrusionOk="0">
                  <a:moveTo>
                    <a:pt x="62950" y="0"/>
                  </a:moveTo>
                  <a:lnTo>
                    <a:pt x="1551" y="122"/>
                  </a:lnTo>
                  <a:cubicBezTo>
                    <a:pt x="700" y="122"/>
                    <a:pt x="0" y="821"/>
                    <a:pt x="0" y="1672"/>
                  </a:cubicBezTo>
                  <a:lnTo>
                    <a:pt x="0" y="3161"/>
                  </a:lnTo>
                  <a:lnTo>
                    <a:pt x="64531" y="3040"/>
                  </a:lnTo>
                  <a:lnTo>
                    <a:pt x="64531" y="1550"/>
                  </a:lnTo>
                  <a:cubicBezTo>
                    <a:pt x="64531" y="699"/>
                    <a:pt x="63831" y="0"/>
                    <a:pt x="629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41;p67">
              <a:extLst>
                <a:ext uri="{FF2B5EF4-FFF2-40B4-BE49-F238E27FC236}">
                  <a16:creationId xmlns:a16="http://schemas.microsoft.com/office/drawing/2014/main" id="{3F3CB4DF-C2FA-0C6C-8458-CC039ADECF79}"/>
                </a:ext>
              </a:extLst>
            </p:cNvPr>
            <p:cNvSpPr/>
            <p:nvPr/>
          </p:nvSpPr>
          <p:spPr>
            <a:xfrm>
              <a:off x="839514" y="1801268"/>
              <a:ext cx="32964" cy="32964"/>
            </a:xfrm>
            <a:custGeom>
              <a:avLst/>
              <a:gdLst/>
              <a:ahLst/>
              <a:cxnLst/>
              <a:rect l="l" t="t" r="r" b="b"/>
              <a:pathLst>
                <a:path w="1034" h="1034" extrusionOk="0">
                  <a:moveTo>
                    <a:pt x="517" y="0"/>
                  </a:moveTo>
                  <a:cubicBezTo>
                    <a:pt x="243" y="0"/>
                    <a:pt x="0" y="213"/>
                    <a:pt x="0" y="517"/>
                  </a:cubicBezTo>
                  <a:cubicBezTo>
                    <a:pt x="0" y="790"/>
                    <a:pt x="243" y="1034"/>
                    <a:pt x="517" y="1034"/>
                  </a:cubicBezTo>
                  <a:cubicBezTo>
                    <a:pt x="821" y="1034"/>
                    <a:pt x="1034" y="790"/>
                    <a:pt x="1034" y="517"/>
                  </a:cubicBezTo>
                  <a:cubicBezTo>
                    <a:pt x="1034" y="213"/>
                    <a:pt x="791" y="0"/>
                    <a:pt x="5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42;p67">
              <a:extLst>
                <a:ext uri="{FF2B5EF4-FFF2-40B4-BE49-F238E27FC236}">
                  <a16:creationId xmlns:a16="http://schemas.microsoft.com/office/drawing/2014/main" id="{1A7609DD-E17C-4B5F-FC56-D1C147400804}"/>
                </a:ext>
              </a:extLst>
            </p:cNvPr>
            <p:cNvSpPr/>
            <p:nvPr/>
          </p:nvSpPr>
          <p:spPr>
            <a:xfrm>
              <a:off x="909270" y="1801268"/>
              <a:ext cx="33952" cy="32964"/>
            </a:xfrm>
            <a:custGeom>
              <a:avLst/>
              <a:gdLst/>
              <a:ahLst/>
              <a:cxnLst/>
              <a:rect l="l" t="t" r="r" b="b"/>
              <a:pathLst>
                <a:path w="1065" h="1034" extrusionOk="0">
                  <a:moveTo>
                    <a:pt x="548" y="0"/>
                  </a:moveTo>
                  <a:cubicBezTo>
                    <a:pt x="244" y="0"/>
                    <a:pt x="1" y="213"/>
                    <a:pt x="31" y="517"/>
                  </a:cubicBezTo>
                  <a:cubicBezTo>
                    <a:pt x="31" y="790"/>
                    <a:pt x="244" y="1034"/>
                    <a:pt x="548" y="1034"/>
                  </a:cubicBezTo>
                  <a:cubicBezTo>
                    <a:pt x="821" y="1034"/>
                    <a:pt x="1065" y="790"/>
                    <a:pt x="1065" y="517"/>
                  </a:cubicBezTo>
                  <a:cubicBezTo>
                    <a:pt x="1065" y="213"/>
                    <a:pt x="821" y="0"/>
                    <a:pt x="54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43;p67">
              <a:extLst>
                <a:ext uri="{FF2B5EF4-FFF2-40B4-BE49-F238E27FC236}">
                  <a16:creationId xmlns:a16="http://schemas.microsoft.com/office/drawing/2014/main" id="{BB04CAD8-A30E-1A23-9A7F-8BFC2F20662C}"/>
                </a:ext>
              </a:extLst>
            </p:cNvPr>
            <p:cNvSpPr/>
            <p:nvPr/>
          </p:nvSpPr>
          <p:spPr>
            <a:xfrm>
              <a:off x="980014" y="1800280"/>
              <a:ext cx="32996" cy="33952"/>
            </a:xfrm>
            <a:custGeom>
              <a:avLst/>
              <a:gdLst/>
              <a:ahLst/>
              <a:cxnLst/>
              <a:rect l="l" t="t" r="r" b="b"/>
              <a:pathLst>
                <a:path w="1035" h="1065" extrusionOk="0">
                  <a:moveTo>
                    <a:pt x="517" y="1"/>
                  </a:moveTo>
                  <a:cubicBezTo>
                    <a:pt x="244" y="31"/>
                    <a:pt x="1" y="244"/>
                    <a:pt x="1" y="548"/>
                  </a:cubicBezTo>
                  <a:cubicBezTo>
                    <a:pt x="1" y="821"/>
                    <a:pt x="244" y="1065"/>
                    <a:pt x="517" y="1065"/>
                  </a:cubicBezTo>
                  <a:cubicBezTo>
                    <a:pt x="821" y="1065"/>
                    <a:pt x="1034" y="821"/>
                    <a:pt x="1034" y="548"/>
                  </a:cubicBezTo>
                  <a:cubicBezTo>
                    <a:pt x="1034" y="244"/>
                    <a:pt x="821" y="1"/>
                    <a:pt x="5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44;p67">
              <a:extLst>
                <a:ext uri="{FF2B5EF4-FFF2-40B4-BE49-F238E27FC236}">
                  <a16:creationId xmlns:a16="http://schemas.microsoft.com/office/drawing/2014/main" id="{0250CDA0-50B6-9D7D-1A1E-6FD2A64539ED}"/>
                </a:ext>
              </a:extLst>
            </p:cNvPr>
            <p:cNvSpPr/>
            <p:nvPr/>
          </p:nvSpPr>
          <p:spPr>
            <a:xfrm>
              <a:off x="839514" y="1943712"/>
              <a:ext cx="202534" cy="32964"/>
            </a:xfrm>
            <a:custGeom>
              <a:avLst/>
              <a:gdLst/>
              <a:ahLst/>
              <a:cxnLst/>
              <a:rect l="l" t="t" r="r" b="b"/>
              <a:pathLst>
                <a:path w="6353" h="1034" extrusionOk="0">
                  <a:moveTo>
                    <a:pt x="5927" y="0"/>
                  </a:moveTo>
                  <a:lnTo>
                    <a:pt x="426" y="31"/>
                  </a:lnTo>
                  <a:cubicBezTo>
                    <a:pt x="183" y="31"/>
                    <a:pt x="0" y="213"/>
                    <a:pt x="0" y="456"/>
                  </a:cubicBezTo>
                  <a:lnTo>
                    <a:pt x="0" y="608"/>
                  </a:lnTo>
                  <a:cubicBezTo>
                    <a:pt x="0" y="851"/>
                    <a:pt x="183" y="1034"/>
                    <a:pt x="456" y="1034"/>
                  </a:cubicBezTo>
                  <a:lnTo>
                    <a:pt x="5927" y="1034"/>
                  </a:lnTo>
                  <a:cubicBezTo>
                    <a:pt x="6171" y="1034"/>
                    <a:pt x="6353" y="821"/>
                    <a:pt x="6353" y="578"/>
                  </a:cubicBezTo>
                  <a:lnTo>
                    <a:pt x="6353" y="456"/>
                  </a:lnTo>
                  <a:cubicBezTo>
                    <a:pt x="6353" y="213"/>
                    <a:pt x="6171" y="0"/>
                    <a:pt x="5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45;p67">
              <a:extLst>
                <a:ext uri="{FF2B5EF4-FFF2-40B4-BE49-F238E27FC236}">
                  <a16:creationId xmlns:a16="http://schemas.microsoft.com/office/drawing/2014/main" id="{27525353-9D06-FB33-DEB3-53572DFC59C4}"/>
                </a:ext>
              </a:extLst>
            </p:cNvPr>
            <p:cNvSpPr/>
            <p:nvPr/>
          </p:nvSpPr>
          <p:spPr>
            <a:xfrm>
              <a:off x="839514" y="2263479"/>
              <a:ext cx="127934" cy="32996"/>
            </a:xfrm>
            <a:custGeom>
              <a:avLst/>
              <a:gdLst/>
              <a:ahLst/>
              <a:cxnLst/>
              <a:rect l="l" t="t" r="r" b="b"/>
              <a:pathLst>
                <a:path w="4013" h="1035" extrusionOk="0">
                  <a:moveTo>
                    <a:pt x="426" y="1"/>
                  </a:moveTo>
                  <a:cubicBezTo>
                    <a:pt x="183" y="1"/>
                    <a:pt x="0" y="214"/>
                    <a:pt x="0" y="457"/>
                  </a:cubicBezTo>
                  <a:lnTo>
                    <a:pt x="0" y="578"/>
                  </a:lnTo>
                  <a:cubicBezTo>
                    <a:pt x="0" y="821"/>
                    <a:pt x="183" y="1034"/>
                    <a:pt x="456" y="1034"/>
                  </a:cubicBezTo>
                  <a:lnTo>
                    <a:pt x="3587" y="1004"/>
                  </a:lnTo>
                  <a:cubicBezTo>
                    <a:pt x="3830" y="1004"/>
                    <a:pt x="4013" y="821"/>
                    <a:pt x="4013" y="578"/>
                  </a:cubicBezTo>
                  <a:lnTo>
                    <a:pt x="4013" y="426"/>
                  </a:lnTo>
                  <a:cubicBezTo>
                    <a:pt x="4013" y="183"/>
                    <a:pt x="3800" y="1"/>
                    <a:pt x="35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46;p67">
              <a:extLst>
                <a:ext uri="{FF2B5EF4-FFF2-40B4-BE49-F238E27FC236}">
                  <a16:creationId xmlns:a16="http://schemas.microsoft.com/office/drawing/2014/main" id="{762398E4-2E5E-28C2-3299-2EFBACD8B6C1}"/>
                </a:ext>
              </a:extLst>
            </p:cNvPr>
            <p:cNvSpPr/>
            <p:nvPr/>
          </p:nvSpPr>
          <p:spPr>
            <a:xfrm>
              <a:off x="839514" y="2000875"/>
              <a:ext cx="378894" cy="32996"/>
            </a:xfrm>
            <a:custGeom>
              <a:avLst/>
              <a:gdLst/>
              <a:ahLst/>
              <a:cxnLst/>
              <a:rect l="l" t="t" r="r" b="b"/>
              <a:pathLst>
                <a:path w="11885" h="1035" extrusionOk="0">
                  <a:moveTo>
                    <a:pt x="11459" y="1"/>
                  </a:moveTo>
                  <a:lnTo>
                    <a:pt x="426" y="31"/>
                  </a:lnTo>
                  <a:cubicBezTo>
                    <a:pt x="183" y="31"/>
                    <a:pt x="0" y="213"/>
                    <a:pt x="0" y="457"/>
                  </a:cubicBezTo>
                  <a:lnTo>
                    <a:pt x="0" y="608"/>
                  </a:lnTo>
                  <a:cubicBezTo>
                    <a:pt x="0" y="852"/>
                    <a:pt x="183" y="1034"/>
                    <a:pt x="456" y="1034"/>
                  </a:cubicBezTo>
                  <a:lnTo>
                    <a:pt x="11459" y="1004"/>
                  </a:lnTo>
                  <a:cubicBezTo>
                    <a:pt x="11703" y="1004"/>
                    <a:pt x="11885" y="821"/>
                    <a:pt x="11885" y="578"/>
                  </a:cubicBezTo>
                  <a:lnTo>
                    <a:pt x="11885" y="426"/>
                  </a:lnTo>
                  <a:cubicBezTo>
                    <a:pt x="11885" y="183"/>
                    <a:pt x="11703" y="1"/>
                    <a:pt x="114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47;p67">
              <a:extLst>
                <a:ext uri="{FF2B5EF4-FFF2-40B4-BE49-F238E27FC236}">
                  <a16:creationId xmlns:a16="http://schemas.microsoft.com/office/drawing/2014/main" id="{2FFAF500-F5A3-7D4B-2AC9-EAA235D859B1}"/>
                </a:ext>
              </a:extLst>
            </p:cNvPr>
            <p:cNvSpPr/>
            <p:nvPr/>
          </p:nvSpPr>
          <p:spPr>
            <a:xfrm>
              <a:off x="839514" y="2103596"/>
              <a:ext cx="467074" cy="12624"/>
            </a:xfrm>
            <a:custGeom>
              <a:avLst/>
              <a:gdLst/>
              <a:ahLst/>
              <a:cxnLst/>
              <a:rect l="l" t="t" r="r" b="b"/>
              <a:pathLst>
                <a:path w="14651" h="396" extrusionOk="0">
                  <a:moveTo>
                    <a:pt x="14499" y="1"/>
                  </a:moveTo>
                  <a:lnTo>
                    <a:pt x="152" y="31"/>
                  </a:lnTo>
                  <a:cubicBezTo>
                    <a:pt x="61" y="31"/>
                    <a:pt x="0" y="92"/>
                    <a:pt x="0" y="183"/>
                  </a:cubicBezTo>
                  <a:lnTo>
                    <a:pt x="0" y="244"/>
                  </a:lnTo>
                  <a:cubicBezTo>
                    <a:pt x="0" y="335"/>
                    <a:pt x="61" y="396"/>
                    <a:pt x="152" y="396"/>
                  </a:cubicBezTo>
                  <a:lnTo>
                    <a:pt x="14499" y="365"/>
                  </a:lnTo>
                  <a:cubicBezTo>
                    <a:pt x="14560" y="365"/>
                    <a:pt x="14651" y="304"/>
                    <a:pt x="14651" y="213"/>
                  </a:cubicBezTo>
                  <a:lnTo>
                    <a:pt x="14651" y="152"/>
                  </a:lnTo>
                  <a:cubicBezTo>
                    <a:pt x="14651" y="61"/>
                    <a:pt x="14560" y="1"/>
                    <a:pt x="144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48;p67">
              <a:extLst>
                <a:ext uri="{FF2B5EF4-FFF2-40B4-BE49-F238E27FC236}">
                  <a16:creationId xmlns:a16="http://schemas.microsoft.com/office/drawing/2014/main" id="{062F85E2-CD66-86F6-7408-A9FBA2D09284}"/>
                </a:ext>
              </a:extLst>
            </p:cNvPr>
            <p:cNvSpPr/>
            <p:nvPr/>
          </p:nvSpPr>
          <p:spPr>
            <a:xfrm>
              <a:off x="839514" y="2077421"/>
              <a:ext cx="467074" cy="12624"/>
            </a:xfrm>
            <a:custGeom>
              <a:avLst/>
              <a:gdLst/>
              <a:ahLst/>
              <a:cxnLst/>
              <a:rect l="l" t="t" r="r" b="b"/>
              <a:pathLst>
                <a:path w="14651" h="396" extrusionOk="0">
                  <a:moveTo>
                    <a:pt x="14499" y="1"/>
                  </a:moveTo>
                  <a:lnTo>
                    <a:pt x="152" y="31"/>
                  </a:lnTo>
                  <a:cubicBezTo>
                    <a:pt x="61" y="31"/>
                    <a:pt x="0" y="122"/>
                    <a:pt x="0" y="183"/>
                  </a:cubicBezTo>
                  <a:lnTo>
                    <a:pt x="0" y="244"/>
                  </a:lnTo>
                  <a:cubicBezTo>
                    <a:pt x="0" y="335"/>
                    <a:pt x="61" y="396"/>
                    <a:pt x="152" y="396"/>
                  </a:cubicBezTo>
                  <a:lnTo>
                    <a:pt x="14499" y="366"/>
                  </a:lnTo>
                  <a:cubicBezTo>
                    <a:pt x="14560" y="366"/>
                    <a:pt x="14651" y="305"/>
                    <a:pt x="14651" y="214"/>
                  </a:cubicBezTo>
                  <a:lnTo>
                    <a:pt x="14651" y="153"/>
                  </a:lnTo>
                  <a:cubicBezTo>
                    <a:pt x="14651" y="62"/>
                    <a:pt x="14560" y="1"/>
                    <a:pt x="144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49;p67">
              <a:extLst>
                <a:ext uri="{FF2B5EF4-FFF2-40B4-BE49-F238E27FC236}">
                  <a16:creationId xmlns:a16="http://schemas.microsoft.com/office/drawing/2014/main" id="{9192505D-D107-E77A-A929-6ACBCF48C5FE}"/>
                </a:ext>
              </a:extLst>
            </p:cNvPr>
            <p:cNvSpPr/>
            <p:nvPr/>
          </p:nvSpPr>
          <p:spPr>
            <a:xfrm>
              <a:off x="839514" y="2129770"/>
              <a:ext cx="467074" cy="12624"/>
            </a:xfrm>
            <a:custGeom>
              <a:avLst/>
              <a:gdLst/>
              <a:ahLst/>
              <a:cxnLst/>
              <a:rect l="l" t="t" r="r" b="b"/>
              <a:pathLst>
                <a:path w="14651" h="396" extrusionOk="0">
                  <a:moveTo>
                    <a:pt x="14499" y="0"/>
                  </a:moveTo>
                  <a:lnTo>
                    <a:pt x="152" y="31"/>
                  </a:lnTo>
                  <a:cubicBezTo>
                    <a:pt x="61" y="31"/>
                    <a:pt x="0" y="91"/>
                    <a:pt x="0" y="183"/>
                  </a:cubicBezTo>
                  <a:lnTo>
                    <a:pt x="0" y="243"/>
                  </a:lnTo>
                  <a:cubicBezTo>
                    <a:pt x="0" y="335"/>
                    <a:pt x="61" y="395"/>
                    <a:pt x="152" y="395"/>
                  </a:cubicBezTo>
                  <a:lnTo>
                    <a:pt x="14499" y="365"/>
                  </a:lnTo>
                  <a:cubicBezTo>
                    <a:pt x="14560" y="365"/>
                    <a:pt x="14651" y="304"/>
                    <a:pt x="14651" y="213"/>
                  </a:cubicBezTo>
                  <a:lnTo>
                    <a:pt x="14651" y="152"/>
                  </a:lnTo>
                  <a:cubicBezTo>
                    <a:pt x="14651" y="61"/>
                    <a:pt x="14560" y="0"/>
                    <a:pt x="144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50;p67">
              <a:extLst>
                <a:ext uri="{FF2B5EF4-FFF2-40B4-BE49-F238E27FC236}">
                  <a16:creationId xmlns:a16="http://schemas.microsoft.com/office/drawing/2014/main" id="{EBE2FAA5-B2A2-49C9-D906-8D4FA9D522F3}"/>
                </a:ext>
              </a:extLst>
            </p:cNvPr>
            <p:cNvSpPr/>
            <p:nvPr/>
          </p:nvSpPr>
          <p:spPr>
            <a:xfrm>
              <a:off x="839514" y="2155721"/>
              <a:ext cx="467074" cy="12848"/>
            </a:xfrm>
            <a:custGeom>
              <a:avLst/>
              <a:gdLst/>
              <a:ahLst/>
              <a:cxnLst/>
              <a:rect l="l" t="t" r="r" b="b"/>
              <a:pathLst>
                <a:path w="14651" h="403" extrusionOk="0">
                  <a:moveTo>
                    <a:pt x="14525" y="1"/>
                  </a:moveTo>
                  <a:cubicBezTo>
                    <a:pt x="14516" y="1"/>
                    <a:pt x="14507" y="3"/>
                    <a:pt x="14499" y="7"/>
                  </a:cubicBezTo>
                  <a:lnTo>
                    <a:pt x="152" y="37"/>
                  </a:lnTo>
                  <a:cubicBezTo>
                    <a:pt x="61" y="37"/>
                    <a:pt x="0" y="98"/>
                    <a:pt x="0" y="189"/>
                  </a:cubicBezTo>
                  <a:lnTo>
                    <a:pt x="0" y="250"/>
                  </a:lnTo>
                  <a:cubicBezTo>
                    <a:pt x="0" y="341"/>
                    <a:pt x="61" y="402"/>
                    <a:pt x="152" y="402"/>
                  </a:cubicBezTo>
                  <a:lnTo>
                    <a:pt x="14499" y="372"/>
                  </a:lnTo>
                  <a:cubicBezTo>
                    <a:pt x="14560" y="372"/>
                    <a:pt x="14651" y="280"/>
                    <a:pt x="14651" y="220"/>
                  </a:cubicBezTo>
                  <a:lnTo>
                    <a:pt x="14651" y="159"/>
                  </a:lnTo>
                  <a:cubicBezTo>
                    <a:pt x="14651" y="80"/>
                    <a:pt x="14583" y="1"/>
                    <a:pt x="14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51;p67">
              <a:extLst>
                <a:ext uri="{FF2B5EF4-FFF2-40B4-BE49-F238E27FC236}">
                  <a16:creationId xmlns:a16="http://schemas.microsoft.com/office/drawing/2014/main" id="{F6C6623D-3512-6298-7591-BA83BF8310BB}"/>
                </a:ext>
              </a:extLst>
            </p:cNvPr>
            <p:cNvSpPr/>
            <p:nvPr/>
          </p:nvSpPr>
          <p:spPr>
            <a:xfrm>
              <a:off x="839514" y="2181130"/>
              <a:ext cx="349851" cy="13581"/>
            </a:xfrm>
            <a:custGeom>
              <a:avLst/>
              <a:gdLst/>
              <a:ahLst/>
              <a:cxnLst/>
              <a:rect l="l" t="t" r="r" b="b"/>
              <a:pathLst>
                <a:path w="10974" h="426" extrusionOk="0">
                  <a:moveTo>
                    <a:pt x="10821" y="0"/>
                  </a:moveTo>
                  <a:lnTo>
                    <a:pt x="152" y="31"/>
                  </a:lnTo>
                  <a:cubicBezTo>
                    <a:pt x="61" y="31"/>
                    <a:pt x="0" y="122"/>
                    <a:pt x="0" y="183"/>
                  </a:cubicBezTo>
                  <a:lnTo>
                    <a:pt x="0" y="243"/>
                  </a:lnTo>
                  <a:cubicBezTo>
                    <a:pt x="0" y="335"/>
                    <a:pt x="61" y="426"/>
                    <a:pt x="152" y="426"/>
                  </a:cubicBezTo>
                  <a:lnTo>
                    <a:pt x="10821" y="395"/>
                  </a:lnTo>
                  <a:cubicBezTo>
                    <a:pt x="10912" y="395"/>
                    <a:pt x="10973" y="304"/>
                    <a:pt x="10973" y="213"/>
                  </a:cubicBezTo>
                  <a:lnTo>
                    <a:pt x="10973" y="183"/>
                  </a:lnTo>
                  <a:cubicBezTo>
                    <a:pt x="10973" y="91"/>
                    <a:pt x="10912" y="0"/>
                    <a:pt x="108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52;p67">
              <a:extLst>
                <a:ext uri="{FF2B5EF4-FFF2-40B4-BE49-F238E27FC236}">
                  <a16:creationId xmlns:a16="http://schemas.microsoft.com/office/drawing/2014/main" id="{1D88DCED-E640-3148-42C4-ADED7907516F}"/>
                </a:ext>
              </a:extLst>
            </p:cNvPr>
            <p:cNvSpPr/>
            <p:nvPr/>
          </p:nvSpPr>
          <p:spPr>
            <a:xfrm>
              <a:off x="806550" y="3083299"/>
              <a:ext cx="131824" cy="11668"/>
            </a:xfrm>
            <a:custGeom>
              <a:avLst/>
              <a:gdLst/>
              <a:ahLst/>
              <a:cxnLst/>
              <a:rect l="l" t="t" r="r" b="b"/>
              <a:pathLst>
                <a:path w="4135" h="366" extrusionOk="0">
                  <a:moveTo>
                    <a:pt x="153" y="0"/>
                  </a:moveTo>
                  <a:cubicBezTo>
                    <a:pt x="62" y="0"/>
                    <a:pt x="1" y="92"/>
                    <a:pt x="1" y="183"/>
                  </a:cubicBezTo>
                  <a:lnTo>
                    <a:pt x="1" y="213"/>
                  </a:lnTo>
                  <a:cubicBezTo>
                    <a:pt x="1" y="304"/>
                    <a:pt x="62" y="365"/>
                    <a:pt x="153" y="365"/>
                  </a:cubicBezTo>
                  <a:lnTo>
                    <a:pt x="3952" y="365"/>
                  </a:lnTo>
                  <a:cubicBezTo>
                    <a:pt x="4043" y="365"/>
                    <a:pt x="4135" y="304"/>
                    <a:pt x="4135" y="213"/>
                  </a:cubicBezTo>
                  <a:lnTo>
                    <a:pt x="4135" y="152"/>
                  </a:lnTo>
                  <a:cubicBezTo>
                    <a:pt x="4135" y="61"/>
                    <a:pt x="4043" y="0"/>
                    <a:pt x="3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53;p67">
              <a:extLst>
                <a:ext uri="{FF2B5EF4-FFF2-40B4-BE49-F238E27FC236}">
                  <a16:creationId xmlns:a16="http://schemas.microsoft.com/office/drawing/2014/main" id="{20D86986-8564-AD83-AE97-2251900027B9}"/>
                </a:ext>
              </a:extLst>
            </p:cNvPr>
            <p:cNvSpPr/>
            <p:nvPr/>
          </p:nvSpPr>
          <p:spPr>
            <a:xfrm>
              <a:off x="987761" y="3083299"/>
              <a:ext cx="131824" cy="11668"/>
            </a:xfrm>
            <a:custGeom>
              <a:avLst/>
              <a:gdLst/>
              <a:ahLst/>
              <a:cxnLst/>
              <a:rect l="l" t="t" r="r" b="b"/>
              <a:pathLst>
                <a:path w="4135" h="366" extrusionOk="0">
                  <a:moveTo>
                    <a:pt x="183" y="0"/>
                  </a:moveTo>
                  <a:cubicBezTo>
                    <a:pt x="92" y="0"/>
                    <a:pt x="1" y="92"/>
                    <a:pt x="1" y="183"/>
                  </a:cubicBezTo>
                  <a:lnTo>
                    <a:pt x="1" y="213"/>
                  </a:lnTo>
                  <a:cubicBezTo>
                    <a:pt x="1" y="304"/>
                    <a:pt x="92" y="365"/>
                    <a:pt x="183" y="365"/>
                  </a:cubicBezTo>
                  <a:lnTo>
                    <a:pt x="3983" y="365"/>
                  </a:lnTo>
                  <a:cubicBezTo>
                    <a:pt x="4074" y="365"/>
                    <a:pt x="4135" y="304"/>
                    <a:pt x="4135" y="213"/>
                  </a:cubicBezTo>
                  <a:lnTo>
                    <a:pt x="4135" y="152"/>
                  </a:lnTo>
                  <a:cubicBezTo>
                    <a:pt x="4135" y="61"/>
                    <a:pt x="4074"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154;p67">
              <a:extLst>
                <a:ext uri="{FF2B5EF4-FFF2-40B4-BE49-F238E27FC236}">
                  <a16:creationId xmlns:a16="http://schemas.microsoft.com/office/drawing/2014/main" id="{6F80DA9D-62A4-EF4F-4362-270AB47F0A4C}"/>
                </a:ext>
              </a:extLst>
            </p:cNvPr>
            <p:cNvSpPr/>
            <p:nvPr/>
          </p:nvSpPr>
          <p:spPr>
            <a:xfrm>
              <a:off x="1169960" y="3083299"/>
              <a:ext cx="130836" cy="11668"/>
            </a:xfrm>
            <a:custGeom>
              <a:avLst/>
              <a:gdLst/>
              <a:ahLst/>
              <a:cxnLst/>
              <a:rect l="l" t="t" r="r" b="b"/>
              <a:pathLst>
                <a:path w="4104" h="366" extrusionOk="0">
                  <a:moveTo>
                    <a:pt x="152" y="0"/>
                  </a:moveTo>
                  <a:cubicBezTo>
                    <a:pt x="61" y="0"/>
                    <a:pt x="0" y="92"/>
                    <a:pt x="0" y="183"/>
                  </a:cubicBezTo>
                  <a:lnTo>
                    <a:pt x="0" y="213"/>
                  </a:lnTo>
                  <a:cubicBezTo>
                    <a:pt x="0" y="304"/>
                    <a:pt x="61" y="365"/>
                    <a:pt x="152" y="365"/>
                  </a:cubicBezTo>
                  <a:lnTo>
                    <a:pt x="3952" y="365"/>
                  </a:lnTo>
                  <a:cubicBezTo>
                    <a:pt x="4043" y="365"/>
                    <a:pt x="4104" y="304"/>
                    <a:pt x="4104" y="183"/>
                  </a:cubicBezTo>
                  <a:lnTo>
                    <a:pt x="4104" y="152"/>
                  </a:lnTo>
                  <a:cubicBezTo>
                    <a:pt x="4104" y="61"/>
                    <a:pt x="4043" y="0"/>
                    <a:pt x="3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55;p67">
              <a:extLst>
                <a:ext uri="{FF2B5EF4-FFF2-40B4-BE49-F238E27FC236}">
                  <a16:creationId xmlns:a16="http://schemas.microsoft.com/office/drawing/2014/main" id="{F49D27D0-556F-2FEB-910C-C9C1A5FB588D}"/>
                </a:ext>
              </a:extLst>
            </p:cNvPr>
            <p:cNvSpPr/>
            <p:nvPr/>
          </p:nvSpPr>
          <p:spPr>
            <a:xfrm>
              <a:off x="1376358" y="1904945"/>
              <a:ext cx="1295603" cy="924456"/>
            </a:xfrm>
            <a:custGeom>
              <a:avLst/>
              <a:gdLst/>
              <a:ahLst/>
              <a:cxnLst/>
              <a:rect l="l" t="t" r="r" b="b"/>
              <a:pathLst>
                <a:path w="40640" h="28998" extrusionOk="0">
                  <a:moveTo>
                    <a:pt x="1247" y="0"/>
                  </a:moveTo>
                  <a:cubicBezTo>
                    <a:pt x="548" y="0"/>
                    <a:pt x="1" y="548"/>
                    <a:pt x="1" y="1247"/>
                  </a:cubicBezTo>
                  <a:lnTo>
                    <a:pt x="1" y="27752"/>
                  </a:lnTo>
                  <a:cubicBezTo>
                    <a:pt x="1" y="28420"/>
                    <a:pt x="548" y="28998"/>
                    <a:pt x="1247" y="28998"/>
                  </a:cubicBezTo>
                  <a:lnTo>
                    <a:pt x="39363" y="28998"/>
                  </a:lnTo>
                  <a:cubicBezTo>
                    <a:pt x="40062" y="28998"/>
                    <a:pt x="40640" y="28420"/>
                    <a:pt x="40640" y="27752"/>
                  </a:cubicBezTo>
                  <a:lnTo>
                    <a:pt x="40640" y="1247"/>
                  </a:lnTo>
                  <a:cubicBezTo>
                    <a:pt x="40640" y="548"/>
                    <a:pt x="40062" y="0"/>
                    <a:pt x="39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56;p67">
              <a:extLst>
                <a:ext uri="{FF2B5EF4-FFF2-40B4-BE49-F238E27FC236}">
                  <a16:creationId xmlns:a16="http://schemas.microsoft.com/office/drawing/2014/main" id="{3E38CDD2-3D14-3334-56D5-D9CB46DCD0C9}"/>
                </a:ext>
              </a:extLst>
            </p:cNvPr>
            <p:cNvSpPr/>
            <p:nvPr/>
          </p:nvSpPr>
          <p:spPr>
            <a:xfrm>
              <a:off x="1471331" y="2235392"/>
              <a:ext cx="1101805" cy="525223"/>
            </a:xfrm>
            <a:custGeom>
              <a:avLst/>
              <a:gdLst/>
              <a:ahLst/>
              <a:cxnLst/>
              <a:rect l="l" t="t" r="r" b="b"/>
              <a:pathLst>
                <a:path w="34561" h="16475" extrusionOk="0">
                  <a:moveTo>
                    <a:pt x="29606" y="0"/>
                  </a:moveTo>
                  <a:cubicBezTo>
                    <a:pt x="27448" y="0"/>
                    <a:pt x="24834" y="10152"/>
                    <a:pt x="22615" y="10152"/>
                  </a:cubicBezTo>
                  <a:cubicBezTo>
                    <a:pt x="20426" y="10152"/>
                    <a:pt x="19879" y="882"/>
                    <a:pt x="17113" y="882"/>
                  </a:cubicBezTo>
                  <a:cubicBezTo>
                    <a:pt x="14347" y="882"/>
                    <a:pt x="10517" y="13435"/>
                    <a:pt x="6475" y="13435"/>
                  </a:cubicBezTo>
                  <a:cubicBezTo>
                    <a:pt x="2402" y="13435"/>
                    <a:pt x="1155" y="4438"/>
                    <a:pt x="0" y="4438"/>
                  </a:cubicBezTo>
                  <a:lnTo>
                    <a:pt x="0" y="16475"/>
                  </a:lnTo>
                  <a:lnTo>
                    <a:pt x="34560" y="16475"/>
                  </a:lnTo>
                  <a:lnTo>
                    <a:pt x="34560" y="7478"/>
                  </a:lnTo>
                  <a:cubicBezTo>
                    <a:pt x="34560" y="7478"/>
                    <a:pt x="31764" y="0"/>
                    <a:pt x="296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57;p67">
              <a:extLst>
                <a:ext uri="{FF2B5EF4-FFF2-40B4-BE49-F238E27FC236}">
                  <a16:creationId xmlns:a16="http://schemas.microsoft.com/office/drawing/2014/main" id="{FD31A180-95F3-9AAD-71B9-1D57EC565E73}"/>
                </a:ext>
              </a:extLst>
            </p:cNvPr>
            <p:cNvSpPr/>
            <p:nvPr/>
          </p:nvSpPr>
          <p:spPr>
            <a:xfrm>
              <a:off x="2361862" y="1988282"/>
              <a:ext cx="160898" cy="14569"/>
            </a:xfrm>
            <a:custGeom>
              <a:avLst/>
              <a:gdLst/>
              <a:ahLst/>
              <a:cxnLst/>
              <a:rect l="l" t="t" r="r" b="b"/>
              <a:pathLst>
                <a:path w="5047" h="457" extrusionOk="0">
                  <a:moveTo>
                    <a:pt x="1" y="0"/>
                  </a:moveTo>
                  <a:lnTo>
                    <a:pt x="1" y="456"/>
                  </a:lnTo>
                  <a:lnTo>
                    <a:pt x="5047" y="456"/>
                  </a:lnTo>
                  <a:lnTo>
                    <a:pt x="50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58;p67">
              <a:extLst>
                <a:ext uri="{FF2B5EF4-FFF2-40B4-BE49-F238E27FC236}">
                  <a16:creationId xmlns:a16="http://schemas.microsoft.com/office/drawing/2014/main" id="{BC300A8E-4324-23B0-6C19-33CCA7D0EA71}"/>
                </a:ext>
              </a:extLst>
            </p:cNvPr>
            <p:cNvSpPr/>
            <p:nvPr/>
          </p:nvSpPr>
          <p:spPr>
            <a:xfrm>
              <a:off x="2361862" y="2015413"/>
              <a:ext cx="160898" cy="14569"/>
            </a:xfrm>
            <a:custGeom>
              <a:avLst/>
              <a:gdLst/>
              <a:ahLst/>
              <a:cxnLst/>
              <a:rect l="l" t="t" r="r" b="b"/>
              <a:pathLst>
                <a:path w="5047" h="457" extrusionOk="0">
                  <a:moveTo>
                    <a:pt x="1" y="1"/>
                  </a:moveTo>
                  <a:lnTo>
                    <a:pt x="1" y="456"/>
                  </a:lnTo>
                  <a:lnTo>
                    <a:pt x="5047" y="456"/>
                  </a:lnTo>
                  <a:lnTo>
                    <a:pt x="50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159;p67">
              <a:extLst>
                <a:ext uri="{FF2B5EF4-FFF2-40B4-BE49-F238E27FC236}">
                  <a16:creationId xmlns:a16="http://schemas.microsoft.com/office/drawing/2014/main" id="{B3E60627-207D-370A-BA88-CEC7B5A8CAD3}"/>
                </a:ext>
              </a:extLst>
            </p:cNvPr>
            <p:cNvSpPr/>
            <p:nvPr/>
          </p:nvSpPr>
          <p:spPr>
            <a:xfrm>
              <a:off x="2361862" y="2041587"/>
              <a:ext cx="160898" cy="14569"/>
            </a:xfrm>
            <a:custGeom>
              <a:avLst/>
              <a:gdLst/>
              <a:ahLst/>
              <a:cxnLst/>
              <a:rect l="l" t="t" r="r" b="b"/>
              <a:pathLst>
                <a:path w="5047" h="457" extrusionOk="0">
                  <a:moveTo>
                    <a:pt x="1" y="0"/>
                  </a:moveTo>
                  <a:lnTo>
                    <a:pt x="1" y="456"/>
                  </a:lnTo>
                  <a:lnTo>
                    <a:pt x="5047" y="456"/>
                  </a:lnTo>
                  <a:lnTo>
                    <a:pt x="50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160;p67">
              <a:extLst>
                <a:ext uri="{FF2B5EF4-FFF2-40B4-BE49-F238E27FC236}">
                  <a16:creationId xmlns:a16="http://schemas.microsoft.com/office/drawing/2014/main" id="{13D0D354-E969-84A9-5487-77A3BF4DA4ED}"/>
                </a:ext>
              </a:extLst>
            </p:cNvPr>
            <p:cNvSpPr/>
            <p:nvPr/>
          </p:nvSpPr>
          <p:spPr>
            <a:xfrm>
              <a:off x="2258185" y="1988282"/>
              <a:ext cx="72718" cy="14569"/>
            </a:xfrm>
            <a:custGeom>
              <a:avLst/>
              <a:gdLst/>
              <a:ahLst/>
              <a:cxnLst/>
              <a:rect l="l" t="t" r="r" b="b"/>
              <a:pathLst>
                <a:path w="2281" h="457" extrusionOk="0">
                  <a:moveTo>
                    <a:pt x="1" y="0"/>
                  </a:moveTo>
                  <a:lnTo>
                    <a:pt x="1" y="456"/>
                  </a:lnTo>
                  <a:lnTo>
                    <a:pt x="2280" y="456"/>
                  </a:lnTo>
                  <a:lnTo>
                    <a:pt x="2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161;p67">
              <a:extLst>
                <a:ext uri="{FF2B5EF4-FFF2-40B4-BE49-F238E27FC236}">
                  <a16:creationId xmlns:a16="http://schemas.microsoft.com/office/drawing/2014/main" id="{776B5314-7003-9D42-3A83-587601161DC2}"/>
                </a:ext>
              </a:extLst>
            </p:cNvPr>
            <p:cNvSpPr/>
            <p:nvPr/>
          </p:nvSpPr>
          <p:spPr>
            <a:xfrm>
              <a:off x="2258185" y="2015413"/>
              <a:ext cx="72718" cy="14569"/>
            </a:xfrm>
            <a:custGeom>
              <a:avLst/>
              <a:gdLst/>
              <a:ahLst/>
              <a:cxnLst/>
              <a:rect l="l" t="t" r="r" b="b"/>
              <a:pathLst>
                <a:path w="2281" h="457" extrusionOk="0">
                  <a:moveTo>
                    <a:pt x="1" y="1"/>
                  </a:moveTo>
                  <a:lnTo>
                    <a:pt x="1" y="456"/>
                  </a:lnTo>
                  <a:lnTo>
                    <a:pt x="2280" y="456"/>
                  </a:lnTo>
                  <a:lnTo>
                    <a:pt x="22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62;p67">
              <a:extLst>
                <a:ext uri="{FF2B5EF4-FFF2-40B4-BE49-F238E27FC236}">
                  <a16:creationId xmlns:a16="http://schemas.microsoft.com/office/drawing/2014/main" id="{71970DDA-BA12-E83B-3BAF-61E27951AB33}"/>
                </a:ext>
              </a:extLst>
            </p:cNvPr>
            <p:cNvSpPr/>
            <p:nvPr/>
          </p:nvSpPr>
          <p:spPr>
            <a:xfrm>
              <a:off x="2258185" y="2041587"/>
              <a:ext cx="72718" cy="14569"/>
            </a:xfrm>
            <a:custGeom>
              <a:avLst/>
              <a:gdLst/>
              <a:ahLst/>
              <a:cxnLst/>
              <a:rect l="l" t="t" r="r" b="b"/>
              <a:pathLst>
                <a:path w="2281" h="457" extrusionOk="0">
                  <a:moveTo>
                    <a:pt x="1" y="0"/>
                  </a:moveTo>
                  <a:lnTo>
                    <a:pt x="1" y="456"/>
                  </a:lnTo>
                  <a:lnTo>
                    <a:pt x="2280" y="456"/>
                  </a:lnTo>
                  <a:lnTo>
                    <a:pt x="2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163;p67">
              <a:extLst>
                <a:ext uri="{FF2B5EF4-FFF2-40B4-BE49-F238E27FC236}">
                  <a16:creationId xmlns:a16="http://schemas.microsoft.com/office/drawing/2014/main" id="{2E32C5E1-F036-1B30-3041-5F466A66F745}"/>
                </a:ext>
              </a:extLst>
            </p:cNvPr>
            <p:cNvSpPr/>
            <p:nvPr/>
          </p:nvSpPr>
          <p:spPr>
            <a:xfrm>
              <a:off x="1475189" y="2089058"/>
              <a:ext cx="1089212" cy="508773"/>
            </a:xfrm>
            <a:custGeom>
              <a:avLst/>
              <a:gdLst/>
              <a:ahLst/>
              <a:cxnLst/>
              <a:rect l="l" t="t" r="r" b="b"/>
              <a:pathLst>
                <a:path w="34166" h="15959" fill="none" extrusionOk="0">
                  <a:moveTo>
                    <a:pt x="1" y="7022"/>
                  </a:moveTo>
                  <a:cubicBezTo>
                    <a:pt x="1399" y="7721"/>
                    <a:pt x="2736" y="15958"/>
                    <a:pt x="6445" y="15958"/>
                  </a:cubicBezTo>
                  <a:cubicBezTo>
                    <a:pt x="10153" y="15958"/>
                    <a:pt x="13983" y="2554"/>
                    <a:pt x="16536" y="2554"/>
                  </a:cubicBezTo>
                  <a:cubicBezTo>
                    <a:pt x="19089" y="2554"/>
                    <a:pt x="21582" y="13283"/>
                    <a:pt x="24287" y="13283"/>
                  </a:cubicBezTo>
                  <a:cubicBezTo>
                    <a:pt x="27023" y="13283"/>
                    <a:pt x="34166" y="1"/>
                    <a:pt x="34166" y="1"/>
                  </a:cubicBezTo>
                </a:path>
              </a:pathLst>
            </a:custGeom>
            <a:noFill/>
            <a:ln w="9875" cap="flat" cmpd="sng">
              <a:solidFill>
                <a:schemeClr val="accent3"/>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164;p67">
              <a:extLst>
                <a:ext uri="{FF2B5EF4-FFF2-40B4-BE49-F238E27FC236}">
                  <a16:creationId xmlns:a16="http://schemas.microsoft.com/office/drawing/2014/main" id="{E4E62C05-206E-FF17-FB8A-F3828A683F0C}"/>
                </a:ext>
              </a:extLst>
            </p:cNvPr>
            <p:cNvSpPr/>
            <p:nvPr/>
          </p:nvSpPr>
          <p:spPr>
            <a:xfrm>
              <a:off x="1471331" y="2008622"/>
              <a:ext cx="1111496" cy="752974"/>
            </a:xfrm>
            <a:custGeom>
              <a:avLst/>
              <a:gdLst/>
              <a:ahLst/>
              <a:cxnLst/>
              <a:rect l="l" t="t" r="r" b="b"/>
              <a:pathLst>
                <a:path w="34865" h="23619" fill="none" extrusionOk="0">
                  <a:moveTo>
                    <a:pt x="34864" y="23618"/>
                  </a:moveTo>
                  <a:lnTo>
                    <a:pt x="0" y="23618"/>
                  </a:lnTo>
                  <a:lnTo>
                    <a:pt x="0" y="1"/>
                  </a:lnTo>
                </a:path>
              </a:pathLst>
            </a:custGeom>
            <a:noFill/>
            <a:ln w="987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165;p67">
              <a:extLst>
                <a:ext uri="{FF2B5EF4-FFF2-40B4-BE49-F238E27FC236}">
                  <a16:creationId xmlns:a16="http://schemas.microsoft.com/office/drawing/2014/main" id="{EEEED323-936B-8126-F2AC-B6614FA901CD}"/>
                </a:ext>
              </a:extLst>
            </p:cNvPr>
            <p:cNvSpPr/>
            <p:nvPr/>
          </p:nvSpPr>
          <p:spPr>
            <a:xfrm>
              <a:off x="1471331" y="2100694"/>
              <a:ext cx="1101805" cy="659916"/>
            </a:xfrm>
            <a:custGeom>
              <a:avLst/>
              <a:gdLst/>
              <a:ahLst/>
              <a:cxnLst/>
              <a:rect l="l" t="t" r="r" b="b"/>
              <a:pathLst>
                <a:path w="34561" h="20700" extrusionOk="0">
                  <a:moveTo>
                    <a:pt x="14499" y="0"/>
                  </a:moveTo>
                  <a:cubicBezTo>
                    <a:pt x="13070" y="0"/>
                    <a:pt x="11429" y="9636"/>
                    <a:pt x="9909" y="9636"/>
                  </a:cubicBezTo>
                  <a:cubicBezTo>
                    <a:pt x="8420" y="9636"/>
                    <a:pt x="8359" y="4864"/>
                    <a:pt x="6596" y="4864"/>
                  </a:cubicBezTo>
                  <a:cubicBezTo>
                    <a:pt x="4377" y="4864"/>
                    <a:pt x="0" y="13982"/>
                    <a:pt x="0" y="13982"/>
                  </a:cubicBezTo>
                  <a:lnTo>
                    <a:pt x="0" y="20700"/>
                  </a:lnTo>
                  <a:lnTo>
                    <a:pt x="34560" y="20700"/>
                  </a:lnTo>
                  <a:lnTo>
                    <a:pt x="34560" y="9453"/>
                  </a:lnTo>
                  <a:cubicBezTo>
                    <a:pt x="34560" y="9453"/>
                    <a:pt x="32949" y="1733"/>
                    <a:pt x="31521" y="1733"/>
                  </a:cubicBezTo>
                  <a:cubicBezTo>
                    <a:pt x="30062" y="1733"/>
                    <a:pt x="27539" y="14377"/>
                    <a:pt x="24955" y="14377"/>
                  </a:cubicBezTo>
                  <a:cubicBezTo>
                    <a:pt x="23648" y="14377"/>
                    <a:pt x="22372" y="3891"/>
                    <a:pt x="21125" y="3891"/>
                  </a:cubicBezTo>
                  <a:cubicBezTo>
                    <a:pt x="19909" y="3891"/>
                    <a:pt x="19484" y="11459"/>
                    <a:pt x="17539" y="11459"/>
                  </a:cubicBezTo>
                  <a:cubicBezTo>
                    <a:pt x="15593" y="11459"/>
                    <a:pt x="15897" y="0"/>
                    <a:pt x="14499" y="0"/>
                  </a:cubicBezTo>
                  <a:close/>
                </a:path>
              </a:pathLst>
            </a:custGeom>
            <a:solidFill>
              <a:srgbClr val="39B0D1">
                <a:alpha val="58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66;p67">
              <a:extLst>
                <a:ext uri="{FF2B5EF4-FFF2-40B4-BE49-F238E27FC236}">
                  <a16:creationId xmlns:a16="http://schemas.microsoft.com/office/drawing/2014/main" id="{256B9E0A-7F5B-36AD-1D66-622C1F9B9392}"/>
                </a:ext>
              </a:extLst>
            </p:cNvPr>
            <p:cNvSpPr/>
            <p:nvPr/>
          </p:nvSpPr>
          <p:spPr>
            <a:xfrm>
              <a:off x="1466485" y="2300301"/>
              <a:ext cx="17470" cy="17470"/>
            </a:xfrm>
            <a:custGeom>
              <a:avLst/>
              <a:gdLst/>
              <a:ahLst/>
              <a:cxnLst/>
              <a:rect l="l" t="t" r="r" b="b"/>
              <a:pathLst>
                <a:path w="548" h="548" extrusionOk="0">
                  <a:moveTo>
                    <a:pt x="274" y="1"/>
                  </a:moveTo>
                  <a:cubicBezTo>
                    <a:pt x="122" y="1"/>
                    <a:pt x="0" y="122"/>
                    <a:pt x="0" y="274"/>
                  </a:cubicBezTo>
                  <a:cubicBezTo>
                    <a:pt x="0" y="426"/>
                    <a:pt x="122" y="548"/>
                    <a:pt x="274" y="548"/>
                  </a:cubicBezTo>
                  <a:cubicBezTo>
                    <a:pt x="426" y="548"/>
                    <a:pt x="547" y="426"/>
                    <a:pt x="547" y="274"/>
                  </a:cubicBezTo>
                  <a:cubicBezTo>
                    <a:pt x="547" y="122"/>
                    <a:pt x="426" y="1"/>
                    <a:pt x="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67;p67">
              <a:extLst>
                <a:ext uri="{FF2B5EF4-FFF2-40B4-BE49-F238E27FC236}">
                  <a16:creationId xmlns:a16="http://schemas.microsoft.com/office/drawing/2014/main" id="{7E0C22B5-70C9-5298-9799-F05207DCA83A}"/>
                </a:ext>
              </a:extLst>
            </p:cNvPr>
            <p:cNvSpPr/>
            <p:nvPr/>
          </p:nvSpPr>
          <p:spPr>
            <a:xfrm>
              <a:off x="1576953" y="2522225"/>
              <a:ext cx="17470" cy="17470"/>
            </a:xfrm>
            <a:custGeom>
              <a:avLst/>
              <a:gdLst/>
              <a:ahLst/>
              <a:cxnLst/>
              <a:rect l="l" t="t" r="r" b="b"/>
              <a:pathLst>
                <a:path w="548" h="548" extrusionOk="0">
                  <a:moveTo>
                    <a:pt x="274" y="0"/>
                  </a:moveTo>
                  <a:cubicBezTo>
                    <a:pt x="122" y="0"/>
                    <a:pt x="0" y="122"/>
                    <a:pt x="0" y="274"/>
                  </a:cubicBezTo>
                  <a:cubicBezTo>
                    <a:pt x="0" y="426"/>
                    <a:pt x="122" y="548"/>
                    <a:pt x="274" y="548"/>
                  </a:cubicBezTo>
                  <a:cubicBezTo>
                    <a:pt x="426" y="548"/>
                    <a:pt x="548" y="426"/>
                    <a:pt x="548" y="274"/>
                  </a:cubicBezTo>
                  <a:cubicBezTo>
                    <a:pt x="548" y="122"/>
                    <a:pt x="426" y="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168;p67">
              <a:extLst>
                <a:ext uri="{FF2B5EF4-FFF2-40B4-BE49-F238E27FC236}">
                  <a16:creationId xmlns:a16="http://schemas.microsoft.com/office/drawing/2014/main" id="{0DA0A0A6-63B5-FA2A-CF48-897A27D6FBAB}"/>
                </a:ext>
              </a:extLst>
            </p:cNvPr>
            <p:cNvSpPr/>
            <p:nvPr/>
          </p:nvSpPr>
          <p:spPr>
            <a:xfrm>
              <a:off x="1994593" y="2161746"/>
              <a:ext cx="17502" cy="17470"/>
            </a:xfrm>
            <a:custGeom>
              <a:avLst/>
              <a:gdLst/>
              <a:ahLst/>
              <a:cxnLst/>
              <a:rect l="l" t="t" r="r" b="b"/>
              <a:pathLst>
                <a:path w="549" h="548" extrusionOk="0">
                  <a:moveTo>
                    <a:pt x="275" y="0"/>
                  </a:moveTo>
                  <a:cubicBezTo>
                    <a:pt x="123" y="0"/>
                    <a:pt x="1" y="122"/>
                    <a:pt x="1" y="274"/>
                  </a:cubicBezTo>
                  <a:cubicBezTo>
                    <a:pt x="1" y="426"/>
                    <a:pt x="123" y="547"/>
                    <a:pt x="275" y="547"/>
                  </a:cubicBezTo>
                  <a:cubicBezTo>
                    <a:pt x="427" y="547"/>
                    <a:pt x="548" y="426"/>
                    <a:pt x="548" y="274"/>
                  </a:cubicBezTo>
                  <a:cubicBezTo>
                    <a:pt x="548" y="122"/>
                    <a:pt x="427" y="0"/>
                    <a:pt x="2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169;p67">
              <a:extLst>
                <a:ext uri="{FF2B5EF4-FFF2-40B4-BE49-F238E27FC236}">
                  <a16:creationId xmlns:a16="http://schemas.microsoft.com/office/drawing/2014/main" id="{F689C31F-9972-7518-38B6-4D54AD3558BD}"/>
                </a:ext>
              </a:extLst>
            </p:cNvPr>
            <p:cNvSpPr/>
            <p:nvPr/>
          </p:nvSpPr>
          <p:spPr>
            <a:xfrm>
              <a:off x="1885114" y="2301290"/>
              <a:ext cx="17470" cy="18427"/>
            </a:xfrm>
            <a:custGeom>
              <a:avLst/>
              <a:gdLst/>
              <a:ahLst/>
              <a:cxnLst/>
              <a:rect l="l" t="t" r="r" b="b"/>
              <a:pathLst>
                <a:path w="548" h="578" extrusionOk="0">
                  <a:moveTo>
                    <a:pt x="274" y="0"/>
                  </a:moveTo>
                  <a:cubicBezTo>
                    <a:pt x="122" y="0"/>
                    <a:pt x="0" y="152"/>
                    <a:pt x="0" y="274"/>
                  </a:cubicBezTo>
                  <a:cubicBezTo>
                    <a:pt x="0" y="426"/>
                    <a:pt x="122" y="578"/>
                    <a:pt x="274" y="578"/>
                  </a:cubicBezTo>
                  <a:cubicBezTo>
                    <a:pt x="426" y="578"/>
                    <a:pt x="547" y="426"/>
                    <a:pt x="547" y="274"/>
                  </a:cubicBezTo>
                  <a:cubicBezTo>
                    <a:pt x="547" y="152"/>
                    <a:pt x="426" y="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170;p67">
              <a:extLst>
                <a:ext uri="{FF2B5EF4-FFF2-40B4-BE49-F238E27FC236}">
                  <a16:creationId xmlns:a16="http://schemas.microsoft.com/office/drawing/2014/main" id="{32041957-9CD1-85D8-CB74-BA987E385ADD}"/>
                </a:ext>
              </a:extLst>
            </p:cNvPr>
            <p:cNvSpPr/>
            <p:nvPr/>
          </p:nvSpPr>
          <p:spPr>
            <a:xfrm>
              <a:off x="2443285" y="2272214"/>
              <a:ext cx="17470" cy="17470"/>
            </a:xfrm>
            <a:custGeom>
              <a:avLst/>
              <a:gdLst/>
              <a:ahLst/>
              <a:cxnLst/>
              <a:rect l="l" t="t" r="r" b="b"/>
              <a:pathLst>
                <a:path w="548" h="548" extrusionOk="0">
                  <a:moveTo>
                    <a:pt x="274" y="0"/>
                  </a:moveTo>
                  <a:cubicBezTo>
                    <a:pt x="122" y="0"/>
                    <a:pt x="0" y="122"/>
                    <a:pt x="0" y="274"/>
                  </a:cubicBezTo>
                  <a:cubicBezTo>
                    <a:pt x="0" y="426"/>
                    <a:pt x="122" y="547"/>
                    <a:pt x="274" y="547"/>
                  </a:cubicBezTo>
                  <a:cubicBezTo>
                    <a:pt x="426" y="547"/>
                    <a:pt x="547" y="426"/>
                    <a:pt x="547" y="274"/>
                  </a:cubicBezTo>
                  <a:cubicBezTo>
                    <a:pt x="547" y="122"/>
                    <a:pt x="426" y="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171;p67">
              <a:extLst>
                <a:ext uri="{FF2B5EF4-FFF2-40B4-BE49-F238E27FC236}">
                  <a16:creationId xmlns:a16="http://schemas.microsoft.com/office/drawing/2014/main" id="{75CE6BA4-4B61-BA0B-9262-A041224F242C}"/>
                </a:ext>
              </a:extLst>
            </p:cNvPr>
            <p:cNvSpPr/>
            <p:nvPr/>
          </p:nvSpPr>
          <p:spPr>
            <a:xfrm>
              <a:off x="2555698" y="2080354"/>
              <a:ext cx="17470" cy="17470"/>
            </a:xfrm>
            <a:custGeom>
              <a:avLst/>
              <a:gdLst/>
              <a:ahLst/>
              <a:cxnLst/>
              <a:rect l="l" t="t" r="r" b="b"/>
              <a:pathLst>
                <a:path w="548" h="548" extrusionOk="0">
                  <a:moveTo>
                    <a:pt x="274" y="0"/>
                  </a:moveTo>
                  <a:cubicBezTo>
                    <a:pt x="122" y="0"/>
                    <a:pt x="0" y="122"/>
                    <a:pt x="0" y="274"/>
                  </a:cubicBezTo>
                  <a:cubicBezTo>
                    <a:pt x="0" y="426"/>
                    <a:pt x="122" y="547"/>
                    <a:pt x="274" y="547"/>
                  </a:cubicBezTo>
                  <a:cubicBezTo>
                    <a:pt x="426" y="547"/>
                    <a:pt x="547" y="426"/>
                    <a:pt x="547" y="274"/>
                  </a:cubicBezTo>
                  <a:cubicBezTo>
                    <a:pt x="547" y="122"/>
                    <a:pt x="426" y="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72;p67">
              <a:extLst>
                <a:ext uri="{FF2B5EF4-FFF2-40B4-BE49-F238E27FC236}">
                  <a16:creationId xmlns:a16="http://schemas.microsoft.com/office/drawing/2014/main" id="{9515787C-00FC-7BAA-C3B2-4805AA7EF650}"/>
                </a:ext>
              </a:extLst>
            </p:cNvPr>
            <p:cNvSpPr/>
            <p:nvPr/>
          </p:nvSpPr>
          <p:spPr>
            <a:xfrm>
              <a:off x="2240746" y="2502841"/>
              <a:ext cx="17470" cy="17470"/>
            </a:xfrm>
            <a:custGeom>
              <a:avLst/>
              <a:gdLst/>
              <a:ahLst/>
              <a:cxnLst/>
              <a:rect l="l" t="t" r="r" b="b"/>
              <a:pathLst>
                <a:path w="548" h="548" extrusionOk="0">
                  <a:moveTo>
                    <a:pt x="274" y="0"/>
                  </a:moveTo>
                  <a:cubicBezTo>
                    <a:pt x="122" y="0"/>
                    <a:pt x="0" y="122"/>
                    <a:pt x="0" y="274"/>
                  </a:cubicBezTo>
                  <a:cubicBezTo>
                    <a:pt x="0" y="426"/>
                    <a:pt x="122" y="548"/>
                    <a:pt x="274" y="548"/>
                  </a:cubicBezTo>
                  <a:cubicBezTo>
                    <a:pt x="426" y="548"/>
                    <a:pt x="548" y="426"/>
                    <a:pt x="548" y="274"/>
                  </a:cubicBezTo>
                  <a:cubicBezTo>
                    <a:pt x="548" y="122"/>
                    <a:pt x="426" y="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173;p67">
              <a:extLst>
                <a:ext uri="{FF2B5EF4-FFF2-40B4-BE49-F238E27FC236}">
                  <a16:creationId xmlns:a16="http://schemas.microsoft.com/office/drawing/2014/main" id="{AF31BB1B-B2ED-A116-8898-434D91BB37BF}"/>
                </a:ext>
              </a:extLst>
            </p:cNvPr>
            <p:cNvSpPr/>
            <p:nvPr/>
          </p:nvSpPr>
          <p:spPr>
            <a:xfrm>
              <a:off x="1806623" y="2448580"/>
              <a:ext cx="17470" cy="17470"/>
            </a:xfrm>
            <a:custGeom>
              <a:avLst/>
              <a:gdLst/>
              <a:ahLst/>
              <a:cxnLst/>
              <a:rect l="l" t="t" r="r" b="b"/>
              <a:pathLst>
                <a:path w="548" h="548" extrusionOk="0">
                  <a:moveTo>
                    <a:pt x="274" y="0"/>
                  </a:moveTo>
                  <a:cubicBezTo>
                    <a:pt x="122" y="0"/>
                    <a:pt x="0" y="122"/>
                    <a:pt x="0" y="274"/>
                  </a:cubicBezTo>
                  <a:cubicBezTo>
                    <a:pt x="0" y="426"/>
                    <a:pt x="122" y="547"/>
                    <a:pt x="274" y="547"/>
                  </a:cubicBezTo>
                  <a:cubicBezTo>
                    <a:pt x="426" y="547"/>
                    <a:pt x="547" y="426"/>
                    <a:pt x="547" y="274"/>
                  </a:cubicBezTo>
                  <a:cubicBezTo>
                    <a:pt x="547" y="122"/>
                    <a:pt x="426" y="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174;p67">
              <a:extLst>
                <a:ext uri="{FF2B5EF4-FFF2-40B4-BE49-F238E27FC236}">
                  <a16:creationId xmlns:a16="http://schemas.microsoft.com/office/drawing/2014/main" id="{BC0810BB-BD27-B861-9951-D83DB9EA7208}"/>
                </a:ext>
              </a:extLst>
            </p:cNvPr>
            <p:cNvSpPr/>
            <p:nvPr/>
          </p:nvSpPr>
          <p:spPr>
            <a:xfrm>
              <a:off x="2144816" y="2396231"/>
              <a:ext cx="17470" cy="17502"/>
            </a:xfrm>
            <a:custGeom>
              <a:avLst/>
              <a:gdLst/>
              <a:ahLst/>
              <a:cxnLst/>
              <a:rect l="l" t="t" r="r" b="b"/>
              <a:pathLst>
                <a:path w="548" h="549" extrusionOk="0">
                  <a:moveTo>
                    <a:pt x="274" y="1"/>
                  </a:moveTo>
                  <a:cubicBezTo>
                    <a:pt x="122" y="1"/>
                    <a:pt x="0" y="123"/>
                    <a:pt x="0" y="275"/>
                  </a:cubicBezTo>
                  <a:cubicBezTo>
                    <a:pt x="0" y="427"/>
                    <a:pt x="122" y="548"/>
                    <a:pt x="274" y="548"/>
                  </a:cubicBezTo>
                  <a:cubicBezTo>
                    <a:pt x="426" y="548"/>
                    <a:pt x="547" y="427"/>
                    <a:pt x="547" y="275"/>
                  </a:cubicBezTo>
                  <a:cubicBezTo>
                    <a:pt x="547" y="123"/>
                    <a:pt x="426" y="1"/>
                    <a:pt x="2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175;p67">
              <a:extLst>
                <a:ext uri="{FF2B5EF4-FFF2-40B4-BE49-F238E27FC236}">
                  <a16:creationId xmlns:a16="http://schemas.microsoft.com/office/drawing/2014/main" id="{41521BF5-81E5-ED2B-12E8-37048DEA806B}"/>
                </a:ext>
              </a:extLst>
            </p:cNvPr>
            <p:cNvSpPr/>
            <p:nvPr/>
          </p:nvSpPr>
          <p:spPr>
            <a:xfrm>
              <a:off x="849206" y="2846837"/>
              <a:ext cx="165712" cy="165744"/>
            </a:xfrm>
            <a:custGeom>
              <a:avLst/>
              <a:gdLst/>
              <a:ahLst/>
              <a:cxnLst/>
              <a:rect l="l" t="t" r="r" b="b"/>
              <a:pathLst>
                <a:path w="5198" h="5199" extrusionOk="0">
                  <a:moveTo>
                    <a:pt x="2614" y="1"/>
                  </a:moveTo>
                  <a:cubicBezTo>
                    <a:pt x="1155" y="1"/>
                    <a:pt x="0" y="1156"/>
                    <a:pt x="0" y="2585"/>
                  </a:cubicBezTo>
                  <a:cubicBezTo>
                    <a:pt x="0" y="4013"/>
                    <a:pt x="1155" y="5199"/>
                    <a:pt x="2614" y="5199"/>
                  </a:cubicBezTo>
                  <a:cubicBezTo>
                    <a:pt x="2827" y="5199"/>
                    <a:pt x="3009" y="5168"/>
                    <a:pt x="3222" y="5107"/>
                  </a:cubicBezTo>
                  <a:lnTo>
                    <a:pt x="2888" y="3679"/>
                  </a:lnTo>
                  <a:cubicBezTo>
                    <a:pt x="2797" y="3679"/>
                    <a:pt x="2705" y="3709"/>
                    <a:pt x="2614" y="3709"/>
                  </a:cubicBezTo>
                  <a:cubicBezTo>
                    <a:pt x="1976" y="3709"/>
                    <a:pt x="1490" y="3192"/>
                    <a:pt x="1490" y="2585"/>
                  </a:cubicBezTo>
                  <a:cubicBezTo>
                    <a:pt x="1490" y="1977"/>
                    <a:pt x="1976" y="1460"/>
                    <a:pt x="2614" y="1460"/>
                  </a:cubicBezTo>
                  <a:cubicBezTo>
                    <a:pt x="3222" y="1460"/>
                    <a:pt x="3709" y="1977"/>
                    <a:pt x="3709" y="2585"/>
                  </a:cubicBezTo>
                  <a:cubicBezTo>
                    <a:pt x="3709" y="2706"/>
                    <a:pt x="3709" y="2797"/>
                    <a:pt x="3678" y="2889"/>
                  </a:cubicBezTo>
                  <a:lnTo>
                    <a:pt x="5076" y="3405"/>
                  </a:lnTo>
                  <a:cubicBezTo>
                    <a:pt x="5168" y="3132"/>
                    <a:pt x="5198" y="2858"/>
                    <a:pt x="5198" y="2585"/>
                  </a:cubicBezTo>
                  <a:cubicBezTo>
                    <a:pt x="5198" y="1156"/>
                    <a:pt x="4043" y="1"/>
                    <a:pt x="26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76;p67">
              <a:extLst>
                <a:ext uri="{FF2B5EF4-FFF2-40B4-BE49-F238E27FC236}">
                  <a16:creationId xmlns:a16="http://schemas.microsoft.com/office/drawing/2014/main" id="{EA787393-025F-32D7-F754-5A34CF02310A}"/>
                </a:ext>
              </a:extLst>
            </p:cNvPr>
            <p:cNvSpPr/>
            <p:nvPr/>
          </p:nvSpPr>
          <p:spPr>
            <a:xfrm>
              <a:off x="1092426" y="2846837"/>
              <a:ext cx="165744" cy="165744"/>
            </a:xfrm>
            <a:custGeom>
              <a:avLst/>
              <a:gdLst/>
              <a:ahLst/>
              <a:cxnLst/>
              <a:rect l="l" t="t" r="r" b="b"/>
              <a:pathLst>
                <a:path w="5199" h="5199" extrusionOk="0">
                  <a:moveTo>
                    <a:pt x="2615" y="1"/>
                  </a:moveTo>
                  <a:cubicBezTo>
                    <a:pt x="1156" y="1"/>
                    <a:pt x="1" y="1156"/>
                    <a:pt x="1" y="2585"/>
                  </a:cubicBezTo>
                  <a:cubicBezTo>
                    <a:pt x="1" y="4013"/>
                    <a:pt x="1156" y="5199"/>
                    <a:pt x="2615" y="5199"/>
                  </a:cubicBezTo>
                  <a:cubicBezTo>
                    <a:pt x="4043" y="5199"/>
                    <a:pt x="5198" y="4013"/>
                    <a:pt x="5198" y="2585"/>
                  </a:cubicBezTo>
                  <a:cubicBezTo>
                    <a:pt x="5198" y="2372"/>
                    <a:pt x="5168" y="2159"/>
                    <a:pt x="5137" y="1977"/>
                  </a:cubicBezTo>
                  <a:lnTo>
                    <a:pt x="3678" y="2311"/>
                  </a:lnTo>
                  <a:cubicBezTo>
                    <a:pt x="3709" y="2402"/>
                    <a:pt x="3739" y="2493"/>
                    <a:pt x="3739" y="2585"/>
                  </a:cubicBezTo>
                  <a:cubicBezTo>
                    <a:pt x="3739" y="3192"/>
                    <a:pt x="3223" y="3709"/>
                    <a:pt x="2615" y="3709"/>
                  </a:cubicBezTo>
                  <a:cubicBezTo>
                    <a:pt x="1976" y="3709"/>
                    <a:pt x="1490" y="3192"/>
                    <a:pt x="1490" y="2585"/>
                  </a:cubicBezTo>
                  <a:cubicBezTo>
                    <a:pt x="1490" y="1977"/>
                    <a:pt x="1976" y="1460"/>
                    <a:pt x="2615" y="1460"/>
                  </a:cubicBezTo>
                  <a:cubicBezTo>
                    <a:pt x="2706" y="1460"/>
                    <a:pt x="2827" y="1490"/>
                    <a:pt x="2919" y="1521"/>
                  </a:cubicBezTo>
                  <a:lnTo>
                    <a:pt x="3405" y="123"/>
                  </a:lnTo>
                  <a:cubicBezTo>
                    <a:pt x="3162" y="31"/>
                    <a:pt x="2888" y="1"/>
                    <a:pt x="26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77;p67">
              <a:extLst>
                <a:ext uri="{FF2B5EF4-FFF2-40B4-BE49-F238E27FC236}">
                  <a16:creationId xmlns:a16="http://schemas.microsoft.com/office/drawing/2014/main" id="{6CD86952-1524-2278-E207-5071E8E4941D}"/>
                </a:ext>
              </a:extLst>
            </p:cNvPr>
            <p:cNvSpPr/>
            <p:nvPr/>
          </p:nvSpPr>
          <p:spPr>
            <a:xfrm>
              <a:off x="823032" y="2355551"/>
              <a:ext cx="495192" cy="211269"/>
            </a:xfrm>
            <a:custGeom>
              <a:avLst/>
              <a:gdLst/>
              <a:ahLst/>
              <a:cxnLst/>
              <a:rect l="l" t="t" r="r" b="b"/>
              <a:pathLst>
                <a:path w="15533" h="6627" extrusionOk="0">
                  <a:moveTo>
                    <a:pt x="578" y="0"/>
                  </a:moveTo>
                  <a:cubicBezTo>
                    <a:pt x="274" y="0"/>
                    <a:pt x="1" y="244"/>
                    <a:pt x="1" y="578"/>
                  </a:cubicBezTo>
                  <a:lnTo>
                    <a:pt x="1" y="6049"/>
                  </a:lnTo>
                  <a:cubicBezTo>
                    <a:pt x="1" y="6353"/>
                    <a:pt x="274" y="6627"/>
                    <a:pt x="578" y="6627"/>
                  </a:cubicBezTo>
                  <a:lnTo>
                    <a:pt x="14955" y="6627"/>
                  </a:lnTo>
                  <a:cubicBezTo>
                    <a:pt x="15259" y="6627"/>
                    <a:pt x="15533" y="6353"/>
                    <a:pt x="15533" y="6049"/>
                  </a:cubicBezTo>
                  <a:lnTo>
                    <a:pt x="15533" y="578"/>
                  </a:lnTo>
                  <a:cubicBezTo>
                    <a:pt x="15533" y="244"/>
                    <a:pt x="15259" y="0"/>
                    <a:pt x="149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78;p67">
              <a:extLst>
                <a:ext uri="{FF2B5EF4-FFF2-40B4-BE49-F238E27FC236}">
                  <a16:creationId xmlns:a16="http://schemas.microsoft.com/office/drawing/2014/main" id="{AE9EB61B-DC8A-6279-DCC2-3DA9946F0FDC}"/>
                </a:ext>
              </a:extLst>
            </p:cNvPr>
            <p:cNvSpPr/>
            <p:nvPr/>
          </p:nvSpPr>
          <p:spPr>
            <a:xfrm>
              <a:off x="1863785" y="3296487"/>
              <a:ext cx="98860" cy="97903"/>
            </a:xfrm>
            <a:custGeom>
              <a:avLst/>
              <a:gdLst/>
              <a:ahLst/>
              <a:cxnLst/>
              <a:rect l="l" t="t" r="r" b="b"/>
              <a:pathLst>
                <a:path w="3101" h="3071" extrusionOk="0">
                  <a:moveTo>
                    <a:pt x="1551" y="0"/>
                  </a:moveTo>
                  <a:cubicBezTo>
                    <a:pt x="700" y="0"/>
                    <a:pt x="1" y="700"/>
                    <a:pt x="1" y="1520"/>
                  </a:cubicBezTo>
                  <a:cubicBezTo>
                    <a:pt x="1" y="2371"/>
                    <a:pt x="700" y="3070"/>
                    <a:pt x="1551" y="3070"/>
                  </a:cubicBezTo>
                  <a:cubicBezTo>
                    <a:pt x="2402" y="3070"/>
                    <a:pt x="3101" y="2371"/>
                    <a:pt x="3101" y="1520"/>
                  </a:cubicBezTo>
                  <a:cubicBezTo>
                    <a:pt x="3101" y="700"/>
                    <a:pt x="2402" y="0"/>
                    <a:pt x="15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179;p67">
              <a:extLst>
                <a:ext uri="{FF2B5EF4-FFF2-40B4-BE49-F238E27FC236}">
                  <a16:creationId xmlns:a16="http://schemas.microsoft.com/office/drawing/2014/main" id="{752C4CF7-BC43-621F-190E-0A57B5132610}"/>
                </a:ext>
              </a:extLst>
            </p:cNvPr>
            <p:cNvSpPr/>
            <p:nvPr/>
          </p:nvSpPr>
          <p:spPr>
            <a:xfrm>
              <a:off x="3136154" y="3598814"/>
              <a:ext cx="663805" cy="148306"/>
            </a:xfrm>
            <a:custGeom>
              <a:avLst/>
              <a:gdLst/>
              <a:ahLst/>
              <a:cxnLst/>
              <a:rect l="l" t="t" r="r" b="b"/>
              <a:pathLst>
                <a:path w="20822" h="4652" extrusionOk="0">
                  <a:moveTo>
                    <a:pt x="0" y="1"/>
                  </a:moveTo>
                  <a:lnTo>
                    <a:pt x="0" y="2858"/>
                  </a:lnTo>
                  <a:cubicBezTo>
                    <a:pt x="0" y="3861"/>
                    <a:pt x="4651" y="4651"/>
                    <a:pt x="10395" y="4651"/>
                  </a:cubicBezTo>
                  <a:cubicBezTo>
                    <a:pt x="16171" y="4651"/>
                    <a:pt x="20821" y="3861"/>
                    <a:pt x="20821" y="2858"/>
                  </a:cubicBezTo>
                  <a:lnTo>
                    <a:pt x="208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80;p67">
              <a:extLst>
                <a:ext uri="{FF2B5EF4-FFF2-40B4-BE49-F238E27FC236}">
                  <a16:creationId xmlns:a16="http://schemas.microsoft.com/office/drawing/2014/main" id="{8EE8CF98-5D57-001D-F47E-1B54AC379EC0}"/>
                </a:ext>
              </a:extLst>
            </p:cNvPr>
            <p:cNvSpPr/>
            <p:nvPr/>
          </p:nvSpPr>
          <p:spPr>
            <a:xfrm>
              <a:off x="3136154" y="3539707"/>
              <a:ext cx="663805" cy="114385"/>
            </a:xfrm>
            <a:custGeom>
              <a:avLst/>
              <a:gdLst/>
              <a:ahLst/>
              <a:cxnLst/>
              <a:rect l="l" t="t" r="r" b="b"/>
              <a:pathLst>
                <a:path w="20822" h="3588" extrusionOk="0">
                  <a:moveTo>
                    <a:pt x="10395" y="1"/>
                  </a:moveTo>
                  <a:cubicBezTo>
                    <a:pt x="4651" y="1"/>
                    <a:pt x="0" y="791"/>
                    <a:pt x="0" y="1794"/>
                  </a:cubicBezTo>
                  <a:cubicBezTo>
                    <a:pt x="0" y="2797"/>
                    <a:pt x="4651" y="3587"/>
                    <a:pt x="10395" y="3587"/>
                  </a:cubicBezTo>
                  <a:cubicBezTo>
                    <a:pt x="16171" y="3587"/>
                    <a:pt x="20821" y="2797"/>
                    <a:pt x="20821" y="1794"/>
                  </a:cubicBezTo>
                  <a:cubicBezTo>
                    <a:pt x="20821" y="791"/>
                    <a:pt x="16171" y="1"/>
                    <a:pt x="10395"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181;p67">
              <a:extLst>
                <a:ext uri="{FF2B5EF4-FFF2-40B4-BE49-F238E27FC236}">
                  <a16:creationId xmlns:a16="http://schemas.microsoft.com/office/drawing/2014/main" id="{752D7556-0CF8-99D7-8CCD-C0DF243C744F}"/>
                </a:ext>
              </a:extLst>
            </p:cNvPr>
            <p:cNvSpPr/>
            <p:nvPr/>
          </p:nvSpPr>
          <p:spPr>
            <a:xfrm>
              <a:off x="3203965" y="3563936"/>
              <a:ext cx="528156" cy="53335"/>
            </a:xfrm>
            <a:custGeom>
              <a:avLst/>
              <a:gdLst/>
              <a:ahLst/>
              <a:cxnLst/>
              <a:rect l="l" t="t" r="r" b="b"/>
              <a:pathLst>
                <a:path w="16567" h="1673" extrusionOk="0">
                  <a:moveTo>
                    <a:pt x="8268" y="1"/>
                  </a:moveTo>
                  <a:cubicBezTo>
                    <a:pt x="3709" y="1"/>
                    <a:pt x="1" y="396"/>
                    <a:pt x="1" y="852"/>
                  </a:cubicBezTo>
                  <a:cubicBezTo>
                    <a:pt x="1" y="1308"/>
                    <a:pt x="3709" y="1672"/>
                    <a:pt x="8268" y="1672"/>
                  </a:cubicBezTo>
                  <a:cubicBezTo>
                    <a:pt x="12858" y="1672"/>
                    <a:pt x="16566" y="1308"/>
                    <a:pt x="16566" y="852"/>
                  </a:cubicBezTo>
                  <a:cubicBezTo>
                    <a:pt x="16566" y="396"/>
                    <a:pt x="12858" y="1"/>
                    <a:pt x="8268" y="1"/>
                  </a:cubicBezTo>
                  <a:close/>
                </a:path>
              </a:pathLst>
            </a:custGeom>
            <a:solidFill>
              <a:srgbClr val="FD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182;p67">
              <a:extLst>
                <a:ext uri="{FF2B5EF4-FFF2-40B4-BE49-F238E27FC236}">
                  <a16:creationId xmlns:a16="http://schemas.microsoft.com/office/drawing/2014/main" id="{FC5E72F2-F80A-FAD8-6BD9-A6C8C1E5ACEE}"/>
                </a:ext>
              </a:extLst>
            </p:cNvPr>
            <p:cNvSpPr/>
            <p:nvPr/>
          </p:nvSpPr>
          <p:spPr>
            <a:xfrm>
              <a:off x="3203965" y="3563936"/>
              <a:ext cx="528156" cy="34909"/>
            </a:xfrm>
            <a:custGeom>
              <a:avLst/>
              <a:gdLst/>
              <a:ahLst/>
              <a:cxnLst/>
              <a:rect l="l" t="t" r="r" b="b"/>
              <a:pathLst>
                <a:path w="16567" h="1095" extrusionOk="0">
                  <a:moveTo>
                    <a:pt x="8268" y="1"/>
                  </a:moveTo>
                  <a:cubicBezTo>
                    <a:pt x="3709" y="1"/>
                    <a:pt x="1" y="396"/>
                    <a:pt x="1" y="852"/>
                  </a:cubicBezTo>
                  <a:cubicBezTo>
                    <a:pt x="1" y="943"/>
                    <a:pt x="122" y="1004"/>
                    <a:pt x="366" y="1095"/>
                  </a:cubicBezTo>
                  <a:cubicBezTo>
                    <a:pt x="1399" y="730"/>
                    <a:pt x="4530" y="487"/>
                    <a:pt x="8268" y="487"/>
                  </a:cubicBezTo>
                  <a:cubicBezTo>
                    <a:pt x="12007" y="487"/>
                    <a:pt x="15168" y="730"/>
                    <a:pt x="16202" y="1095"/>
                  </a:cubicBezTo>
                  <a:cubicBezTo>
                    <a:pt x="16445" y="1004"/>
                    <a:pt x="16566" y="943"/>
                    <a:pt x="16566" y="852"/>
                  </a:cubicBezTo>
                  <a:cubicBezTo>
                    <a:pt x="16566" y="396"/>
                    <a:pt x="12858" y="1"/>
                    <a:pt x="8268"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183;p67">
              <a:extLst>
                <a:ext uri="{FF2B5EF4-FFF2-40B4-BE49-F238E27FC236}">
                  <a16:creationId xmlns:a16="http://schemas.microsoft.com/office/drawing/2014/main" id="{D6FD0017-9566-C253-CD13-B2659B169F85}"/>
                </a:ext>
              </a:extLst>
            </p:cNvPr>
            <p:cNvSpPr/>
            <p:nvPr/>
          </p:nvSpPr>
          <p:spPr>
            <a:xfrm>
              <a:off x="3098343" y="3487390"/>
              <a:ext cx="663805" cy="149262"/>
            </a:xfrm>
            <a:custGeom>
              <a:avLst/>
              <a:gdLst/>
              <a:ahLst/>
              <a:cxnLst/>
              <a:rect l="l" t="t" r="r" b="b"/>
              <a:pathLst>
                <a:path w="20822" h="4682" extrusionOk="0">
                  <a:moveTo>
                    <a:pt x="1" y="0"/>
                  </a:moveTo>
                  <a:lnTo>
                    <a:pt x="1" y="2858"/>
                  </a:lnTo>
                  <a:cubicBezTo>
                    <a:pt x="1" y="3861"/>
                    <a:pt x="4651" y="4681"/>
                    <a:pt x="10396" y="4681"/>
                  </a:cubicBezTo>
                  <a:cubicBezTo>
                    <a:pt x="16171" y="4681"/>
                    <a:pt x="20822" y="3861"/>
                    <a:pt x="20822" y="2858"/>
                  </a:cubicBezTo>
                  <a:lnTo>
                    <a:pt x="208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184;p67">
              <a:extLst>
                <a:ext uri="{FF2B5EF4-FFF2-40B4-BE49-F238E27FC236}">
                  <a16:creationId xmlns:a16="http://schemas.microsoft.com/office/drawing/2014/main" id="{496EC957-AA6B-75ED-FED0-23727088390A}"/>
                </a:ext>
              </a:extLst>
            </p:cNvPr>
            <p:cNvSpPr/>
            <p:nvPr/>
          </p:nvSpPr>
          <p:spPr>
            <a:xfrm>
              <a:off x="3098343" y="3428283"/>
              <a:ext cx="663805" cy="114354"/>
            </a:xfrm>
            <a:custGeom>
              <a:avLst/>
              <a:gdLst/>
              <a:ahLst/>
              <a:cxnLst/>
              <a:rect l="l" t="t" r="r" b="b"/>
              <a:pathLst>
                <a:path w="20822" h="3587" extrusionOk="0">
                  <a:moveTo>
                    <a:pt x="10396" y="0"/>
                  </a:moveTo>
                  <a:cubicBezTo>
                    <a:pt x="4651" y="0"/>
                    <a:pt x="1" y="821"/>
                    <a:pt x="1" y="1794"/>
                  </a:cubicBezTo>
                  <a:cubicBezTo>
                    <a:pt x="1" y="2797"/>
                    <a:pt x="4651" y="3587"/>
                    <a:pt x="10396" y="3587"/>
                  </a:cubicBezTo>
                  <a:cubicBezTo>
                    <a:pt x="16171" y="3587"/>
                    <a:pt x="20822" y="2797"/>
                    <a:pt x="20822" y="1794"/>
                  </a:cubicBezTo>
                  <a:cubicBezTo>
                    <a:pt x="20822" y="821"/>
                    <a:pt x="16171" y="0"/>
                    <a:pt x="1039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2185;p67">
              <a:extLst>
                <a:ext uri="{FF2B5EF4-FFF2-40B4-BE49-F238E27FC236}">
                  <a16:creationId xmlns:a16="http://schemas.microsoft.com/office/drawing/2014/main" id="{C0BCFE69-5C48-BB0E-13D1-2063FCE6AD39}"/>
                </a:ext>
              </a:extLst>
            </p:cNvPr>
            <p:cNvSpPr/>
            <p:nvPr/>
          </p:nvSpPr>
          <p:spPr>
            <a:xfrm>
              <a:off x="3166186" y="3453469"/>
              <a:ext cx="528156" cy="53335"/>
            </a:xfrm>
            <a:custGeom>
              <a:avLst/>
              <a:gdLst/>
              <a:ahLst/>
              <a:cxnLst/>
              <a:rect l="l" t="t" r="r" b="b"/>
              <a:pathLst>
                <a:path w="16567" h="1673" extrusionOk="0">
                  <a:moveTo>
                    <a:pt x="8268" y="1"/>
                  </a:moveTo>
                  <a:cubicBezTo>
                    <a:pt x="3709" y="1"/>
                    <a:pt x="0" y="365"/>
                    <a:pt x="0" y="821"/>
                  </a:cubicBezTo>
                  <a:cubicBezTo>
                    <a:pt x="0" y="1277"/>
                    <a:pt x="3709" y="1672"/>
                    <a:pt x="8268" y="1672"/>
                  </a:cubicBezTo>
                  <a:cubicBezTo>
                    <a:pt x="12858" y="1672"/>
                    <a:pt x="16566" y="1277"/>
                    <a:pt x="16566" y="821"/>
                  </a:cubicBezTo>
                  <a:cubicBezTo>
                    <a:pt x="16566" y="365"/>
                    <a:pt x="12858" y="1"/>
                    <a:pt x="8268" y="1"/>
                  </a:cubicBezTo>
                  <a:close/>
                </a:path>
              </a:pathLst>
            </a:custGeom>
            <a:solidFill>
              <a:srgbClr val="FD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2186;p67">
              <a:extLst>
                <a:ext uri="{FF2B5EF4-FFF2-40B4-BE49-F238E27FC236}">
                  <a16:creationId xmlns:a16="http://schemas.microsoft.com/office/drawing/2014/main" id="{1E89A76C-307D-2899-965C-CC3E95677B7B}"/>
                </a:ext>
              </a:extLst>
            </p:cNvPr>
            <p:cNvSpPr/>
            <p:nvPr/>
          </p:nvSpPr>
          <p:spPr>
            <a:xfrm>
              <a:off x="3166186" y="3453469"/>
              <a:ext cx="528156" cy="33952"/>
            </a:xfrm>
            <a:custGeom>
              <a:avLst/>
              <a:gdLst/>
              <a:ahLst/>
              <a:cxnLst/>
              <a:rect l="l" t="t" r="r" b="b"/>
              <a:pathLst>
                <a:path w="16567" h="1065" extrusionOk="0">
                  <a:moveTo>
                    <a:pt x="8268" y="1"/>
                  </a:moveTo>
                  <a:cubicBezTo>
                    <a:pt x="3709" y="1"/>
                    <a:pt x="0" y="365"/>
                    <a:pt x="0" y="821"/>
                  </a:cubicBezTo>
                  <a:cubicBezTo>
                    <a:pt x="0" y="912"/>
                    <a:pt x="122" y="1004"/>
                    <a:pt x="365" y="1064"/>
                  </a:cubicBezTo>
                  <a:cubicBezTo>
                    <a:pt x="1399" y="730"/>
                    <a:pt x="4560" y="487"/>
                    <a:pt x="8268" y="487"/>
                  </a:cubicBezTo>
                  <a:cubicBezTo>
                    <a:pt x="12007" y="487"/>
                    <a:pt x="15168" y="730"/>
                    <a:pt x="16201" y="1064"/>
                  </a:cubicBezTo>
                  <a:cubicBezTo>
                    <a:pt x="16444" y="1004"/>
                    <a:pt x="16566" y="912"/>
                    <a:pt x="16566" y="821"/>
                  </a:cubicBezTo>
                  <a:cubicBezTo>
                    <a:pt x="16566" y="365"/>
                    <a:pt x="12858" y="1"/>
                    <a:pt x="8268"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2187;p67">
              <a:extLst>
                <a:ext uri="{FF2B5EF4-FFF2-40B4-BE49-F238E27FC236}">
                  <a16:creationId xmlns:a16="http://schemas.microsoft.com/office/drawing/2014/main" id="{681A619B-881B-36B4-50F9-AC94F33BDC22}"/>
                </a:ext>
              </a:extLst>
            </p:cNvPr>
            <p:cNvSpPr/>
            <p:nvPr/>
          </p:nvSpPr>
          <p:spPr>
            <a:xfrm>
              <a:off x="3126462" y="3370132"/>
              <a:ext cx="663805" cy="149262"/>
            </a:xfrm>
            <a:custGeom>
              <a:avLst/>
              <a:gdLst/>
              <a:ahLst/>
              <a:cxnLst/>
              <a:rect l="l" t="t" r="r" b="b"/>
              <a:pathLst>
                <a:path w="20822" h="4682" extrusionOk="0">
                  <a:moveTo>
                    <a:pt x="0" y="1"/>
                  </a:moveTo>
                  <a:lnTo>
                    <a:pt x="0" y="2858"/>
                  </a:lnTo>
                  <a:cubicBezTo>
                    <a:pt x="0" y="3861"/>
                    <a:pt x="4651" y="4681"/>
                    <a:pt x="10395" y="4681"/>
                  </a:cubicBezTo>
                  <a:cubicBezTo>
                    <a:pt x="16171" y="4681"/>
                    <a:pt x="20821" y="3861"/>
                    <a:pt x="20821" y="2858"/>
                  </a:cubicBezTo>
                  <a:lnTo>
                    <a:pt x="208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2188;p67">
              <a:extLst>
                <a:ext uri="{FF2B5EF4-FFF2-40B4-BE49-F238E27FC236}">
                  <a16:creationId xmlns:a16="http://schemas.microsoft.com/office/drawing/2014/main" id="{9B706170-6223-6CD7-6CF5-4160AD28731D}"/>
                </a:ext>
              </a:extLst>
            </p:cNvPr>
            <p:cNvSpPr/>
            <p:nvPr/>
          </p:nvSpPr>
          <p:spPr>
            <a:xfrm>
              <a:off x="3126462" y="3311025"/>
              <a:ext cx="663805" cy="115342"/>
            </a:xfrm>
            <a:custGeom>
              <a:avLst/>
              <a:gdLst/>
              <a:ahLst/>
              <a:cxnLst/>
              <a:rect l="l" t="t" r="r" b="b"/>
              <a:pathLst>
                <a:path w="20822" h="3618" extrusionOk="0">
                  <a:moveTo>
                    <a:pt x="10395" y="0"/>
                  </a:moveTo>
                  <a:cubicBezTo>
                    <a:pt x="4651" y="0"/>
                    <a:pt x="0" y="821"/>
                    <a:pt x="0" y="1794"/>
                  </a:cubicBezTo>
                  <a:cubicBezTo>
                    <a:pt x="0" y="2797"/>
                    <a:pt x="4651" y="3617"/>
                    <a:pt x="10395" y="3617"/>
                  </a:cubicBezTo>
                  <a:cubicBezTo>
                    <a:pt x="16171" y="3617"/>
                    <a:pt x="20821" y="2797"/>
                    <a:pt x="20821" y="1794"/>
                  </a:cubicBezTo>
                  <a:cubicBezTo>
                    <a:pt x="20821" y="821"/>
                    <a:pt x="16171" y="0"/>
                    <a:pt x="10395"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2189;p67">
              <a:extLst>
                <a:ext uri="{FF2B5EF4-FFF2-40B4-BE49-F238E27FC236}">
                  <a16:creationId xmlns:a16="http://schemas.microsoft.com/office/drawing/2014/main" id="{352C16E1-24FB-2B54-E265-FC98A7BB4E42}"/>
                </a:ext>
              </a:extLst>
            </p:cNvPr>
            <p:cNvSpPr/>
            <p:nvPr/>
          </p:nvSpPr>
          <p:spPr>
            <a:xfrm>
              <a:off x="3194273" y="3336211"/>
              <a:ext cx="528156" cy="53335"/>
            </a:xfrm>
            <a:custGeom>
              <a:avLst/>
              <a:gdLst/>
              <a:ahLst/>
              <a:cxnLst/>
              <a:rect l="l" t="t" r="r" b="b"/>
              <a:pathLst>
                <a:path w="16567" h="1673" extrusionOk="0">
                  <a:moveTo>
                    <a:pt x="8268" y="1"/>
                  </a:moveTo>
                  <a:cubicBezTo>
                    <a:pt x="3709" y="1"/>
                    <a:pt x="1" y="365"/>
                    <a:pt x="1" y="821"/>
                  </a:cubicBezTo>
                  <a:cubicBezTo>
                    <a:pt x="1" y="1277"/>
                    <a:pt x="3709" y="1672"/>
                    <a:pt x="8268" y="1672"/>
                  </a:cubicBezTo>
                  <a:cubicBezTo>
                    <a:pt x="12858" y="1672"/>
                    <a:pt x="16566" y="1277"/>
                    <a:pt x="16566" y="821"/>
                  </a:cubicBezTo>
                  <a:cubicBezTo>
                    <a:pt x="16566" y="365"/>
                    <a:pt x="12858" y="1"/>
                    <a:pt x="8268" y="1"/>
                  </a:cubicBezTo>
                  <a:close/>
                </a:path>
              </a:pathLst>
            </a:custGeom>
            <a:solidFill>
              <a:srgbClr val="FD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2190;p67">
              <a:extLst>
                <a:ext uri="{FF2B5EF4-FFF2-40B4-BE49-F238E27FC236}">
                  <a16:creationId xmlns:a16="http://schemas.microsoft.com/office/drawing/2014/main" id="{99767593-8E0A-1C2F-AA9D-05526FE7FFB5}"/>
                </a:ext>
              </a:extLst>
            </p:cNvPr>
            <p:cNvSpPr/>
            <p:nvPr/>
          </p:nvSpPr>
          <p:spPr>
            <a:xfrm>
              <a:off x="3194273" y="3336211"/>
              <a:ext cx="528156" cy="33952"/>
            </a:xfrm>
            <a:custGeom>
              <a:avLst/>
              <a:gdLst/>
              <a:ahLst/>
              <a:cxnLst/>
              <a:rect l="l" t="t" r="r" b="b"/>
              <a:pathLst>
                <a:path w="16567" h="1065" extrusionOk="0">
                  <a:moveTo>
                    <a:pt x="8268" y="1"/>
                  </a:moveTo>
                  <a:cubicBezTo>
                    <a:pt x="3709" y="1"/>
                    <a:pt x="1" y="365"/>
                    <a:pt x="1" y="821"/>
                  </a:cubicBezTo>
                  <a:cubicBezTo>
                    <a:pt x="1" y="913"/>
                    <a:pt x="122" y="1004"/>
                    <a:pt x="366" y="1065"/>
                  </a:cubicBezTo>
                  <a:cubicBezTo>
                    <a:pt x="1399" y="730"/>
                    <a:pt x="4530" y="487"/>
                    <a:pt x="8268" y="487"/>
                  </a:cubicBezTo>
                  <a:cubicBezTo>
                    <a:pt x="12007" y="487"/>
                    <a:pt x="15168" y="730"/>
                    <a:pt x="16202" y="1065"/>
                  </a:cubicBezTo>
                  <a:cubicBezTo>
                    <a:pt x="16445" y="1004"/>
                    <a:pt x="16566" y="913"/>
                    <a:pt x="16566" y="821"/>
                  </a:cubicBezTo>
                  <a:cubicBezTo>
                    <a:pt x="16566" y="365"/>
                    <a:pt x="12858" y="1"/>
                    <a:pt x="8268"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2191;p67">
              <a:extLst>
                <a:ext uri="{FF2B5EF4-FFF2-40B4-BE49-F238E27FC236}">
                  <a16:creationId xmlns:a16="http://schemas.microsoft.com/office/drawing/2014/main" id="{C56245E3-A9BC-70E3-4524-1116D06F3F61}"/>
                </a:ext>
              </a:extLst>
            </p:cNvPr>
            <p:cNvSpPr/>
            <p:nvPr/>
          </p:nvSpPr>
          <p:spPr>
            <a:xfrm>
              <a:off x="3102233" y="3255775"/>
              <a:ext cx="663805" cy="148306"/>
            </a:xfrm>
            <a:custGeom>
              <a:avLst/>
              <a:gdLst/>
              <a:ahLst/>
              <a:cxnLst/>
              <a:rect l="l" t="t" r="r" b="b"/>
              <a:pathLst>
                <a:path w="20822" h="4652" extrusionOk="0">
                  <a:moveTo>
                    <a:pt x="0" y="1"/>
                  </a:moveTo>
                  <a:lnTo>
                    <a:pt x="0" y="2858"/>
                  </a:lnTo>
                  <a:cubicBezTo>
                    <a:pt x="0" y="3861"/>
                    <a:pt x="4651" y="4651"/>
                    <a:pt x="10426" y="4651"/>
                  </a:cubicBezTo>
                  <a:cubicBezTo>
                    <a:pt x="16171" y="4651"/>
                    <a:pt x="20821" y="3861"/>
                    <a:pt x="20821" y="2858"/>
                  </a:cubicBezTo>
                  <a:lnTo>
                    <a:pt x="208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2192;p67">
              <a:extLst>
                <a:ext uri="{FF2B5EF4-FFF2-40B4-BE49-F238E27FC236}">
                  <a16:creationId xmlns:a16="http://schemas.microsoft.com/office/drawing/2014/main" id="{8E0016BF-9C8C-AD52-3837-0C519FC52636}"/>
                </a:ext>
              </a:extLst>
            </p:cNvPr>
            <p:cNvSpPr/>
            <p:nvPr/>
          </p:nvSpPr>
          <p:spPr>
            <a:xfrm>
              <a:off x="3102233" y="3196667"/>
              <a:ext cx="663805" cy="114385"/>
            </a:xfrm>
            <a:custGeom>
              <a:avLst/>
              <a:gdLst/>
              <a:ahLst/>
              <a:cxnLst/>
              <a:rect l="l" t="t" r="r" b="b"/>
              <a:pathLst>
                <a:path w="20822" h="3588" extrusionOk="0">
                  <a:moveTo>
                    <a:pt x="10426" y="1"/>
                  </a:moveTo>
                  <a:cubicBezTo>
                    <a:pt x="4651" y="1"/>
                    <a:pt x="0" y="791"/>
                    <a:pt x="0" y="1794"/>
                  </a:cubicBezTo>
                  <a:cubicBezTo>
                    <a:pt x="0" y="2797"/>
                    <a:pt x="4651" y="3587"/>
                    <a:pt x="10426" y="3587"/>
                  </a:cubicBezTo>
                  <a:cubicBezTo>
                    <a:pt x="16171" y="3587"/>
                    <a:pt x="20821" y="2797"/>
                    <a:pt x="20821" y="1794"/>
                  </a:cubicBezTo>
                  <a:cubicBezTo>
                    <a:pt x="20821" y="791"/>
                    <a:pt x="16171" y="1"/>
                    <a:pt x="1042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2193;p67">
              <a:extLst>
                <a:ext uri="{FF2B5EF4-FFF2-40B4-BE49-F238E27FC236}">
                  <a16:creationId xmlns:a16="http://schemas.microsoft.com/office/drawing/2014/main" id="{8AAB1A1C-EAB2-E0EF-F4CA-BF48145901B9}"/>
                </a:ext>
              </a:extLst>
            </p:cNvPr>
            <p:cNvSpPr/>
            <p:nvPr/>
          </p:nvSpPr>
          <p:spPr>
            <a:xfrm>
              <a:off x="3170043" y="3220897"/>
              <a:ext cx="528156" cy="53335"/>
            </a:xfrm>
            <a:custGeom>
              <a:avLst/>
              <a:gdLst/>
              <a:ahLst/>
              <a:cxnLst/>
              <a:rect l="l" t="t" r="r" b="b"/>
              <a:pathLst>
                <a:path w="16567" h="1673" extrusionOk="0">
                  <a:moveTo>
                    <a:pt x="8299" y="1"/>
                  </a:moveTo>
                  <a:cubicBezTo>
                    <a:pt x="3709" y="1"/>
                    <a:pt x="1" y="396"/>
                    <a:pt x="1" y="852"/>
                  </a:cubicBezTo>
                  <a:cubicBezTo>
                    <a:pt x="1" y="1308"/>
                    <a:pt x="3709" y="1672"/>
                    <a:pt x="8299" y="1672"/>
                  </a:cubicBezTo>
                  <a:cubicBezTo>
                    <a:pt x="12858" y="1672"/>
                    <a:pt x="16567" y="1308"/>
                    <a:pt x="16567" y="852"/>
                  </a:cubicBezTo>
                  <a:cubicBezTo>
                    <a:pt x="16567" y="396"/>
                    <a:pt x="12858" y="1"/>
                    <a:pt x="8299" y="1"/>
                  </a:cubicBezTo>
                  <a:close/>
                </a:path>
              </a:pathLst>
            </a:custGeom>
            <a:solidFill>
              <a:srgbClr val="FD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2194;p67">
              <a:extLst>
                <a:ext uri="{FF2B5EF4-FFF2-40B4-BE49-F238E27FC236}">
                  <a16:creationId xmlns:a16="http://schemas.microsoft.com/office/drawing/2014/main" id="{C316BD02-34E5-5A26-D59D-9EB8B097C116}"/>
                </a:ext>
              </a:extLst>
            </p:cNvPr>
            <p:cNvSpPr/>
            <p:nvPr/>
          </p:nvSpPr>
          <p:spPr>
            <a:xfrm>
              <a:off x="3170043" y="3220897"/>
              <a:ext cx="528156" cy="34909"/>
            </a:xfrm>
            <a:custGeom>
              <a:avLst/>
              <a:gdLst/>
              <a:ahLst/>
              <a:cxnLst/>
              <a:rect l="l" t="t" r="r" b="b"/>
              <a:pathLst>
                <a:path w="16567" h="1095" extrusionOk="0">
                  <a:moveTo>
                    <a:pt x="8299" y="1"/>
                  </a:moveTo>
                  <a:cubicBezTo>
                    <a:pt x="3709" y="1"/>
                    <a:pt x="1" y="396"/>
                    <a:pt x="1" y="852"/>
                  </a:cubicBezTo>
                  <a:cubicBezTo>
                    <a:pt x="1" y="943"/>
                    <a:pt x="123" y="1004"/>
                    <a:pt x="366" y="1095"/>
                  </a:cubicBezTo>
                  <a:cubicBezTo>
                    <a:pt x="1399" y="730"/>
                    <a:pt x="4560" y="487"/>
                    <a:pt x="8299" y="487"/>
                  </a:cubicBezTo>
                  <a:cubicBezTo>
                    <a:pt x="12007" y="487"/>
                    <a:pt x="15168" y="730"/>
                    <a:pt x="16202" y="1095"/>
                  </a:cubicBezTo>
                  <a:cubicBezTo>
                    <a:pt x="16445" y="1004"/>
                    <a:pt x="16567" y="943"/>
                    <a:pt x="16567" y="852"/>
                  </a:cubicBezTo>
                  <a:cubicBezTo>
                    <a:pt x="16567" y="396"/>
                    <a:pt x="12858" y="1"/>
                    <a:pt x="8299"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2195;p67">
              <a:extLst>
                <a:ext uri="{FF2B5EF4-FFF2-40B4-BE49-F238E27FC236}">
                  <a16:creationId xmlns:a16="http://schemas.microsoft.com/office/drawing/2014/main" id="{1A5CFB63-DBAC-71A7-E3D6-CC2090E9943E}"/>
                </a:ext>
              </a:extLst>
            </p:cNvPr>
            <p:cNvSpPr/>
            <p:nvPr/>
          </p:nvSpPr>
          <p:spPr>
            <a:xfrm>
              <a:off x="3130320" y="3148208"/>
              <a:ext cx="663805" cy="149262"/>
            </a:xfrm>
            <a:custGeom>
              <a:avLst/>
              <a:gdLst/>
              <a:ahLst/>
              <a:cxnLst/>
              <a:rect l="l" t="t" r="r" b="b"/>
              <a:pathLst>
                <a:path w="20822" h="4682" extrusionOk="0">
                  <a:moveTo>
                    <a:pt x="1" y="1"/>
                  </a:moveTo>
                  <a:lnTo>
                    <a:pt x="1" y="2858"/>
                  </a:lnTo>
                  <a:cubicBezTo>
                    <a:pt x="1" y="3861"/>
                    <a:pt x="4651" y="4682"/>
                    <a:pt x="10396" y="4682"/>
                  </a:cubicBezTo>
                  <a:cubicBezTo>
                    <a:pt x="16171" y="4682"/>
                    <a:pt x="20822" y="3861"/>
                    <a:pt x="20822" y="2858"/>
                  </a:cubicBezTo>
                  <a:lnTo>
                    <a:pt x="208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2196;p67">
              <a:extLst>
                <a:ext uri="{FF2B5EF4-FFF2-40B4-BE49-F238E27FC236}">
                  <a16:creationId xmlns:a16="http://schemas.microsoft.com/office/drawing/2014/main" id="{C9E410CD-0CCA-86A3-BF08-E91EE9A73B4C}"/>
                </a:ext>
              </a:extLst>
            </p:cNvPr>
            <p:cNvSpPr/>
            <p:nvPr/>
          </p:nvSpPr>
          <p:spPr>
            <a:xfrm>
              <a:off x="3130320" y="3089101"/>
              <a:ext cx="663805" cy="115342"/>
            </a:xfrm>
            <a:custGeom>
              <a:avLst/>
              <a:gdLst/>
              <a:ahLst/>
              <a:cxnLst/>
              <a:rect l="l" t="t" r="r" b="b"/>
              <a:pathLst>
                <a:path w="20822" h="3618" extrusionOk="0">
                  <a:moveTo>
                    <a:pt x="10396" y="1"/>
                  </a:moveTo>
                  <a:cubicBezTo>
                    <a:pt x="4651" y="1"/>
                    <a:pt x="1" y="821"/>
                    <a:pt x="1" y="1794"/>
                  </a:cubicBezTo>
                  <a:cubicBezTo>
                    <a:pt x="1" y="2797"/>
                    <a:pt x="4651" y="3618"/>
                    <a:pt x="10396" y="3618"/>
                  </a:cubicBezTo>
                  <a:cubicBezTo>
                    <a:pt x="16171" y="3618"/>
                    <a:pt x="20822" y="2797"/>
                    <a:pt x="20822" y="1794"/>
                  </a:cubicBezTo>
                  <a:cubicBezTo>
                    <a:pt x="20822" y="821"/>
                    <a:pt x="16171" y="1"/>
                    <a:pt x="1039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2197;p67">
              <a:extLst>
                <a:ext uri="{FF2B5EF4-FFF2-40B4-BE49-F238E27FC236}">
                  <a16:creationId xmlns:a16="http://schemas.microsoft.com/office/drawing/2014/main" id="{7D11F674-0CD8-385B-D2F0-4E570265C3AB}"/>
                </a:ext>
              </a:extLst>
            </p:cNvPr>
            <p:cNvSpPr/>
            <p:nvPr/>
          </p:nvSpPr>
          <p:spPr>
            <a:xfrm>
              <a:off x="3198162" y="3114319"/>
              <a:ext cx="528156" cy="53303"/>
            </a:xfrm>
            <a:custGeom>
              <a:avLst/>
              <a:gdLst/>
              <a:ahLst/>
              <a:cxnLst/>
              <a:rect l="l" t="t" r="r" b="b"/>
              <a:pathLst>
                <a:path w="16567" h="1672" extrusionOk="0">
                  <a:moveTo>
                    <a:pt x="8268" y="0"/>
                  </a:moveTo>
                  <a:cubicBezTo>
                    <a:pt x="3709" y="0"/>
                    <a:pt x="0" y="365"/>
                    <a:pt x="0" y="821"/>
                  </a:cubicBezTo>
                  <a:cubicBezTo>
                    <a:pt x="0" y="1277"/>
                    <a:pt x="3709" y="1672"/>
                    <a:pt x="8268" y="1672"/>
                  </a:cubicBezTo>
                  <a:cubicBezTo>
                    <a:pt x="12858" y="1672"/>
                    <a:pt x="16566" y="1277"/>
                    <a:pt x="16566" y="821"/>
                  </a:cubicBezTo>
                  <a:cubicBezTo>
                    <a:pt x="16566" y="365"/>
                    <a:pt x="12858" y="0"/>
                    <a:pt x="8268" y="0"/>
                  </a:cubicBezTo>
                  <a:close/>
                </a:path>
              </a:pathLst>
            </a:custGeom>
            <a:solidFill>
              <a:srgbClr val="FD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2198;p67">
              <a:extLst>
                <a:ext uri="{FF2B5EF4-FFF2-40B4-BE49-F238E27FC236}">
                  <a16:creationId xmlns:a16="http://schemas.microsoft.com/office/drawing/2014/main" id="{82DBDB08-A09E-065D-0175-97C587527DB9}"/>
                </a:ext>
              </a:extLst>
            </p:cNvPr>
            <p:cNvSpPr/>
            <p:nvPr/>
          </p:nvSpPr>
          <p:spPr>
            <a:xfrm>
              <a:off x="3198162" y="3114319"/>
              <a:ext cx="528156" cy="33920"/>
            </a:xfrm>
            <a:custGeom>
              <a:avLst/>
              <a:gdLst/>
              <a:ahLst/>
              <a:cxnLst/>
              <a:rect l="l" t="t" r="r" b="b"/>
              <a:pathLst>
                <a:path w="16567" h="1064" extrusionOk="0">
                  <a:moveTo>
                    <a:pt x="8268" y="0"/>
                  </a:moveTo>
                  <a:cubicBezTo>
                    <a:pt x="3709" y="0"/>
                    <a:pt x="0" y="365"/>
                    <a:pt x="0" y="821"/>
                  </a:cubicBezTo>
                  <a:cubicBezTo>
                    <a:pt x="0" y="912"/>
                    <a:pt x="122" y="1003"/>
                    <a:pt x="365" y="1064"/>
                  </a:cubicBezTo>
                  <a:cubicBezTo>
                    <a:pt x="1399" y="730"/>
                    <a:pt x="4560" y="486"/>
                    <a:pt x="8268" y="486"/>
                  </a:cubicBezTo>
                  <a:cubicBezTo>
                    <a:pt x="12007" y="486"/>
                    <a:pt x="15168" y="730"/>
                    <a:pt x="16201" y="1064"/>
                  </a:cubicBezTo>
                  <a:cubicBezTo>
                    <a:pt x="16444" y="1003"/>
                    <a:pt x="16566" y="912"/>
                    <a:pt x="16566" y="821"/>
                  </a:cubicBezTo>
                  <a:cubicBezTo>
                    <a:pt x="16566" y="365"/>
                    <a:pt x="12858" y="0"/>
                    <a:pt x="8268"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2199;p67">
              <a:extLst>
                <a:ext uri="{FF2B5EF4-FFF2-40B4-BE49-F238E27FC236}">
                  <a16:creationId xmlns:a16="http://schemas.microsoft.com/office/drawing/2014/main" id="{92682C23-9833-B955-4A81-4141095E008A}"/>
                </a:ext>
              </a:extLst>
            </p:cNvPr>
            <p:cNvSpPr/>
            <p:nvPr/>
          </p:nvSpPr>
          <p:spPr>
            <a:xfrm>
              <a:off x="3097387" y="3027092"/>
              <a:ext cx="665750" cy="151302"/>
            </a:xfrm>
            <a:custGeom>
              <a:avLst/>
              <a:gdLst/>
              <a:ahLst/>
              <a:cxnLst/>
              <a:rect l="l" t="t" r="r" b="b"/>
              <a:pathLst>
                <a:path w="20883" h="4746" extrusionOk="0">
                  <a:moveTo>
                    <a:pt x="20852" y="0"/>
                  </a:moveTo>
                  <a:lnTo>
                    <a:pt x="0" y="183"/>
                  </a:lnTo>
                  <a:lnTo>
                    <a:pt x="31" y="3040"/>
                  </a:lnTo>
                  <a:cubicBezTo>
                    <a:pt x="60" y="4005"/>
                    <a:pt x="4369" y="4746"/>
                    <a:pt x="9814" y="4746"/>
                  </a:cubicBezTo>
                  <a:cubicBezTo>
                    <a:pt x="10027" y="4746"/>
                    <a:pt x="10241" y="4744"/>
                    <a:pt x="10456" y="4742"/>
                  </a:cubicBezTo>
                  <a:cubicBezTo>
                    <a:pt x="16232" y="4712"/>
                    <a:pt x="20882" y="3861"/>
                    <a:pt x="20882" y="2858"/>
                  </a:cubicBezTo>
                  <a:lnTo>
                    <a:pt x="2085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2200;p67">
              <a:extLst>
                <a:ext uri="{FF2B5EF4-FFF2-40B4-BE49-F238E27FC236}">
                  <a16:creationId xmlns:a16="http://schemas.microsoft.com/office/drawing/2014/main" id="{8729F0E2-0349-F370-BE99-9232DDC443D9}"/>
                </a:ext>
              </a:extLst>
            </p:cNvPr>
            <p:cNvSpPr/>
            <p:nvPr/>
          </p:nvSpPr>
          <p:spPr>
            <a:xfrm>
              <a:off x="3097387" y="2970791"/>
              <a:ext cx="664762" cy="115469"/>
            </a:xfrm>
            <a:custGeom>
              <a:avLst/>
              <a:gdLst/>
              <a:ahLst/>
              <a:cxnLst/>
              <a:rect l="l" t="t" r="r" b="b"/>
              <a:pathLst>
                <a:path w="20852" h="3622" extrusionOk="0">
                  <a:moveTo>
                    <a:pt x="11068" y="0"/>
                  </a:moveTo>
                  <a:cubicBezTo>
                    <a:pt x="10856" y="0"/>
                    <a:pt x="10642" y="1"/>
                    <a:pt x="10426" y="4"/>
                  </a:cubicBezTo>
                  <a:cubicBezTo>
                    <a:pt x="4681" y="64"/>
                    <a:pt x="0" y="915"/>
                    <a:pt x="31" y="1918"/>
                  </a:cubicBezTo>
                  <a:cubicBezTo>
                    <a:pt x="31" y="2872"/>
                    <a:pt x="4532" y="3622"/>
                    <a:pt x="10124" y="3622"/>
                  </a:cubicBezTo>
                  <a:cubicBezTo>
                    <a:pt x="10234" y="3622"/>
                    <a:pt x="10345" y="3621"/>
                    <a:pt x="10456" y="3621"/>
                  </a:cubicBezTo>
                  <a:cubicBezTo>
                    <a:pt x="16201" y="3560"/>
                    <a:pt x="20852" y="2709"/>
                    <a:pt x="20852" y="1706"/>
                  </a:cubicBezTo>
                  <a:cubicBezTo>
                    <a:pt x="20852" y="740"/>
                    <a:pt x="16516" y="0"/>
                    <a:pt x="11068"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2201;p67">
              <a:extLst>
                <a:ext uri="{FF2B5EF4-FFF2-40B4-BE49-F238E27FC236}">
                  <a16:creationId xmlns:a16="http://schemas.microsoft.com/office/drawing/2014/main" id="{8B29A737-7129-C6F3-0175-AFA9394D5936}"/>
                </a:ext>
              </a:extLst>
            </p:cNvPr>
            <p:cNvSpPr/>
            <p:nvPr/>
          </p:nvSpPr>
          <p:spPr>
            <a:xfrm>
              <a:off x="3166186" y="2995849"/>
              <a:ext cx="528156" cy="53622"/>
            </a:xfrm>
            <a:custGeom>
              <a:avLst/>
              <a:gdLst/>
              <a:ahLst/>
              <a:cxnLst/>
              <a:rect l="l" t="t" r="r" b="b"/>
              <a:pathLst>
                <a:path w="16567" h="1682" extrusionOk="0">
                  <a:moveTo>
                    <a:pt x="9330" y="1"/>
                  </a:moveTo>
                  <a:cubicBezTo>
                    <a:pt x="8982" y="1"/>
                    <a:pt x="8627" y="3"/>
                    <a:pt x="8268" y="8"/>
                  </a:cubicBezTo>
                  <a:cubicBezTo>
                    <a:pt x="3709" y="38"/>
                    <a:pt x="0" y="464"/>
                    <a:pt x="0" y="920"/>
                  </a:cubicBezTo>
                  <a:cubicBezTo>
                    <a:pt x="0" y="1356"/>
                    <a:pt x="3402" y="1682"/>
                    <a:pt x="7721" y="1682"/>
                  </a:cubicBezTo>
                  <a:cubicBezTo>
                    <a:pt x="7912" y="1682"/>
                    <a:pt x="8104" y="1681"/>
                    <a:pt x="8298" y="1680"/>
                  </a:cubicBezTo>
                  <a:cubicBezTo>
                    <a:pt x="12858" y="1619"/>
                    <a:pt x="16566" y="1224"/>
                    <a:pt x="16566" y="768"/>
                  </a:cubicBezTo>
                  <a:cubicBezTo>
                    <a:pt x="16566" y="320"/>
                    <a:pt x="13394" y="1"/>
                    <a:pt x="9330" y="1"/>
                  </a:cubicBezTo>
                  <a:close/>
                </a:path>
              </a:pathLst>
            </a:custGeom>
            <a:solidFill>
              <a:srgbClr val="FD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2202;p67">
              <a:extLst>
                <a:ext uri="{FF2B5EF4-FFF2-40B4-BE49-F238E27FC236}">
                  <a16:creationId xmlns:a16="http://schemas.microsoft.com/office/drawing/2014/main" id="{0C59C79F-B455-17C9-F35B-1931ED72C745}"/>
                </a:ext>
              </a:extLst>
            </p:cNvPr>
            <p:cNvSpPr/>
            <p:nvPr/>
          </p:nvSpPr>
          <p:spPr>
            <a:xfrm>
              <a:off x="3165198" y="2995052"/>
              <a:ext cx="528156" cy="36917"/>
            </a:xfrm>
            <a:custGeom>
              <a:avLst/>
              <a:gdLst/>
              <a:ahLst/>
              <a:cxnLst/>
              <a:rect l="l" t="t" r="r" b="b"/>
              <a:pathLst>
                <a:path w="16567" h="1158" extrusionOk="0">
                  <a:moveTo>
                    <a:pt x="8872" y="1"/>
                  </a:moveTo>
                  <a:cubicBezTo>
                    <a:pt x="8683" y="1"/>
                    <a:pt x="8492" y="1"/>
                    <a:pt x="8299" y="2"/>
                  </a:cubicBezTo>
                  <a:cubicBezTo>
                    <a:pt x="3709" y="63"/>
                    <a:pt x="1" y="458"/>
                    <a:pt x="31" y="914"/>
                  </a:cubicBezTo>
                  <a:cubicBezTo>
                    <a:pt x="31" y="1005"/>
                    <a:pt x="153" y="1097"/>
                    <a:pt x="366" y="1157"/>
                  </a:cubicBezTo>
                  <a:cubicBezTo>
                    <a:pt x="1399" y="823"/>
                    <a:pt x="4560" y="550"/>
                    <a:pt x="8299" y="489"/>
                  </a:cubicBezTo>
                  <a:cubicBezTo>
                    <a:pt x="8536" y="487"/>
                    <a:pt x="8772" y="486"/>
                    <a:pt x="9004" y="486"/>
                  </a:cubicBezTo>
                  <a:cubicBezTo>
                    <a:pt x="12431" y="486"/>
                    <a:pt x="15264" y="692"/>
                    <a:pt x="16232" y="1005"/>
                  </a:cubicBezTo>
                  <a:cubicBezTo>
                    <a:pt x="16445" y="945"/>
                    <a:pt x="16567" y="854"/>
                    <a:pt x="16567" y="762"/>
                  </a:cubicBezTo>
                  <a:cubicBezTo>
                    <a:pt x="16567" y="326"/>
                    <a:pt x="13165" y="1"/>
                    <a:pt x="8872"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2203;p67">
              <a:extLst>
                <a:ext uri="{FF2B5EF4-FFF2-40B4-BE49-F238E27FC236}">
                  <a16:creationId xmlns:a16="http://schemas.microsoft.com/office/drawing/2014/main" id="{F756D452-322F-FFF1-4E77-922C0AB4581F}"/>
                </a:ext>
              </a:extLst>
            </p:cNvPr>
            <p:cNvSpPr/>
            <p:nvPr/>
          </p:nvSpPr>
          <p:spPr>
            <a:xfrm>
              <a:off x="3130320" y="2922427"/>
              <a:ext cx="664794" cy="152291"/>
            </a:xfrm>
            <a:custGeom>
              <a:avLst/>
              <a:gdLst/>
              <a:ahLst/>
              <a:cxnLst/>
              <a:rect l="l" t="t" r="r" b="b"/>
              <a:pathLst>
                <a:path w="20853" h="4777" extrusionOk="0">
                  <a:moveTo>
                    <a:pt x="20822" y="1"/>
                  </a:moveTo>
                  <a:lnTo>
                    <a:pt x="1" y="214"/>
                  </a:lnTo>
                  <a:lnTo>
                    <a:pt x="31" y="3071"/>
                  </a:lnTo>
                  <a:cubicBezTo>
                    <a:pt x="31" y="4036"/>
                    <a:pt x="4367" y="4776"/>
                    <a:pt x="9815" y="4776"/>
                  </a:cubicBezTo>
                  <a:cubicBezTo>
                    <a:pt x="10027" y="4776"/>
                    <a:pt x="10241" y="4775"/>
                    <a:pt x="10457" y="4773"/>
                  </a:cubicBezTo>
                  <a:cubicBezTo>
                    <a:pt x="16202" y="4712"/>
                    <a:pt x="20852" y="3861"/>
                    <a:pt x="20852" y="2858"/>
                  </a:cubicBezTo>
                  <a:lnTo>
                    <a:pt x="208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2204;p67">
              <a:extLst>
                <a:ext uri="{FF2B5EF4-FFF2-40B4-BE49-F238E27FC236}">
                  <a16:creationId xmlns:a16="http://schemas.microsoft.com/office/drawing/2014/main" id="{93030508-CEAE-BB3E-1FFB-1B8B39E66586}"/>
                </a:ext>
              </a:extLst>
            </p:cNvPr>
            <p:cNvSpPr/>
            <p:nvPr/>
          </p:nvSpPr>
          <p:spPr>
            <a:xfrm>
              <a:off x="3130320" y="2867082"/>
              <a:ext cx="664794" cy="114609"/>
            </a:xfrm>
            <a:custGeom>
              <a:avLst/>
              <a:gdLst/>
              <a:ahLst/>
              <a:cxnLst/>
              <a:rect l="l" t="t" r="r" b="b"/>
              <a:pathLst>
                <a:path w="20853" h="3595" extrusionOk="0">
                  <a:moveTo>
                    <a:pt x="11038" y="1"/>
                  </a:moveTo>
                  <a:cubicBezTo>
                    <a:pt x="10826" y="1"/>
                    <a:pt x="10612" y="2"/>
                    <a:pt x="10396" y="4"/>
                  </a:cubicBezTo>
                  <a:cubicBezTo>
                    <a:pt x="4651" y="35"/>
                    <a:pt x="1" y="886"/>
                    <a:pt x="1" y="1889"/>
                  </a:cubicBezTo>
                  <a:cubicBezTo>
                    <a:pt x="1" y="2854"/>
                    <a:pt x="4337" y="3594"/>
                    <a:pt x="9784" y="3594"/>
                  </a:cubicBezTo>
                  <a:cubicBezTo>
                    <a:pt x="9997" y="3594"/>
                    <a:pt x="10211" y="3593"/>
                    <a:pt x="10426" y="3591"/>
                  </a:cubicBezTo>
                  <a:cubicBezTo>
                    <a:pt x="16202" y="3530"/>
                    <a:pt x="20852" y="2679"/>
                    <a:pt x="20822" y="1706"/>
                  </a:cubicBezTo>
                  <a:cubicBezTo>
                    <a:pt x="20822" y="741"/>
                    <a:pt x="16486" y="1"/>
                    <a:pt x="11038"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2205;p67">
              <a:extLst>
                <a:ext uri="{FF2B5EF4-FFF2-40B4-BE49-F238E27FC236}">
                  <a16:creationId xmlns:a16="http://schemas.microsoft.com/office/drawing/2014/main" id="{7604A283-76BF-71B8-058A-58060A292806}"/>
                </a:ext>
              </a:extLst>
            </p:cNvPr>
            <p:cNvSpPr/>
            <p:nvPr/>
          </p:nvSpPr>
          <p:spPr>
            <a:xfrm>
              <a:off x="3198162" y="2891375"/>
              <a:ext cx="528156" cy="53431"/>
            </a:xfrm>
            <a:custGeom>
              <a:avLst/>
              <a:gdLst/>
              <a:ahLst/>
              <a:cxnLst/>
              <a:rect l="l" t="t" r="r" b="b"/>
              <a:pathLst>
                <a:path w="16567" h="1676" extrusionOk="0">
                  <a:moveTo>
                    <a:pt x="8845" y="0"/>
                  </a:moveTo>
                  <a:cubicBezTo>
                    <a:pt x="8654" y="0"/>
                    <a:pt x="8462" y="1"/>
                    <a:pt x="8268" y="2"/>
                  </a:cubicBezTo>
                  <a:cubicBezTo>
                    <a:pt x="3709" y="63"/>
                    <a:pt x="0" y="458"/>
                    <a:pt x="0" y="914"/>
                  </a:cubicBezTo>
                  <a:cubicBezTo>
                    <a:pt x="0" y="1351"/>
                    <a:pt x="3430" y="1676"/>
                    <a:pt x="7725" y="1676"/>
                  </a:cubicBezTo>
                  <a:cubicBezTo>
                    <a:pt x="7915" y="1676"/>
                    <a:pt x="8106" y="1675"/>
                    <a:pt x="8298" y="1674"/>
                  </a:cubicBezTo>
                  <a:cubicBezTo>
                    <a:pt x="12858" y="1643"/>
                    <a:pt x="16566" y="1218"/>
                    <a:pt x="16566" y="762"/>
                  </a:cubicBezTo>
                  <a:cubicBezTo>
                    <a:pt x="16566" y="325"/>
                    <a:pt x="13165" y="0"/>
                    <a:pt x="8845" y="0"/>
                  </a:cubicBezTo>
                  <a:close/>
                </a:path>
              </a:pathLst>
            </a:custGeom>
            <a:solidFill>
              <a:srgbClr val="FD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2206;p67">
              <a:extLst>
                <a:ext uri="{FF2B5EF4-FFF2-40B4-BE49-F238E27FC236}">
                  <a16:creationId xmlns:a16="http://schemas.microsoft.com/office/drawing/2014/main" id="{33325AFE-A541-875E-1A34-1427CC0D0656}"/>
                </a:ext>
              </a:extLst>
            </p:cNvPr>
            <p:cNvSpPr/>
            <p:nvPr/>
          </p:nvSpPr>
          <p:spPr>
            <a:xfrm>
              <a:off x="3198162" y="2891216"/>
              <a:ext cx="528156" cy="37076"/>
            </a:xfrm>
            <a:custGeom>
              <a:avLst/>
              <a:gdLst/>
              <a:ahLst/>
              <a:cxnLst/>
              <a:rect l="l" t="t" r="r" b="b"/>
              <a:pathLst>
                <a:path w="16567" h="1163" extrusionOk="0">
                  <a:moveTo>
                    <a:pt x="9265" y="0"/>
                  </a:moveTo>
                  <a:cubicBezTo>
                    <a:pt x="8938" y="0"/>
                    <a:pt x="8606" y="3"/>
                    <a:pt x="8268" y="7"/>
                  </a:cubicBezTo>
                  <a:cubicBezTo>
                    <a:pt x="3709" y="38"/>
                    <a:pt x="0" y="463"/>
                    <a:pt x="0" y="919"/>
                  </a:cubicBezTo>
                  <a:cubicBezTo>
                    <a:pt x="0" y="1010"/>
                    <a:pt x="122" y="1071"/>
                    <a:pt x="365" y="1162"/>
                  </a:cubicBezTo>
                  <a:cubicBezTo>
                    <a:pt x="1399" y="797"/>
                    <a:pt x="4529" y="524"/>
                    <a:pt x="8268" y="493"/>
                  </a:cubicBezTo>
                  <a:cubicBezTo>
                    <a:pt x="8505" y="492"/>
                    <a:pt x="8741" y="491"/>
                    <a:pt x="8973" y="491"/>
                  </a:cubicBezTo>
                  <a:cubicBezTo>
                    <a:pt x="12400" y="491"/>
                    <a:pt x="15234" y="697"/>
                    <a:pt x="16201" y="1010"/>
                  </a:cubicBezTo>
                  <a:cubicBezTo>
                    <a:pt x="16444" y="919"/>
                    <a:pt x="16566" y="858"/>
                    <a:pt x="16566" y="767"/>
                  </a:cubicBezTo>
                  <a:cubicBezTo>
                    <a:pt x="16566" y="345"/>
                    <a:pt x="13383" y="0"/>
                    <a:pt x="9265"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2207;p67">
              <a:extLst>
                <a:ext uri="{FF2B5EF4-FFF2-40B4-BE49-F238E27FC236}">
                  <a16:creationId xmlns:a16="http://schemas.microsoft.com/office/drawing/2014/main" id="{F8FCBF06-C9D5-991B-B16A-1BB8D35090C3}"/>
                </a:ext>
              </a:extLst>
            </p:cNvPr>
            <p:cNvSpPr/>
            <p:nvPr/>
          </p:nvSpPr>
          <p:spPr>
            <a:xfrm>
              <a:off x="3130320" y="2811003"/>
              <a:ext cx="664794" cy="152259"/>
            </a:xfrm>
            <a:custGeom>
              <a:avLst/>
              <a:gdLst/>
              <a:ahLst/>
              <a:cxnLst/>
              <a:rect l="l" t="t" r="r" b="b"/>
              <a:pathLst>
                <a:path w="20853" h="4776" extrusionOk="0">
                  <a:moveTo>
                    <a:pt x="20822" y="0"/>
                  </a:moveTo>
                  <a:lnTo>
                    <a:pt x="1" y="183"/>
                  </a:lnTo>
                  <a:lnTo>
                    <a:pt x="31" y="3070"/>
                  </a:lnTo>
                  <a:cubicBezTo>
                    <a:pt x="31" y="4008"/>
                    <a:pt x="4379" y="4776"/>
                    <a:pt x="9837" y="4776"/>
                  </a:cubicBezTo>
                  <a:cubicBezTo>
                    <a:pt x="10042" y="4776"/>
                    <a:pt x="10249" y="4775"/>
                    <a:pt x="10457" y="4772"/>
                  </a:cubicBezTo>
                  <a:cubicBezTo>
                    <a:pt x="16202" y="4712"/>
                    <a:pt x="20852" y="3861"/>
                    <a:pt x="20852" y="2857"/>
                  </a:cubicBezTo>
                  <a:lnTo>
                    <a:pt x="208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2208;p67">
              <a:extLst>
                <a:ext uri="{FF2B5EF4-FFF2-40B4-BE49-F238E27FC236}">
                  <a16:creationId xmlns:a16="http://schemas.microsoft.com/office/drawing/2014/main" id="{925A9113-340F-4655-C3C2-B04508546815}"/>
                </a:ext>
              </a:extLst>
            </p:cNvPr>
            <p:cNvSpPr/>
            <p:nvPr/>
          </p:nvSpPr>
          <p:spPr>
            <a:xfrm>
              <a:off x="3130320" y="2754765"/>
              <a:ext cx="664794" cy="115469"/>
            </a:xfrm>
            <a:custGeom>
              <a:avLst/>
              <a:gdLst/>
              <a:ahLst/>
              <a:cxnLst/>
              <a:rect l="l" t="t" r="r" b="b"/>
              <a:pathLst>
                <a:path w="20853" h="3622" extrusionOk="0">
                  <a:moveTo>
                    <a:pt x="10729" y="0"/>
                  </a:moveTo>
                  <a:cubicBezTo>
                    <a:pt x="10618" y="0"/>
                    <a:pt x="10507" y="1"/>
                    <a:pt x="10396" y="1"/>
                  </a:cubicBezTo>
                  <a:cubicBezTo>
                    <a:pt x="4651" y="62"/>
                    <a:pt x="1" y="913"/>
                    <a:pt x="1" y="1916"/>
                  </a:cubicBezTo>
                  <a:cubicBezTo>
                    <a:pt x="1" y="2882"/>
                    <a:pt x="4337" y="3622"/>
                    <a:pt x="9784" y="3622"/>
                  </a:cubicBezTo>
                  <a:cubicBezTo>
                    <a:pt x="9997" y="3622"/>
                    <a:pt x="10211" y="3621"/>
                    <a:pt x="10426" y="3618"/>
                  </a:cubicBezTo>
                  <a:cubicBezTo>
                    <a:pt x="16202" y="3558"/>
                    <a:pt x="20852" y="2707"/>
                    <a:pt x="20822" y="1703"/>
                  </a:cubicBezTo>
                  <a:cubicBezTo>
                    <a:pt x="20822" y="750"/>
                    <a:pt x="16320" y="0"/>
                    <a:pt x="10729"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2209;p67">
              <a:extLst>
                <a:ext uri="{FF2B5EF4-FFF2-40B4-BE49-F238E27FC236}">
                  <a16:creationId xmlns:a16="http://schemas.microsoft.com/office/drawing/2014/main" id="{877E1D57-D5C9-D415-FD97-A6537FE5EAF1}"/>
                </a:ext>
              </a:extLst>
            </p:cNvPr>
            <p:cNvSpPr/>
            <p:nvPr/>
          </p:nvSpPr>
          <p:spPr>
            <a:xfrm>
              <a:off x="3198162" y="2779919"/>
              <a:ext cx="528156" cy="53463"/>
            </a:xfrm>
            <a:custGeom>
              <a:avLst/>
              <a:gdLst/>
              <a:ahLst/>
              <a:cxnLst/>
              <a:rect l="l" t="t" r="r" b="b"/>
              <a:pathLst>
                <a:path w="16567" h="1677" extrusionOk="0">
                  <a:moveTo>
                    <a:pt x="8845" y="1"/>
                  </a:moveTo>
                  <a:cubicBezTo>
                    <a:pt x="8654" y="1"/>
                    <a:pt x="8462" y="1"/>
                    <a:pt x="8268" y="3"/>
                  </a:cubicBezTo>
                  <a:cubicBezTo>
                    <a:pt x="3709" y="33"/>
                    <a:pt x="0" y="459"/>
                    <a:pt x="0" y="914"/>
                  </a:cubicBezTo>
                  <a:cubicBezTo>
                    <a:pt x="0" y="1351"/>
                    <a:pt x="3430" y="1676"/>
                    <a:pt x="7725" y="1676"/>
                  </a:cubicBezTo>
                  <a:cubicBezTo>
                    <a:pt x="7915" y="1676"/>
                    <a:pt x="8106" y="1676"/>
                    <a:pt x="8298" y="1674"/>
                  </a:cubicBezTo>
                  <a:cubicBezTo>
                    <a:pt x="12858" y="1614"/>
                    <a:pt x="16566" y="1218"/>
                    <a:pt x="16566" y="763"/>
                  </a:cubicBezTo>
                  <a:cubicBezTo>
                    <a:pt x="16566" y="326"/>
                    <a:pt x="13165" y="1"/>
                    <a:pt x="88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2210;p67">
              <a:extLst>
                <a:ext uri="{FF2B5EF4-FFF2-40B4-BE49-F238E27FC236}">
                  <a16:creationId xmlns:a16="http://schemas.microsoft.com/office/drawing/2014/main" id="{A019E4D7-076B-1B2B-E95F-4028132A7FCB}"/>
                </a:ext>
              </a:extLst>
            </p:cNvPr>
            <p:cNvSpPr/>
            <p:nvPr/>
          </p:nvSpPr>
          <p:spPr>
            <a:xfrm>
              <a:off x="3198162" y="2779760"/>
              <a:ext cx="528156" cy="37076"/>
            </a:xfrm>
            <a:custGeom>
              <a:avLst/>
              <a:gdLst/>
              <a:ahLst/>
              <a:cxnLst/>
              <a:rect l="l" t="t" r="r" b="b"/>
              <a:pathLst>
                <a:path w="16567" h="1163" extrusionOk="0">
                  <a:moveTo>
                    <a:pt x="9336" y="0"/>
                  </a:moveTo>
                  <a:cubicBezTo>
                    <a:pt x="8986" y="0"/>
                    <a:pt x="8630" y="3"/>
                    <a:pt x="8268" y="8"/>
                  </a:cubicBezTo>
                  <a:cubicBezTo>
                    <a:pt x="3709" y="38"/>
                    <a:pt x="0" y="464"/>
                    <a:pt x="0" y="919"/>
                  </a:cubicBezTo>
                  <a:cubicBezTo>
                    <a:pt x="0" y="1011"/>
                    <a:pt x="122" y="1071"/>
                    <a:pt x="365" y="1163"/>
                  </a:cubicBezTo>
                  <a:cubicBezTo>
                    <a:pt x="1399" y="798"/>
                    <a:pt x="4529" y="524"/>
                    <a:pt x="8268" y="494"/>
                  </a:cubicBezTo>
                  <a:cubicBezTo>
                    <a:pt x="8505" y="492"/>
                    <a:pt x="8741" y="491"/>
                    <a:pt x="8973" y="491"/>
                  </a:cubicBezTo>
                  <a:cubicBezTo>
                    <a:pt x="12400" y="491"/>
                    <a:pt x="15234" y="698"/>
                    <a:pt x="16201" y="1011"/>
                  </a:cubicBezTo>
                  <a:cubicBezTo>
                    <a:pt x="16444" y="919"/>
                    <a:pt x="16566" y="828"/>
                    <a:pt x="16566" y="768"/>
                  </a:cubicBezTo>
                  <a:cubicBezTo>
                    <a:pt x="16566" y="320"/>
                    <a:pt x="13419" y="0"/>
                    <a:pt x="9336"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2211;p67">
              <a:extLst>
                <a:ext uri="{FF2B5EF4-FFF2-40B4-BE49-F238E27FC236}">
                  <a16:creationId xmlns:a16="http://schemas.microsoft.com/office/drawing/2014/main" id="{7317051E-2517-B485-05B2-31262C6DA06A}"/>
                </a:ext>
              </a:extLst>
            </p:cNvPr>
            <p:cNvSpPr/>
            <p:nvPr/>
          </p:nvSpPr>
          <p:spPr>
            <a:xfrm>
              <a:off x="2832839" y="3793607"/>
              <a:ext cx="666706" cy="156053"/>
            </a:xfrm>
            <a:custGeom>
              <a:avLst/>
              <a:gdLst/>
              <a:ahLst/>
              <a:cxnLst/>
              <a:rect l="l" t="t" r="r" b="b"/>
              <a:pathLst>
                <a:path w="20913" h="4895" extrusionOk="0">
                  <a:moveTo>
                    <a:pt x="0" y="0"/>
                  </a:moveTo>
                  <a:lnTo>
                    <a:pt x="0" y="3010"/>
                  </a:lnTo>
                  <a:cubicBezTo>
                    <a:pt x="0" y="4043"/>
                    <a:pt x="4681" y="4894"/>
                    <a:pt x="10456" y="4894"/>
                  </a:cubicBezTo>
                  <a:cubicBezTo>
                    <a:pt x="16232" y="4894"/>
                    <a:pt x="20912" y="4043"/>
                    <a:pt x="20912" y="3010"/>
                  </a:cubicBezTo>
                  <a:lnTo>
                    <a:pt x="209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2212;p67">
              <a:extLst>
                <a:ext uri="{FF2B5EF4-FFF2-40B4-BE49-F238E27FC236}">
                  <a16:creationId xmlns:a16="http://schemas.microsoft.com/office/drawing/2014/main" id="{EB409DC3-ECB4-39D9-8D08-6ED33AF3E7D7}"/>
                </a:ext>
              </a:extLst>
            </p:cNvPr>
            <p:cNvSpPr/>
            <p:nvPr/>
          </p:nvSpPr>
          <p:spPr>
            <a:xfrm>
              <a:off x="3476260" y="3753883"/>
              <a:ext cx="15557" cy="219016"/>
            </a:xfrm>
            <a:custGeom>
              <a:avLst/>
              <a:gdLst/>
              <a:ahLst/>
              <a:cxnLst/>
              <a:rect l="l" t="t" r="r" b="b"/>
              <a:pathLst>
                <a:path w="488" h="6870" extrusionOk="0">
                  <a:moveTo>
                    <a:pt x="1" y="0"/>
                  </a:moveTo>
                  <a:lnTo>
                    <a:pt x="1" y="6870"/>
                  </a:lnTo>
                  <a:lnTo>
                    <a:pt x="487" y="687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2213;p67">
              <a:extLst>
                <a:ext uri="{FF2B5EF4-FFF2-40B4-BE49-F238E27FC236}">
                  <a16:creationId xmlns:a16="http://schemas.microsoft.com/office/drawing/2014/main" id="{3ED96CDC-DFD7-FD67-2609-39083C151514}"/>
                </a:ext>
              </a:extLst>
            </p:cNvPr>
            <p:cNvSpPr/>
            <p:nvPr/>
          </p:nvSpPr>
          <p:spPr>
            <a:xfrm>
              <a:off x="3435580" y="3753883"/>
              <a:ext cx="15526" cy="219016"/>
            </a:xfrm>
            <a:custGeom>
              <a:avLst/>
              <a:gdLst/>
              <a:ahLst/>
              <a:cxnLst/>
              <a:rect l="l" t="t" r="r" b="b"/>
              <a:pathLst>
                <a:path w="487" h="6870" extrusionOk="0">
                  <a:moveTo>
                    <a:pt x="0" y="0"/>
                  </a:moveTo>
                  <a:lnTo>
                    <a:pt x="0" y="6870"/>
                  </a:lnTo>
                  <a:lnTo>
                    <a:pt x="487" y="687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2214;p67">
              <a:extLst>
                <a:ext uri="{FF2B5EF4-FFF2-40B4-BE49-F238E27FC236}">
                  <a16:creationId xmlns:a16="http://schemas.microsoft.com/office/drawing/2014/main" id="{4EFF985C-7D12-C87A-364F-9D6194079449}"/>
                </a:ext>
              </a:extLst>
            </p:cNvPr>
            <p:cNvSpPr/>
            <p:nvPr/>
          </p:nvSpPr>
          <p:spPr>
            <a:xfrm>
              <a:off x="3389066" y="3753883"/>
              <a:ext cx="15526" cy="219016"/>
            </a:xfrm>
            <a:custGeom>
              <a:avLst/>
              <a:gdLst/>
              <a:ahLst/>
              <a:cxnLst/>
              <a:rect l="l" t="t" r="r" b="b"/>
              <a:pathLst>
                <a:path w="487" h="6870" extrusionOk="0">
                  <a:moveTo>
                    <a:pt x="0" y="0"/>
                  </a:moveTo>
                  <a:lnTo>
                    <a:pt x="0" y="6870"/>
                  </a:lnTo>
                  <a:lnTo>
                    <a:pt x="487" y="687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2215;p67">
              <a:extLst>
                <a:ext uri="{FF2B5EF4-FFF2-40B4-BE49-F238E27FC236}">
                  <a16:creationId xmlns:a16="http://schemas.microsoft.com/office/drawing/2014/main" id="{F0A2F8FB-42FF-2C52-4252-35346EADE2BD}"/>
                </a:ext>
              </a:extLst>
            </p:cNvPr>
            <p:cNvSpPr/>
            <p:nvPr/>
          </p:nvSpPr>
          <p:spPr>
            <a:xfrm>
              <a:off x="3330915" y="3753883"/>
              <a:ext cx="15526" cy="219016"/>
            </a:xfrm>
            <a:custGeom>
              <a:avLst/>
              <a:gdLst/>
              <a:ahLst/>
              <a:cxnLst/>
              <a:rect l="l" t="t" r="r" b="b"/>
              <a:pathLst>
                <a:path w="487" h="6870" extrusionOk="0">
                  <a:moveTo>
                    <a:pt x="1" y="0"/>
                  </a:moveTo>
                  <a:lnTo>
                    <a:pt x="1" y="6870"/>
                  </a:lnTo>
                  <a:lnTo>
                    <a:pt x="487" y="687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2216;p67">
              <a:extLst>
                <a:ext uri="{FF2B5EF4-FFF2-40B4-BE49-F238E27FC236}">
                  <a16:creationId xmlns:a16="http://schemas.microsoft.com/office/drawing/2014/main" id="{FF79B0BF-DD90-4F69-0260-0F95EF5B9570}"/>
                </a:ext>
              </a:extLst>
            </p:cNvPr>
            <p:cNvSpPr/>
            <p:nvPr/>
          </p:nvSpPr>
          <p:spPr>
            <a:xfrm>
              <a:off x="3266005" y="3753883"/>
              <a:ext cx="16482" cy="219016"/>
            </a:xfrm>
            <a:custGeom>
              <a:avLst/>
              <a:gdLst/>
              <a:ahLst/>
              <a:cxnLst/>
              <a:rect l="l" t="t" r="r" b="b"/>
              <a:pathLst>
                <a:path w="517" h="6870" extrusionOk="0">
                  <a:moveTo>
                    <a:pt x="0" y="0"/>
                  </a:moveTo>
                  <a:lnTo>
                    <a:pt x="0" y="6870"/>
                  </a:lnTo>
                  <a:lnTo>
                    <a:pt x="517" y="687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217;p67">
              <a:extLst>
                <a:ext uri="{FF2B5EF4-FFF2-40B4-BE49-F238E27FC236}">
                  <a16:creationId xmlns:a16="http://schemas.microsoft.com/office/drawing/2014/main" id="{EB147928-7046-BBC5-453A-11679A887925}"/>
                </a:ext>
              </a:extLst>
            </p:cNvPr>
            <p:cNvSpPr/>
            <p:nvPr/>
          </p:nvSpPr>
          <p:spPr>
            <a:xfrm>
              <a:off x="3196218" y="3753883"/>
              <a:ext cx="16514" cy="219016"/>
            </a:xfrm>
            <a:custGeom>
              <a:avLst/>
              <a:gdLst/>
              <a:ahLst/>
              <a:cxnLst/>
              <a:rect l="l" t="t" r="r" b="b"/>
              <a:pathLst>
                <a:path w="518" h="6870" extrusionOk="0">
                  <a:moveTo>
                    <a:pt x="1" y="0"/>
                  </a:moveTo>
                  <a:lnTo>
                    <a:pt x="1" y="6870"/>
                  </a:lnTo>
                  <a:lnTo>
                    <a:pt x="517" y="687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218;p67">
              <a:extLst>
                <a:ext uri="{FF2B5EF4-FFF2-40B4-BE49-F238E27FC236}">
                  <a16:creationId xmlns:a16="http://schemas.microsoft.com/office/drawing/2014/main" id="{CEB13195-CF87-FCE0-C34A-DF57A277785C}"/>
                </a:ext>
              </a:extLst>
            </p:cNvPr>
            <p:cNvSpPr/>
            <p:nvPr/>
          </p:nvSpPr>
          <p:spPr>
            <a:xfrm>
              <a:off x="2832839" y="3731599"/>
              <a:ext cx="666706" cy="120188"/>
            </a:xfrm>
            <a:custGeom>
              <a:avLst/>
              <a:gdLst/>
              <a:ahLst/>
              <a:cxnLst/>
              <a:rect l="l" t="t" r="r" b="b"/>
              <a:pathLst>
                <a:path w="20913" h="3770" extrusionOk="0">
                  <a:moveTo>
                    <a:pt x="10456" y="0"/>
                  </a:moveTo>
                  <a:cubicBezTo>
                    <a:pt x="4681" y="0"/>
                    <a:pt x="0" y="851"/>
                    <a:pt x="0" y="1885"/>
                  </a:cubicBezTo>
                  <a:cubicBezTo>
                    <a:pt x="0" y="2918"/>
                    <a:pt x="4681" y="3769"/>
                    <a:pt x="10456" y="3769"/>
                  </a:cubicBezTo>
                  <a:cubicBezTo>
                    <a:pt x="16232" y="3769"/>
                    <a:pt x="20912" y="2918"/>
                    <a:pt x="20912" y="1885"/>
                  </a:cubicBezTo>
                  <a:cubicBezTo>
                    <a:pt x="20912" y="851"/>
                    <a:pt x="16232" y="0"/>
                    <a:pt x="104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219;p67">
              <a:extLst>
                <a:ext uri="{FF2B5EF4-FFF2-40B4-BE49-F238E27FC236}">
                  <a16:creationId xmlns:a16="http://schemas.microsoft.com/office/drawing/2014/main" id="{98DDAF41-EF8C-E879-C1FD-EA11157C4686}"/>
                </a:ext>
              </a:extLst>
            </p:cNvPr>
            <p:cNvSpPr/>
            <p:nvPr/>
          </p:nvSpPr>
          <p:spPr>
            <a:xfrm>
              <a:off x="2901638" y="3757741"/>
              <a:ext cx="529112" cy="55280"/>
            </a:xfrm>
            <a:custGeom>
              <a:avLst/>
              <a:gdLst/>
              <a:ahLst/>
              <a:cxnLst/>
              <a:rect l="l" t="t" r="r" b="b"/>
              <a:pathLst>
                <a:path w="16597" h="1734" extrusionOk="0">
                  <a:moveTo>
                    <a:pt x="8298" y="1"/>
                  </a:moveTo>
                  <a:cubicBezTo>
                    <a:pt x="3709" y="1"/>
                    <a:pt x="0" y="396"/>
                    <a:pt x="0" y="852"/>
                  </a:cubicBezTo>
                  <a:cubicBezTo>
                    <a:pt x="0" y="1338"/>
                    <a:pt x="3709" y="1733"/>
                    <a:pt x="8298" y="1733"/>
                  </a:cubicBezTo>
                  <a:cubicBezTo>
                    <a:pt x="12888" y="1733"/>
                    <a:pt x="16596" y="1338"/>
                    <a:pt x="16596" y="852"/>
                  </a:cubicBezTo>
                  <a:cubicBezTo>
                    <a:pt x="16596" y="396"/>
                    <a:pt x="12888" y="1"/>
                    <a:pt x="8298" y="1"/>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220;p67">
              <a:extLst>
                <a:ext uri="{FF2B5EF4-FFF2-40B4-BE49-F238E27FC236}">
                  <a16:creationId xmlns:a16="http://schemas.microsoft.com/office/drawing/2014/main" id="{BB23A122-DFAC-6628-198D-6D9D9F59A83F}"/>
                </a:ext>
              </a:extLst>
            </p:cNvPr>
            <p:cNvSpPr/>
            <p:nvPr/>
          </p:nvSpPr>
          <p:spPr>
            <a:xfrm>
              <a:off x="2901638" y="3757741"/>
              <a:ext cx="529112" cy="35897"/>
            </a:xfrm>
            <a:custGeom>
              <a:avLst/>
              <a:gdLst/>
              <a:ahLst/>
              <a:cxnLst/>
              <a:rect l="l" t="t" r="r" b="b"/>
              <a:pathLst>
                <a:path w="16597" h="1126" extrusionOk="0">
                  <a:moveTo>
                    <a:pt x="8298" y="1"/>
                  </a:moveTo>
                  <a:cubicBezTo>
                    <a:pt x="3709" y="1"/>
                    <a:pt x="0" y="396"/>
                    <a:pt x="0" y="852"/>
                  </a:cubicBezTo>
                  <a:cubicBezTo>
                    <a:pt x="0" y="943"/>
                    <a:pt x="122" y="1034"/>
                    <a:pt x="365" y="1125"/>
                  </a:cubicBezTo>
                  <a:cubicBezTo>
                    <a:pt x="1399" y="761"/>
                    <a:pt x="4560" y="487"/>
                    <a:pt x="8298" y="487"/>
                  </a:cubicBezTo>
                  <a:cubicBezTo>
                    <a:pt x="12037" y="487"/>
                    <a:pt x="15229" y="761"/>
                    <a:pt x="16262" y="1125"/>
                  </a:cubicBezTo>
                  <a:cubicBezTo>
                    <a:pt x="16475" y="1034"/>
                    <a:pt x="16596" y="943"/>
                    <a:pt x="16596" y="852"/>
                  </a:cubicBezTo>
                  <a:cubicBezTo>
                    <a:pt x="16596" y="396"/>
                    <a:pt x="12888" y="1"/>
                    <a:pt x="8298"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221;p67">
              <a:extLst>
                <a:ext uri="{FF2B5EF4-FFF2-40B4-BE49-F238E27FC236}">
                  <a16:creationId xmlns:a16="http://schemas.microsoft.com/office/drawing/2014/main" id="{10E5E0B1-5EBD-75F8-73AE-CB9256431084}"/>
                </a:ext>
              </a:extLst>
            </p:cNvPr>
            <p:cNvSpPr/>
            <p:nvPr/>
          </p:nvSpPr>
          <p:spPr>
            <a:xfrm>
              <a:off x="2793115" y="3667613"/>
              <a:ext cx="665718" cy="156053"/>
            </a:xfrm>
            <a:custGeom>
              <a:avLst/>
              <a:gdLst/>
              <a:ahLst/>
              <a:cxnLst/>
              <a:rect l="l" t="t" r="r" b="b"/>
              <a:pathLst>
                <a:path w="20882" h="4895" extrusionOk="0">
                  <a:moveTo>
                    <a:pt x="0" y="1"/>
                  </a:moveTo>
                  <a:lnTo>
                    <a:pt x="0" y="3010"/>
                  </a:lnTo>
                  <a:cubicBezTo>
                    <a:pt x="0" y="4044"/>
                    <a:pt x="4681" y="4895"/>
                    <a:pt x="10456" y="4895"/>
                  </a:cubicBezTo>
                  <a:cubicBezTo>
                    <a:pt x="16201" y="4895"/>
                    <a:pt x="20882" y="4044"/>
                    <a:pt x="20882" y="3010"/>
                  </a:cubicBezTo>
                  <a:lnTo>
                    <a:pt x="208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222;p67">
              <a:extLst>
                <a:ext uri="{FF2B5EF4-FFF2-40B4-BE49-F238E27FC236}">
                  <a16:creationId xmlns:a16="http://schemas.microsoft.com/office/drawing/2014/main" id="{CF314468-AC3A-EF4A-F8A3-767200E6EC40}"/>
                </a:ext>
              </a:extLst>
            </p:cNvPr>
            <p:cNvSpPr/>
            <p:nvPr/>
          </p:nvSpPr>
          <p:spPr>
            <a:xfrm>
              <a:off x="2799874" y="3627890"/>
              <a:ext cx="16514" cy="219047"/>
            </a:xfrm>
            <a:custGeom>
              <a:avLst/>
              <a:gdLst/>
              <a:ahLst/>
              <a:cxnLst/>
              <a:rect l="l" t="t" r="r" b="b"/>
              <a:pathLst>
                <a:path w="518" h="6871" extrusionOk="0">
                  <a:moveTo>
                    <a:pt x="1" y="1"/>
                  </a:moveTo>
                  <a:lnTo>
                    <a:pt x="1" y="6870"/>
                  </a:lnTo>
                  <a:lnTo>
                    <a:pt x="518" y="6870"/>
                  </a:lnTo>
                  <a:lnTo>
                    <a:pt x="518"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223;p67">
              <a:extLst>
                <a:ext uri="{FF2B5EF4-FFF2-40B4-BE49-F238E27FC236}">
                  <a16:creationId xmlns:a16="http://schemas.microsoft.com/office/drawing/2014/main" id="{982CFD01-EBA5-2FFD-1903-F9B5253378EB}"/>
                </a:ext>
              </a:extLst>
            </p:cNvPr>
            <p:cNvSpPr/>
            <p:nvPr/>
          </p:nvSpPr>
          <p:spPr>
            <a:xfrm>
              <a:off x="2841542" y="3627890"/>
              <a:ext cx="15557" cy="219047"/>
            </a:xfrm>
            <a:custGeom>
              <a:avLst/>
              <a:gdLst/>
              <a:ahLst/>
              <a:cxnLst/>
              <a:rect l="l" t="t" r="r" b="b"/>
              <a:pathLst>
                <a:path w="488" h="6871" extrusionOk="0">
                  <a:moveTo>
                    <a:pt x="1" y="1"/>
                  </a:moveTo>
                  <a:lnTo>
                    <a:pt x="1" y="6870"/>
                  </a:lnTo>
                  <a:lnTo>
                    <a:pt x="487" y="687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224;p67">
              <a:extLst>
                <a:ext uri="{FF2B5EF4-FFF2-40B4-BE49-F238E27FC236}">
                  <a16:creationId xmlns:a16="http://schemas.microsoft.com/office/drawing/2014/main" id="{7B69F0FF-4BBD-E987-BD75-08E1AEF1A472}"/>
                </a:ext>
              </a:extLst>
            </p:cNvPr>
            <p:cNvSpPr/>
            <p:nvPr/>
          </p:nvSpPr>
          <p:spPr>
            <a:xfrm>
              <a:off x="2888057" y="3627890"/>
              <a:ext cx="15557" cy="219047"/>
            </a:xfrm>
            <a:custGeom>
              <a:avLst/>
              <a:gdLst/>
              <a:ahLst/>
              <a:cxnLst/>
              <a:rect l="l" t="t" r="r" b="b"/>
              <a:pathLst>
                <a:path w="488" h="6871" extrusionOk="0">
                  <a:moveTo>
                    <a:pt x="1" y="1"/>
                  </a:moveTo>
                  <a:lnTo>
                    <a:pt x="1" y="6870"/>
                  </a:lnTo>
                  <a:lnTo>
                    <a:pt x="487" y="687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225;p67">
              <a:extLst>
                <a:ext uri="{FF2B5EF4-FFF2-40B4-BE49-F238E27FC236}">
                  <a16:creationId xmlns:a16="http://schemas.microsoft.com/office/drawing/2014/main" id="{9BBF313E-F8DC-C82A-FEA2-0DDD489DD3EF}"/>
                </a:ext>
              </a:extLst>
            </p:cNvPr>
            <p:cNvSpPr/>
            <p:nvPr/>
          </p:nvSpPr>
          <p:spPr>
            <a:xfrm>
              <a:off x="3079948" y="3627890"/>
              <a:ext cx="15526" cy="219047"/>
            </a:xfrm>
            <a:custGeom>
              <a:avLst/>
              <a:gdLst/>
              <a:ahLst/>
              <a:cxnLst/>
              <a:rect l="l" t="t" r="r" b="b"/>
              <a:pathLst>
                <a:path w="487" h="6871" extrusionOk="0">
                  <a:moveTo>
                    <a:pt x="0" y="1"/>
                  </a:moveTo>
                  <a:lnTo>
                    <a:pt x="0" y="6870"/>
                  </a:lnTo>
                  <a:lnTo>
                    <a:pt x="486" y="6870"/>
                  </a:lnTo>
                  <a:lnTo>
                    <a:pt x="486"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226;p67">
              <a:extLst>
                <a:ext uri="{FF2B5EF4-FFF2-40B4-BE49-F238E27FC236}">
                  <a16:creationId xmlns:a16="http://schemas.microsoft.com/office/drawing/2014/main" id="{FCC7FFED-A46D-69D7-4357-24A9976D7E2A}"/>
                </a:ext>
              </a:extLst>
            </p:cNvPr>
            <p:cNvSpPr/>
            <p:nvPr/>
          </p:nvSpPr>
          <p:spPr>
            <a:xfrm>
              <a:off x="3436536" y="3627890"/>
              <a:ext cx="15557" cy="219047"/>
            </a:xfrm>
            <a:custGeom>
              <a:avLst/>
              <a:gdLst/>
              <a:ahLst/>
              <a:cxnLst/>
              <a:rect l="l" t="t" r="r" b="b"/>
              <a:pathLst>
                <a:path w="488" h="6871" extrusionOk="0">
                  <a:moveTo>
                    <a:pt x="1" y="1"/>
                  </a:moveTo>
                  <a:lnTo>
                    <a:pt x="1" y="6870"/>
                  </a:lnTo>
                  <a:lnTo>
                    <a:pt x="487" y="687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227;p67">
              <a:extLst>
                <a:ext uri="{FF2B5EF4-FFF2-40B4-BE49-F238E27FC236}">
                  <a16:creationId xmlns:a16="http://schemas.microsoft.com/office/drawing/2014/main" id="{9D8C74B9-ACC8-2129-01CE-974EFF1A79E5}"/>
                </a:ext>
              </a:extLst>
            </p:cNvPr>
            <p:cNvSpPr/>
            <p:nvPr/>
          </p:nvSpPr>
          <p:spPr>
            <a:xfrm>
              <a:off x="3394868" y="3627890"/>
              <a:ext cx="16514" cy="219047"/>
            </a:xfrm>
            <a:custGeom>
              <a:avLst/>
              <a:gdLst/>
              <a:ahLst/>
              <a:cxnLst/>
              <a:rect l="l" t="t" r="r" b="b"/>
              <a:pathLst>
                <a:path w="518" h="6871" extrusionOk="0">
                  <a:moveTo>
                    <a:pt x="1" y="1"/>
                  </a:moveTo>
                  <a:lnTo>
                    <a:pt x="1" y="6870"/>
                  </a:lnTo>
                  <a:lnTo>
                    <a:pt x="517" y="6870"/>
                  </a:lnTo>
                  <a:lnTo>
                    <a:pt x="51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228;p67">
              <a:extLst>
                <a:ext uri="{FF2B5EF4-FFF2-40B4-BE49-F238E27FC236}">
                  <a16:creationId xmlns:a16="http://schemas.microsoft.com/office/drawing/2014/main" id="{13D7BDD4-7763-6B1C-0F00-D88726E67146}"/>
                </a:ext>
              </a:extLst>
            </p:cNvPr>
            <p:cNvSpPr/>
            <p:nvPr/>
          </p:nvSpPr>
          <p:spPr>
            <a:xfrm>
              <a:off x="3348354" y="3627890"/>
              <a:ext cx="15557" cy="219047"/>
            </a:xfrm>
            <a:custGeom>
              <a:avLst/>
              <a:gdLst/>
              <a:ahLst/>
              <a:cxnLst/>
              <a:rect l="l" t="t" r="r" b="b"/>
              <a:pathLst>
                <a:path w="488" h="6871" extrusionOk="0">
                  <a:moveTo>
                    <a:pt x="1" y="1"/>
                  </a:moveTo>
                  <a:lnTo>
                    <a:pt x="1" y="6870"/>
                  </a:lnTo>
                  <a:lnTo>
                    <a:pt x="487" y="687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229;p67">
              <a:extLst>
                <a:ext uri="{FF2B5EF4-FFF2-40B4-BE49-F238E27FC236}">
                  <a16:creationId xmlns:a16="http://schemas.microsoft.com/office/drawing/2014/main" id="{72D29FC2-4E52-6468-98E2-492FD52345F5}"/>
                </a:ext>
              </a:extLst>
            </p:cNvPr>
            <p:cNvSpPr/>
            <p:nvPr/>
          </p:nvSpPr>
          <p:spPr>
            <a:xfrm>
              <a:off x="3290235" y="3627890"/>
              <a:ext cx="15526" cy="219047"/>
            </a:xfrm>
            <a:custGeom>
              <a:avLst/>
              <a:gdLst/>
              <a:ahLst/>
              <a:cxnLst/>
              <a:rect l="l" t="t" r="r" b="b"/>
              <a:pathLst>
                <a:path w="487" h="6871" extrusionOk="0">
                  <a:moveTo>
                    <a:pt x="0" y="1"/>
                  </a:moveTo>
                  <a:lnTo>
                    <a:pt x="0" y="6870"/>
                  </a:lnTo>
                  <a:lnTo>
                    <a:pt x="486" y="6870"/>
                  </a:lnTo>
                  <a:lnTo>
                    <a:pt x="486"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230;p67">
              <a:extLst>
                <a:ext uri="{FF2B5EF4-FFF2-40B4-BE49-F238E27FC236}">
                  <a16:creationId xmlns:a16="http://schemas.microsoft.com/office/drawing/2014/main" id="{D15D1F80-8DF6-5AAB-26FB-65D8BA7C182E}"/>
                </a:ext>
              </a:extLst>
            </p:cNvPr>
            <p:cNvSpPr/>
            <p:nvPr/>
          </p:nvSpPr>
          <p:spPr>
            <a:xfrm>
              <a:off x="3226250" y="3627890"/>
              <a:ext cx="15557" cy="219047"/>
            </a:xfrm>
            <a:custGeom>
              <a:avLst/>
              <a:gdLst/>
              <a:ahLst/>
              <a:cxnLst/>
              <a:rect l="l" t="t" r="r" b="b"/>
              <a:pathLst>
                <a:path w="488" h="6871" extrusionOk="0">
                  <a:moveTo>
                    <a:pt x="1" y="1"/>
                  </a:moveTo>
                  <a:lnTo>
                    <a:pt x="1" y="6870"/>
                  </a:lnTo>
                  <a:lnTo>
                    <a:pt x="487" y="687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231;p67">
              <a:extLst>
                <a:ext uri="{FF2B5EF4-FFF2-40B4-BE49-F238E27FC236}">
                  <a16:creationId xmlns:a16="http://schemas.microsoft.com/office/drawing/2014/main" id="{47709DDF-5A02-4A3C-FB1B-E0D38276BAB3}"/>
                </a:ext>
              </a:extLst>
            </p:cNvPr>
            <p:cNvSpPr/>
            <p:nvPr/>
          </p:nvSpPr>
          <p:spPr>
            <a:xfrm>
              <a:off x="3156494" y="3627890"/>
              <a:ext cx="15526" cy="219047"/>
            </a:xfrm>
            <a:custGeom>
              <a:avLst/>
              <a:gdLst/>
              <a:ahLst/>
              <a:cxnLst/>
              <a:rect l="l" t="t" r="r" b="b"/>
              <a:pathLst>
                <a:path w="487" h="6871" extrusionOk="0">
                  <a:moveTo>
                    <a:pt x="0" y="1"/>
                  </a:moveTo>
                  <a:lnTo>
                    <a:pt x="0" y="6870"/>
                  </a:lnTo>
                  <a:lnTo>
                    <a:pt x="487" y="687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232;p67">
              <a:extLst>
                <a:ext uri="{FF2B5EF4-FFF2-40B4-BE49-F238E27FC236}">
                  <a16:creationId xmlns:a16="http://schemas.microsoft.com/office/drawing/2014/main" id="{862FFE2F-E716-B8C3-0252-87AD5ADB13B0}"/>
                </a:ext>
              </a:extLst>
            </p:cNvPr>
            <p:cNvSpPr/>
            <p:nvPr/>
          </p:nvSpPr>
          <p:spPr>
            <a:xfrm>
              <a:off x="2793115" y="3605605"/>
              <a:ext cx="665718" cy="120188"/>
            </a:xfrm>
            <a:custGeom>
              <a:avLst/>
              <a:gdLst/>
              <a:ahLst/>
              <a:cxnLst/>
              <a:rect l="l" t="t" r="r" b="b"/>
              <a:pathLst>
                <a:path w="20882" h="3770" extrusionOk="0">
                  <a:moveTo>
                    <a:pt x="10456" y="1"/>
                  </a:moveTo>
                  <a:cubicBezTo>
                    <a:pt x="4681" y="1"/>
                    <a:pt x="0" y="852"/>
                    <a:pt x="0" y="1885"/>
                  </a:cubicBezTo>
                  <a:cubicBezTo>
                    <a:pt x="0" y="2919"/>
                    <a:pt x="4681" y="3770"/>
                    <a:pt x="10456" y="3770"/>
                  </a:cubicBezTo>
                  <a:cubicBezTo>
                    <a:pt x="16201" y="3770"/>
                    <a:pt x="20882" y="2919"/>
                    <a:pt x="20882" y="1885"/>
                  </a:cubicBezTo>
                  <a:cubicBezTo>
                    <a:pt x="20882" y="852"/>
                    <a:pt x="16201" y="1"/>
                    <a:pt x="1045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233;p67">
              <a:extLst>
                <a:ext uri="{FF2B5EF4-FFF2-40B4-BE49-F238E27FC236}">
                  <a16:creationId xmlns:a16="http://schemas.microsoft.com/office/drawing/2014/main" id="{56C1B398-9B91-1360-A33A-0530287DFED1}"/>
                </a:ext>
              </a:extLst>
            </p:cNvPr>
            <p:cNvSpPr/>
            <p:nvPr/>
          </p:nvSpPr>
          <p:spPr>
            <a:xfrm>
              <a:off x="2860926" y="3631779"/>
              <a:ext cx="530101" cy="55248"/>
            </a:xfrm>
            <a:custGeom>
              <a:avLst/>
              <a:gdLst/>
              <a:ahLst/>
              <a:cxnLst/>
              <a:rect l="l" t="t" r="r" b="b"/>
              <a:pathLst>
                <a:path w="16628" h="1733" extrusionOk="0">
                  <a:moveTo>
                    <a:pt x="8329" y="0"/>
                  </a:moveTo>
                  <a:cubicBezTo>
                    <a:pt x="3739" y="0"/>
                    <a:pt x="1" y="395"/>
                    <a:pt x="1" y="882"/>
                  </a:cubicBezTo>
                  <a:cubicBezTo>
                    <a:pt x="1" y="1338"/>
                    <a:pt x="3739" y="1733"/>
                    <a:pt x="8329" y="1733"/>
                  </a:cubicBezTo>
                  <a:cubicBezTo>
                    <a:pt x="12919" y="1733"/>
                    <a:pt x="16627" y="1338"/>
                    <a:pt x="16627" y="882"/>
                  </a:cubicBezTo>
                  <a:cubicBezTo>
                    <a:pt x="16627" y="395"/>
                    <a:pt x="12919" y="0"/>
                    <a:pt x="8329" y="0"/>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234;p67">
              <a:extLst>
                <a:ext uri="{FF2B5EF4-FFF2-40B4-BE49-F238E27FC236}">
                  <a16:creationId xmlns:a16="http://schemas.microsoft.com/office/drawing/2014/main" id="{59C8BDC2-50CD-E5CC-1803-FE6D6CB72A87}"/>
                </a:ext>
              </a:extLst>
            </p:cNvPr>
            <p:cNvSpPr/>
            <p:nvPr/>
          </p:nvSpPr>
          <p:spPr>
            <a:xfrm>
              <a:off x="2860926" y="3631779"/>
              <a:ext cx="530101" cy="35865"/>
            </a:xfrm>
            <a:custGeom>
              <a:avLst/>
              <a:gdLst/>
              <a:ahLst/>
              <a:cxnLst/>
              <a:rect l="l" t="t" r="r" b="b"/>
              <a:pathLst>
                <a:path w="16628" h="1125" extrusionOk="0">
                  <a:moveTo>
                    <a:pt x="8329" y="0"/>
                  </a:moveTo>
                  <a:cubicBezTo>
                    <a:pt x="3739" y="0"/>
                    <a:pt x="1" y="395"/>
                    <a:pt x="1" y="882"/>
                  </a:cubicBezTo>
                  <a:cubicBezTo>
                    <a:pt x="1" y="943"/>
                    <a:pt x="122" y="1034"/>
                    <a:pt x="365" y="1125"/>
                  </a:cubicBezTo>
                  <a:cubicBezTo>
                    <a:pt x="1399" y="760"/>
                    <a:pt x="4560" y="487"/>
                    <a:pt x="8329" y="487"/>
                  </a:cubicBezTo>
                  <a:cubicBezTo>
                    <a:pt x="12068" y="487"/>
                    <a:pt x="15229" y="760"/>
                    <a:pt x="16262" y="1125"/>
                  </a:cubicBezTo>
                  <a:cubicBezTo>
                    <a:pt x="16506" y="1034"/>
                    <a:pt x="16627" y="943"/>
                    <a:pt x="16627" y="882"/>
                  </a:cubicBezTo>
                  <a:cubicBezTo>
                    <a:pt x="16627" y="395"/>
                    <a:pt x="12919" y="0"/>
                    <a:pt x="8329"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235;p67">
              <a:extLst>
                <a:ext uri="{FF2B5EF4-FFF2-40B4-BE49-F238E27FC236}">
                  <a16:creationId xmlns:a16="http://schemas.microsoft.com/office/drawing/2014/main" id="{6A2A1BF8-46B8-BE14-6977-925489C1A99E}"/>
                </a:ext>
              </a:extLst>
            </p:cNvPr>
            <p:cNvSpPr/>
            <p:nvPr/>
          </p:nvSpPr>
          <p:spPr>
            <a:xfrm>
              <a:off x="2827993" y="3558134"/>
              <a:ext cx="666706" cy="156021"/>
            </a:xfrm>
            <a:custGeom>
              <a:avLst/>
              <a:gdLst/>
              <a:ahLst/>
              <a:cxnLst/>
              <a:rect l="l" t="t" r="r" b="b"/>
              <a:pathLst>
                <a:path w="20913" h="4894" extrusionOk="0">
                  <a:moveTo>
                    <a:pt x="0" y="0"/>
                  </a:moveTo>
                  <a:lnTo>
                    <a:pt x="0" y="3009"/>
                  </a:lnTo>
                  <a:cubicBezTo>
                    <a:pt x="0" y="4073"/>
                    <a:pt x="4681" y="4894"/>
                    <a:pt x="10456" y="4894"/>
                  </a:cubicBezTo>
                  <a:cubicBezTo>
                    <a:pt x="16232" y="4894"/>
                    <a:pt x="20913" y="4073"/>
                    <a:pt x="20913" y="3009"/>
                  </a:cubicBezTo>
                  <a:lnTo>
                    <a:pt x="209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236;p67">
              <a:extLst>
                <a:ext uri="{FF2B5EF4-FFF2-40B4-BE49-F238E27FC236}">
                  <a16:creationId xmlns:a16="http://schemas.microsoft.com/office/drawing/2014/main" id="{B02950F4-97DA-ACA5-536F-8A70E67AD279}"/>
                </a:ext>
              </a:extLst>
            </p:cNvPr>
            <p:cNvSpPr/>
            <p:nvPr/>
          </p:nvSpPr>
          <p:spPr>
            <a:xfrm>
              <a:off x="2835740" y="3518410"/>
              <a:ext cx="15526" cy="219972"/>
            </a:xfrm>
            <a:custGeom>
              <a:avLst/>
              <a:gdLst/>
              <a:ahLst/>
              <a:cxnLst/>
              <a:rect l="l" t="t" r="r" b="b"/>
              <a:pathLst>
                <a:path w="487" h="6900" extrusionOk="0">
                  <a:moveTo>
                    <a:pt x="0" y="0"/>
                  </a:moveTo>
                  <a:lnTo>
                    <a:pt x="0" y="6900"/>
                  </a:lnTo>
                  <a:lnTo>
                    <a:pt x="487" y="690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237;p67">
              <a:extLst>
                <a:ext uri="{FF2B5EF4-FFF2-40B4-BE49-F238E27FC236}">
                  <a16:creationId xmlns:a16="http://schemas.microsoft.com/office/drawing/2014/main" id="{2CC4016E-1131-29FC-57DD-CFAB8D5C74DA}"/>
                </a:ext>
              </a:extLst>
            </p:cNvPr>
            <p:cNvSpPr/>
            <p:nvPr/>
          </p:nvSpPr>
          <p:spPr>
            <a:xfrm>
              <a:off x="2876452" y="3518410"/>
              <a:ext cx="15526" cy="219972"/>
            </a:xfrm>
            <a:custGeom>
              <a:avLst/>
              <a:gdLst/>
              <a:ahLst/>
              <a:cxnLst/>
              <a:rect l="l" t="t" r="r" b="b"/>
              <a:pathLst>
                <a:path w="487" h="6900" extrusionOk="0">
                  <a:moveTo>
                    <a:pt x="0" y="0"/>
                  </a:moveTo>
                  <a:lnTo>
                    <a:pt x="0" y="6900"/>
                  </a:lnTo>
                  <a:lnTo>
                    <a:pt x="486" y="6900"/>
                  </a:lnTo>
                  <a:lnTo>
                    <a:pt x="486"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238;p67">
              <a:extLst>
                <a:ext uri="{FF2B5EF4-FFF2-40B4-BE49-F238E27FC236}">
                  <a16:creationId xmlns:a16="http://schemas.microsoft.com/office/drawing/2014/main" id="{52E97C92-F492-72B4-EB52-09075FAEC164}"/>
                </a:ext>
              </a:extLst>
            </p:cNvPr>
            <p:cNvSpPr/>
            <p:nvPr/>
          </p:nvSpPr>
          <p:spPr>
            <a:xfrm>
              <a:off x="2922966" y="3518410"/>
              <a:ext cx="16482" cy="219972"/>
            </a:xfrm>
            <a:custGeom>
              <a:avLst/>
              <a:gdLst/>
              <a:ahLst/>
              <a:cxnLst/>
              <a:rect l="l" t="t" r="r" b="b"/>
              <a:pathLst>
                <a:path w="517" h="6900" extrusionOk="0">
                  <a:moveTo>
                    <a:pt x="0" y="0"/>
                  </a:moveTo>
                  <a:lnTo>
                    <a:pt x="0" y="6900"/>
                  </a:lnTo>
                  <a:lnTo>
                    <a:pt x="517" y="690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239;p67">
              <a:extLst>
                <a:ext uri="{FF2B5EF4-FFF2-40B4-BE49-F238E27FC236}">
                  <a16:creationId xmlns:a16="http://schemas.microsoft.com/office/drawing/2014/main" id="{9F6D7DBC-13CB-CA9E-3711-A57A15961228}"/>
                </a:ext>
              </a:extLst>
            </p:cNvPr>
            <p:cNvSpPr/>
            <p:nvPr/>
          </p:nvSpPr>
          <p:spPr>
            <a:xfrm>
              <a:off x="3114826" y="3518410"/>
              <a:ext cx="16514" cy="219972"/>
            </a:xfrm>
            <a:custGeom>
              <a:avLst/>
              <a:gdLst/>
              <a:ahLst/>
              <a:cxnLst/>
              <a:rect l="l" t="t" r="r" b="b"/>
              <a:pathLst>
                <a:path w="518" h="6900" extrusionOk="0">
                  <a:moveTo>
                    <a:pt x="0" y="0"/>
                  </a:moveTo>
                  <a:lnTo>
                    <a:pt x="0" y="6900"/>
                  </a:lnTo>
                  <a:lnTo>
                    <a:pt x="517" y="690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240;p67">
              <a:extLst>
                <a:ext uri="{FF2B5EF4-FFF2-40B4-BE49-F238E27FC236}">
                  <a16:creationId xmlns:a16="http://schemas.microsoft.com/office/drawing/2014/main" id="{2AAF5D51-2542-ACFD-DF8E-6CB02C18C4DC}"/>
                </a:ext>
              </a:extLst>
            </p:cNvPr>
            <p:cNvSpPr/>
            <p:nvPr/>
          </p:nvSpPr>
          <p:spPr>
            <a:xfrm>
              <a:off x="3471446" y="3518410"/>
              <a:ext cx="15526" cy="219972"/>
            </a:xfrm>
            <a:custGeom>
              <a:avLst/>
              <a:gdLst/>
              <a:ahLst/>
              <a:cxnLst/>
              <a:rect l="l" t="t" r="r" b="b"/>
              <a:pathLst>
                <a:path w="487" h="6900" extrusionOk="0">
                  <a:moveTo>
                    <a:pt x="0" y="0"/>
                  </a:moveTo>
                  <a:lnTo>
                    <a:pt x="0" y="6900"/>
                  </a:lnTo>
                  <a:lnTo>
                    <a:pt x="486" y="6900"/>
                  </a:lnTo>
                  <a:lnTo>
                    <a:pt x="486"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241;p67">
              <a:extLst>
                <a:ext uri="{FF2B5EF4-FFF2-40B4-BE49-F238E27FC236}">
                  <a16:creationId xmlns:a16="http://schemas.microsoft.com/office/drawing/2014/main" id="{152236CF-4E6E-8DF3-F689-5C020C2DC3A8}"/>
                </a:ext>
              </a:extLst>
            </p:cNvPr>
            <p:cNvSpPr/>
            <p:nvPr/>
          </p:nvSpPr>
          <p:spPr>
            <a:xfrm>
              <a:off x="3430734" y="3518410"/>
              <a:ext cx="15526" cy="219972"/>
            </a:xfrm>
            <a:custGeom>
              <a:avLst/>
              <a:gdLst/>
              <a:ahLst/>
              <a:cxnLst/>
              <a:rect l="l" t="t" r="r" b="b"/>
              <a:pathLst>
                <a:path w="487" h="6900" extrusionOk="0">
                  <a:moveTo>
                    <a:pt x="0" y="0"/>
                  </a:moveTo>
                  <a:lnTo>
                    <a:pt x="0" y="6900"/>
                  </a:lnTo>
                  <a:lnTo>
                    <a:pt x="487" y="690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242;p67">
              <a:extLst>
                <a:ext uri="{FF2B5EF4-FFF2-40B4-BE49-F238E27FC236}">
                  <a16:creationId xmlns:a16="http://schemas.microsoft.com/office/drawing/2014/main" id="{2FE99E87-4210-2828-0ED8-D9B258FDCBB0}"/>
                </a:ext>
              </a:extLst>
            </p:cNvPr>
            <p:cNvSpPr/>
            <p:nvPr/>
          </p:nvSpPr>
          <p:spPr>
            <a:xfrm>
              <a:off x="3384220" y="3518410"/>
              <a:ext cx="15526" cy="219972"/>
            </a:xfrm>
            <a:custGeom>
              <a:avLst/>
              <a:gdLst/>
              <a:ahLst/>
              <a:cxnLst/>
              <a:rect l="l" t="t" r="r" b="b"/>
              <a:pathLst>
                <a:path w="487" h="6900" extrusionOk="0">
                  <a:moveTo>
                    <a:pt x="0" y="0"/>
                  </a:moveTo>
                  <a:lnTo>
                    <a:pt x="0" y="6900"/>
                  </a:lnTo>
                  <a:lnTo>
                    <a:pt x="487" y="690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243;p67">
              <a:extLst>
                <a:ext uri="{FF2B5EF4-FFF2-40B4-BE49-F238E27FC236}">
                  <a16:creationId xmlns:a16="http://schemas.microsoft.com/office/drawing/2014/main" id="{2DFDF5D1-33DD-108D-0373-F26E6978BD6B}"/>
                </a:ext>
              </a:extLst>
            </p:cNvPr>
            <p:cNvSpPr/>
            <p:nvPr/>
          </p:nvSpPr>
          <p:spPr>
            <a:xfrm>
              <a:off x="3326069" y="3518410"/>
              <a:ext cx="15526" cy="219972"/>
            </a:xfrm>
            <a:custGeom>
              <a:avLst/>
              <a:gdLst/>
              <a:ahLst/>
              <a:cxnLst/>
              <a:rect l="l" t="t" r="r" b="b"/>
              <a:pathLst>
                <a:path w="487" h="6900" extrusionOk="0">
                  <a:moveTo>
                    <a:pt x="1" y="0"/>
                  </a:moveTo>
                  <a:lnTo>
                    <a:pt x="1" y="6900"/>
                  </a:lnTo>
                  <a:lnTo>
                    <a:pt x="487" y="690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244;p67">
              <a:extLst>
                <a:ext uri="{FF2B5EF4-FFF2-40B4-BE49-F238E27FC236}">
                  <a16:creationId xmlns:a16="http://schemas.microsoft.com/office/drawing/2014/main" id="{1AFF39B6-8830-48C2-0D26-1E9387B7603D}"/>
                </a:ext>
              </a:extLst>
            </p:cNvPr>
            <p:cNvSpPr/>
            <p:nvPr/>
          </p:nvSpPr>
          <p:spPr>
            <a:xfrm>
              <a:off x="3261159" y="3518410"/>
              <a:ext cx="16482" cy="219972"/>
            </a:xfrm>
            <a:custGeom>
              <a:avLst/>
              <a:gdLst/>
              <a:ahLst/>
              <a:cxnLst/>
              <a:rect l="l" t="t" r="r" b="b"/>
              <a:pathLst>
                <a:path w="517" h="6900" extrusionOk="0">
                  <a:moveTo>
                    <a:pt x="0" y="0"/>
                  </a:moveTo>
                  <a:lnTo>
                    <a:pt x="0" y="6900"/>
                  </a:lnTo>
                  <a:lnTo>
                    <a:pt x="517" y="690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245;p67">
              <a:extLst>
                <a:ext uri="{FF2B5EF4-FFF2-40B4-BE49-F238E27FC236}">
                  <a16:creationId xmlns:a16="http://schemas.microsoft.com/office/drawing/2014/main" id="{9D594A2C-8B79-23BF-2C12-3E6FAE512F7A}"/>
                </a:ext>
              </a:extLst>
            </p:cNvPr>
            <p:cNvSpPr/>
            <p:nvPr/>
          </p:nvSpPr>
          <p:spPr>
            <a:xfrm>
              <a:off x="3191372" y="3518410"/>
              <a:ext cx="16514" cy="219972"/>
            </a:xfrm>
            <a:custGeom>
              <a:avLst/>
              <a:gdLst/>
              <a:ahLst/>
              <a:cxnLst/>
              <a:rect l="l" t="t" r="r" b="b"/>
              <a:pathLst>
                <a:path w="518" h="6900" extrusionOk="0">
                  <a:moveTo>
                    <a:pt x="1" y="0"/>
                  </a:moveTo>
                  <a:lnTo>
                    <a:pt x="1" y="6900"/>
                  </a:lnTo>
                  <a:lnTo>
                    <a:pt x="517" y="690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246;p67">
              <a:extLst>
                <a:ext uri="{FF2B5EF4-FFF2-40B4-BE49-F238E27FC236}">
                  <a16:creationId xmlns:a16="http://schemas.microsoft.com/office/drawing/2014/main" id="{8E837037-0857-E586-BAE6-5917712A6B27}"/>
                </a:ext>
              </a:extLst>
            </p:cNvPr>
            <p:cNvSpPr/>
            <p:nvPr/>
          </p:nvSpPr>
          <p:spPr>
            <a:xfrm>
              <a:off x="2827993" y="3497082"/>
              <a:ext cx="666706" cy="120188"/>
            </a:xfrm>
            <a:custGeom>
              <a:avLst/>
              <a:gdLst/>
              <a:ahLst/>
              <a:cxnLst/>
              <a:rect l="l" t="t" r="r" b="b"/>
              <a:pathLst>
                <a:path w="20913" h="3770" extrusionOk="0">
                  <a:moveTo>
                    <a:pt x="10456" y="0"/>
                  </a:moveTo>
                  <a:cubicBezTo>
                    <a:pt x="4681" y="0"/>
                    <a:pt x="0" y="821"/>
                    <a:pt x="0" y="1885"/>
                  </a:cubicBezTo>
                  <a:cubicBezTo>
                    <a:pt x="0" y="2918"/>
                    <a:pt x="4681" y="3769"/>
                    <a:pt x="10456" y="3769"/>
                  </a:cubicBezTo>
                  <a:cubicBezTo>
                    <a:pt x="16232" y="3769"/>
                    <a:pt x="20913" y="2918"/>
                    <a:pt x="20913" y="1885"/>
                  </a:cubicBezTo>
                  <a:cubicBezTo>
                    <a:pt x="20913" y="821"/>
                    <a:pt x="16232" y="0"/>
                    <a:pt x="104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247;p67">
              <a:extLst>
                <a:ext uri="{FF2B5EF4-FFF2-40B4-BE49-F238E27FC236}">
                  <a16:creationId xmlns:a16="http://schemas.microsoft.com/office/drawing/2014/main" id="{14A851CB-46D2-21AC-94C0-8127B93ACB1A}"/>
                </a:ext>
              </a:extLst>
            </p:cNvPr>
            <p:cNvSpPr/>
            <p:nvPr/>
          </p:nvSpPr>
          <p:spPr>
            <a:xfrm>
              <a:off x="2896792" y="3522268"/>
              <a:ext cx="529112" cy="56236"/>
            </a:xfrm>
            <a:custGeom>
              <a:avLst/>
              <a:gdLst/>
              <a:ahLst/>
              <a:cxnLst/>
              <a:rect l="l" t="t" r="r" b="b"/>
              <a:pathLst>
                <a:path w="16597" h="1764" extrusionOk="0">
                  <a:moveTo>
                    <a:pt x="8298" y="1"/>
                  </a:moveTo>
                  <a:cubicBezTo>
                    <a:pt x="3709" y="1"/>
                    <a:pt x="0" y="396"/>
                    <a:pt x="0" y="882"/>
                  </a:cubicBezTo>
                  <a:cubicBezTo>
                    <a:pt x="0" y="1368"/>
                    <a:pt x="3709" y="1764"/>
                    <a:pt x="8298" y="1764"/>
                  </a:cubicBezTo>
                  <a:cubicBezTo>
                    <a:pt x="12888" y="1764"/>
                    <a:pt x="16596" y="1368"/>
                    <a:pt x="16596" y="882"/>
                  </a:cubicBezTo>
                  <a:cubicBezTo>
                    <a:pt x="16596" y="396"/>
                    <a:pt x="12888" y="1"/>
                    <a:pt x="8298" y="1"/>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248;p67">
              <a:extLst>
                <a:ext uri="{FF2B5EF4-FFF2-40B4-BE49-F238E27FC236}">
                  <a16:creationId xmlns:a16="http://schemas.microsoft.com/office/drawing/2014/main" id="{48FB8CEC-20E2-E188-69B8-3BA3D08DCC4F}"/>
                </a:ext>
              </a:extLst>
            </p:cNvPr>
            <p:cNvSpPr/>
            <p:nvPr/>
          </p:nvSpPr>
          <p:spPr>
            <a:xfrm>
              <a:off x="2896792" y="3522268"/>
              <a:ext cx="529112" cy="35897"/>
            </a:xfrm>
            <a:custGeom>
              <a:avLst/>
              <a:gdLst/>
              <a:ahLst/>
              <a:cxnLst/>
              <a:rect l="l" t="t" r="r" b="b"/>
              <a:pathLst>
                <a:path w="16597" h="1126" extrusionOk="0">
                  <a:moveTo>
                    <a:pt x="8298" y="1"/>
                  </a:moveTo>
                  <a:cubicBezTo>
                    <a:pt x="3709" y="1"/>
                    <a:pt x="0" y="396"/>
                    <a:pt x="0" y="882"/>
                  </a:cubicBezTo>
                  <a:cubicBezTo>
                    <a:pt x="0" y="973"/>
                    <a:pt x="122" y="1064"/>
                    <a:pt x="365" y="1125"/>
                  </a:cubicBezTo>
                  <a:cubicBezTo>
                    <a:pt x="1399" y="791"/>
                    <a:pt x="4560" y="517"/>
                    <a:pt x="8298" y="517"/>
                  </a:cubicBezTo>
                  <a:cubicBezTo>
                    <a:pt x="12037" y="517"/>
                    <a:pt x="15229" y="791"/>
                    <a:pt x="16262" y="1125"/>
                  </a:cubicBezTo>
                  <a:cubicBezTo>
                    <a:pt x="16475" y="1064"/>
                    <a:pt x="16596" y="973"/>
                    <a:pt x="16596" y="882"/>
                  </a:cubicBezTo>
                  <a:cubicBezTo>
                    <a:pt x="16596" y="396"/>
                    <a:pt x="12888" y="1"/>
                    <a:pt x="8298"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249;p67">
              <a:extLst>
                <a:ext uri="{FF2B5EF4-FFF2-40B4-BE49-F238E27FC236}">
                  <a16:creationId xmlns:a16="http://schemas.microsoft.com/office/drawing/2014/main" id="{A03BE7B0-F5CF-6F97-69CB-5980078CBD8E}"/>
                </a:ext>
              </a:extLst>
            </p:cNvPr>
            <p:cNvSpPr/>
            <p:nvPr/>
          </p:nvSpPr>
          <p:spPr>
            <a:xfrm>
              <a:off x="2778577" y="3440876"/>
              <a:ext cx="665718" cy="155064"/>
            </a:xfrm>
            <a:custGeom>
              <a:avLst/>
              <a:gdLst/>
              <a:ahLst/>
              <a:cxnLst/>
              <a:rect l="l" t="t" r="r" b="b"/>
              <a:pathLst>
                <a:path w="20882" h="4864" extrusionOk="0">
                  <a:moveTo>
                    <a:pt x="0" y="0"/>
                  </a:moveTo>
                  <a:lnTo>
                    <a:pt x="0" y="2979"/>
                  </a:lnTo>
                  <a:cubicBezTo>
                    <a:pt x="0" y="4043"/>
                    <a:pt x="4681" y="4864"/>
                    <a:pt x="10456" y="4864"/>
                  </a:cubicBezTo>
                  <a:cubicBezTo>
                    <a:pt x="16201" y="4864"/>
                    <a:pt x="20882" y="4043"/>
                    <a:pt x="20882" y="2979"/>
                  </a:cubicBezTo>
                  <a:lnTo>
                    <a:pt x="20882"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250;p67">
              <a:extLst>
                <a:ext uri="{FF2B5EF4-FFF2-40B4-BE49-F238E27FC236}">
                  <a16:creationId xmlns:a16="http://schemas.microsoft.com/office/drawing/2014/main" id="{50E58B9E-904F-F588-859B-A61F36F49518}"/>
                </a:ext>
              </a:extLst>
            </p:cNvPr>
            <p:cNvSpPr/>
            <p:nvPr/>
          </p:nvSpPr>
          <p:spPr>
            <a:xfrm>
              <a:off x="2785336" y="3400164"/>
              <a:ext cx="16514" cy="220004"/>
            </a:xfrm>
            <a:custGeom>
              <a:avLst/>
              <a:gdLst/>
              <a:ahLst/>
              <a:cxnLst/>
              <a:rect l="l" t="t" r="r" b="b"/>
              <a:pathLst>
                <a:path w="518" h="6901" extrusionOk="0">
                  <a:moveTo>
                    <a:pt x="1" y="1"/>
                  </a:moveTo>
                  <a:lnTo>
                    <a:pt x="1" y="6901"/>
                  </a:lnTo>
                  <a:lnTo>
                    <a:pt x="518" y="6901"/>
                  </a:lnTo>
                  <a:lnTo>
                    <a:pt x="518"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251;p67">
              <a:extLst>
                <a:ext uri="{FF2B5EF4-FFF2-40B4-BE49-F238E27FC236}">
                  <a16:creationId xmlns:a16="http://schemas.microsoft.com/office/drawing/2014/main" id="{3DC47450-D2F9-FA80-0D8F-CA836A0E1D12}"/>
                </a:ext>
              </a:extLst>
            </p:cNvPr>
            <p:cNvSpPr/>
            <p:nvPr/>
          </p:nvSpPr>
          <p:spPr>
            <a:xfrm>
              <a:off x="2827005" y="3400164"/>
              <a:ext cx="15557" cy="220004"/>
            </a:xfrm>
            <a:custGeom>
              <a:avLst/>
              <a:gdLst/>
              <a:ahLst/>
              <a:cxnLst/>
              <a:rect l="l" t="t" r="r" b="b"/>
              <a:pathLst>
                <a:path w="488" h="6901" extrusionOk="0">
                  <a:moveTo>
                    <a:pt x="1" y="1"/>
                  </a:moveTo>
                  <a:lnTo>
                    <a:pt x="1" y="6901"/>
                  </a:lnTo>
                  <a:lnTo>
                    <a:pt x="487" y="6901"/>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252;p67">
              <a:extLst>
                <a:ext uri="{FF2B5EF4-FFF2-40B4-BE49-F238E27FC236}">
                  <a16:creationId xmlns:a16="http://schemas.microsoft.com/office/drawing/2014/main" id="{BC67C23E-780E-3AD7-DD22-6AD1C0EC671A}"/>
                </a:ext>
              </a:extLst>
            </p:cNvPr>
            <p:cNvSpPr/>
            <p:nvPr/>
          </p:nvSpPr>
          <p:spPr>
            <a:xfrm>
              <a:off x="2873519" y="3400164"/>
              <a:ext cx="15557" cy="220004"/>
            </a:xfrm>
            <a:custGeom>
              <a:avLst/>
              <a:gdLst/>
              <a:ahLst/>
              <a:cxnLst/>
              <a:rect l="l" t="t" r="r" b="b"/>
              <a:pathLst>
                <a:path w="488" h="6901" extrusionOk="0">
                  <a:moveTo>
                    <a:pt x="1" y="1"/>
                  </a:moveTo>
                  <a:lnTo>
                    <a:pt x="1" y="6901"/>
                  </a:lnTo>
                  <a:lnTo>
                    <a:pt x="487" y="6901"/>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253;p67">
              <a:extLst>
                <a:ext uri="{FF2B5EF4-FFF2-40B4-BE49-F238E27FC236}">
                  <a16:creationId xmlns:a16="http://schemas.microsoft.com/office/drawing/2014/main" id="{A3442B7A-A14E-12D6-DB01-5A71376662B4}"/>
                </a:ext>
              </a:extLst>
            </p:cNvPr>
            <p:cNvSpPr/>
            <p:nvPr/>
          </p:nvSpPr>
          <p:spPr>
            <a:xfrm>
              <a:off x="3421999" y="3400164"/>
              <a:ext cx="15557" cy="220004"/>
            </a:xfrm>
            <a:custGeom>
              <a:avLst/>
              <a:gdLst/>
              <a:ahLst/>
              <a:cxnLst/>
              <a:rect l="l" t="t" r="r" b="b"/>
              <a:pathLst>
                <a:path w="488" h="6901" extrusionOk="0">
                  <a:moveTo>
                    <a:pt x="1" y="1"/>
                  </a:moveTo>
                  <a:lnTo>
                    <a:pt x="1" y="6901"/>
                  </a:lnTo>
                  <a:lnTo>
                    <a:pt x="487" y="6901"/>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254;p67">
              <a:extLst>
                <a:ext uri="{FF2B5EF4-FFF2-40B4-BE49-F238E27FC236}">
                  <a16:creationId xmlns:a16="http://schemas.microsoft.com/office/drawing/2014/main" id="{0E022EE2-8665-2BEB-88AF-7ACFD3A11C28}"/>
                </a:ext>
              </a:extLst>
            </p:cNvPr>
            <p:cNvSpPr/>
            <p:nvPr/>
          </p:nvSpPr>
          <p:spPr>
            <a:xfrm>
              <a:off x="3380330" y="3400164"/>
              <a:ext cx="16514" cy="220004"/>
            </a:xfrm>
            <a:custGeom>
              <a:avLst/>
              <a:gdLst/>
              <a:ahLst/>
              <a:cxnLst/>
              <a:rect l="l" t="t" r="r" b="b"/>
              <a:pathLst>
                <a:path w="518" h="6901" extrusionOk="0">
                  <a:moveTo>
                    <a:pt x="1" y="1"/>
                  </a:moveTo>
                  <a:lnTo>
                    <a:pt x="1" y="6901"/>
                  </a:lnTo>
                  <a:lnTo>
                    <a:pt x="518" y="6901"/>
                  </a:lnTo>
                  <a:lnTo>
                    <a:pt x="518"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255;p67">
              <a:extLst>
                <a:ext uri="{FF2B5EF4-FFF2-40B4-BE49-F238E27FC236}">
                  <a16:creationId xmlns:a16="http://schemas.microsoft.com/office/drawing/2014/main" id="{8A0D0D15-F734-92B4-EF45-9F1EDBDB5A25}"/>
                </a:ext>
              </a:extLst>
            </p:cNvPr>
            <p:cNvSpPr/>
            <p:nvPr/>
          </p:nvSpPr>
          <p:spPr>
            <a:xfrm>
              <a:off x="3333816" y="3400164"/>
              <a:ext cx="15557" cy="220004"/>
            </a:xfrm>
            <a:custGeom>
              <a:avLst/>
              <a:gdLst/>
              <a:ahLst/>
              <a:cxnLst/>
              <a:rect l="l" t="t" r="r" b="b"/>
              <a:pathLst>
                <a:path w="488" h="6901" extrusionOk="0">
                  <a:moveTo>
                    <a:pt x="1" y="1"/>
                  </a:moveTo>
                  <a:lnTo>
                    <a:pt x="1" y="6901"/>
                  </a:lnTo>
                  <a:lnTo>
                    <a:pt x="487" y="6901"/>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256;p67">
              <a:extLst>
                <a:ext uri="{FF2B5EF4-FFF2-40B4-BE49-F238E27FC236}">
                  <a16:creationId xmlns:a16="http://schemas.microsoft.com/office/drawing/2014/main" id="{AD9D95A5-5532-BAF3-894D-1E68F22A7D7E}"/>
                </a:ext>
              </a:extLst>
            </p:cNvPr>
            <p:cNvSpPr/>
            <p:nvPr/>
          </p:nvSpPr>
          <p:spPr>
            <a:xfrm>
              <a:off x="3275697" y="3400164"/>
              <a:ext cx="15526" cy="220004"/>
            </a:xfrm>
            <a:custGeom>
              <a:avLst/>
              <a:gdLst/>
              <a:ahLst/>
              <a:cxnLst/>
              <a:rect l="l" t="t" r="r" b="b"/>
              <a:pathLst>
                <a:path w="487" h="6901" extrusionOk="0">
                  <a:moveTo>
                    <a:pt x="0" y="1"/>
                  </a:moveTo>
                  <a:lnTo>
                    <a:pt x="0" y="6901"/>
                  </a:lnTo>
                  <a:lnTo>
                    <a:pt x="486" y="6901"/>
                  </a:lnTo>
                  <a:lnTo>
                    <a:pt x="486"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257;p67">
              <a:extLst>
                <a:ext uri="{FF2B5EF4-FFF2-40B4-BE49-F238E27FC236}">
                  <a16:creationId xmlns:a16="http://schemas.microsoft.com/office/drawing/2014/main" id="{5E306348-C379-98CC-2A5B-A08585AD3C2B}"/>
                </a:ext>
              </a:extLst>
            </p:cNvPr>
            <p:cNvSpPr/>
            <p:nvPr/>
          </p:nvSpPr>
          <p:spPr>
            <a:xfrm>
              <a:off x="3211712" y="3400164"/>
              <a:ext cx="15557" cy="220004"/>
            </a:xfrm>
            <a:custGeom>
              <a:avLst/>
              <a:gdLst/>
              <a:ahLst/>
              <a:cxnLst/>
              <a:rect l="l" t="t" r="r" b="b"/>
              <a:pathLst>
                <a:path w="488" h="6901" extrusionOk="0">
                  <a:moveTo>
                    <a:pt x="1" y="1"/>
                  </a:moveTo>
                  <a:lnTo>
                    <a:pt x="1" y="6901"/>
                  </a:lnTo>
                  <a:lnTo>
                    <a:pt x="487" y="6901"/>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258;p67">
              <a:extLst>
                <a:ext uri="{FF2B5EF4-FFF2-40B4-BE49-F238E27FC236}">
                  <a16:creationId xmlns:a16="http://schemas.microsoft.com/office/drawing/2014/main" id="{C532BDA1-B444-541B-137B-6C9CD62D490B}"/>
                </a:ext>
              </a:extLst>
            </p:cNvPr>
            <p:cNvSpPr/>
            <p:nvPr/>
          </p:nvSpPr>
          <p:spPr>
            <a:xfrm>
              <a:off x="3141956" y="3400164"/>
              <a:ext cx="15526" cy="220004"/>
            </a:xfrm>
            <a:custGeom>
              <a:avLst/>
              <a:gdLst/>
              <a:ahLst/>
              <a:cxnLst/>
              <a:rect l="l" t="t" r="r" b="b"/>
              <a:pathLst>
                <a:path w="487" h="6901" extrusionOk="0">
                  <a:moveTo>
                    <a:pt x="0" y="1"/>
                  </a:moveTo>
                  <a:lnTo>
                    <a:pt x="0" y="6901"/>
                  </a:lnTo>
                  <a:lnTo>
                    <a:pt x="487" y="6901"/>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259;p67">
              <a:extLst>
                <a:ext uri="{FF2B5EF4-FFF2-40B4-BE49-F238E27FC236}">
                  <a16:creationId xmlns:a16="http://schemas.microsoft.com/office/drawing/2014/main" id="{E25A9AA7-F4EC-A14D-03FE-D960254FD6B1}"/>
                </a:ext>
              </a:extLst>
            </p:cNvPr>
            <p:cNvSpPr/>
            <p:nvPr/>
          </p:nvSpPr>
          <p:spPr>
            <a:xfrm>
              <a:off x="2778577" y="3378867"/>
              <a:ext cx="665718" cy="120188"/>
            </a:xfrm>
            <a:custGeom>
              <a:avLst/>
              <a:gdLst/>
              <a:ahLst/>
              <a:cxnLst/>
              <a:rect l="l" t="t" r="r" b="b"/>
              <a:pathLst>
                <a:path w="20882" h="3770" extrusionOk="0">
                  <a:moveTo>
                    <a:pt x="10456" y="0"/>
                  </a:moveTo>
                  <a:cubicBezTo>
                    <a:pt x="4681" y="0"/>
                    <a:pt x="0" y="821"/>
                    <a:pt x="0" y="1885"/>
                  </a:cubicBezTo>
                  <a:cubicBezTo>
                    <a:pt x="0" y="2918"/>
                    <a:pt x="4681" y="3769"/>
                    <a:pt x="10456" y="3769"/>
                  </a:cubicBezTo>
                  <a:cubicBezTo>
                    <a:pt x="16201" y="3769"/>
                    <a:pt x="20882" y="2918"/>
                    <a:pt x="20882" y="1885"/>
                  </a:cubicBezTo>
                  <a:cubicBezTo>
                    <a:pt x="20882" y="821"/>
                    <a:pt x="16201" y="0"/>
                    <a:pt x="104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260;p67">
              <a:extLst>
                <a:ext uri="{FF2B5EF4-FFF2-40B4-BE49-F238E27FC236}">
                  <a16:creationId xmlns:a16="http://schemas.microsoft.com/office/drawing/2014/main" id="{AE1CA97D-D809-53B2-7792-DDAABCD4CE2D}"/>
                </a:ext>
              </a:extLst>
            </p:cNvPr>
            <p:cNvSpPr/>
            <p:nvPr/>
          </p:nvSpPr>
          <p:spPr>
            <a:xfrm>
              <a:off x="2846388" y="3404053"/>
              <a:ext cx="530101" cy="56236"/>
            </a:xfrm>
            <a:custGeom>
              <a:avLst/>
              <a:gdLst/>
              <a:ahLst/>
              <a:cxnLst/>
              <a:rect l="l" t="t" r="r" b="b"/>
              <a:pathLst>
                <a:path w="16628" h="1764" extrusionOk="0">
                  <a:moveTo>
                    <a:pt x="8329" y="0"/>
                  </a:moveTo>
                  <a:cubicBezTo>
                    <a:pt x="3739" y="0"/>
                    <a:pt x="1" y="396"/>
                    <a:pt x="1" y="882"/>
                  </a:cubicBezTo>
                  <a:cubicBezTo>
                    <a:pt x="1" y="1368"/>
                    <a:pt x="3739" y="1763"/>
                    <a:pt x="8329" y="1763"/>
                  </a:cubicBezTo>
                  <a:cubicBezTo>
                    <a:pt x="12919" y="1763"/>
                    <a:pt x="16627" y="1368"/>
                    <a:pt x="16627" y="882"/>
                  </a:cubicBezTo>
                  <a:cubicBezTo>
                    <a:pt x="16627" y="396"/>
                    <a:pt x="12919" y="0"/>
                    <a:pt x="8329" y="0"/>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261;p67">
              <a:extLst>
                <a:ext uri="{FF2B5EF4-FFF2-40B4-BE49-F238E27FC236}">
                  <a16:creationId xmlns:a16="http://schemas.microsoft.com/office/drawing/2014/main" id="{C8FE4FCE-446E-C2CB-2CD9-D56D5E0E7FAC}"/>
                </a:ext>
              </a:extLst>
            </p:cNvPr>
            <p:cNvSpPr/>
            <p:nvPr/>
          </p:nvSpPr>
          <p:spPr>
            <a:xfrm>
              <a:off x="2846388" y="3404053"/>
              <a:ext cx="530101" cy="36853"/>
            </a:xfrm>
            <a:custGeom>
              <a:avLst/>
              <a:gdLst/>
              <a:ahLst/>
              <a:cxnLst/>
              <a:rect l="l" t="t" r="r" b="b"/>
              <a:pathLst>
                <a:path w="16628" h="1156" extrusionOk="0">
                  <a:moveTo>
                    <a:pt x="8329" y="0"/>
                  </a:moveTo>
                  <a:cubicBezTo>
                    <a:pt x="3739" y="0"/>
                    <a:pt x="1" y="396"/>
                    <a:pt x="1" y="882"/>
                  </a:cubicBezTo>
                  <a:cubicBezTo>
                    <a:pt x="1" y="973"/>
                    <a:pt x="122" y="1064"/>
                    <a:pt x="366" y="1155"/>
                  </a:cubicBezTo>
                  <a:cubicBezTo>
                    <a:pt x="1399" y="791"/>
                    <a:pt x="4560" y="517"/>
                    <a:pt x="8329" y="517"/>
                  </a:cubicBezTo>
                  <a:cubicBezTo>
                    <a:pt x="12068" y="517"/>
                    <a:pt x="15229" y="791"/>
                    <a:pt x="16262" y="1155"/>
                  </a:cubicBezTo>
                  <a:cubicBezTo>
                    <a:pt x="16506" y="1064"/>
                    <a:pt x="16627" y="973"/>
                    <a:pt x="16627" y="882"/>
                  </a:cubicBezTo>
                  <a:cubicBezTo>
                    <a:pt x="16627" y="396"/>
                    <a:pt x="12919" y="0"/>
                    <a:pt x="8329"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262;p67">
              <a:extLst>
                <a:ext uri="{FF2B5EF4-FFF2-40B4-BE49-F238E27FC236}">
                  <a16:creationId xmlns:a16="http://schemas.microsoft.com/office/drawing/2014/main" id="{78CBC0E3-AB9C-AA5B-25C5-CEC4B9BFD971}"/>
                </a:ext>
              </a:extLst>
            </p:cNvPr>
            <p:cNvSpPr/>
            <p:nvPr/>
          </p:nvSpPr>
          <p:spPr>
            <a:xfrm>
              <a:off x="2802775" y="3323618"/>
              <a:ext cx="665750" cy="156053"/>
            </a:xfrm>
            <a:custGeom>
              <a:avLst/>
              <a:gdLst/>
              <a:ahLst/>
              <a:cxnLst/>
              <a:rect l="l" t="t" r="r" b="b"/>
              <a:pathLst>
                <a:path w="20883" h="4895" extrusionOk="0">
                  <a:moveTo>
                    <a:pt x="1" y="1"/>
                  </a:moveTo>
                  <a:lnTo>
                    <a:pt x="1" y="3010"/>
                  </a:lnTo>
                  <a:cubicBezTo>
                    <a:pt x="1" y="4043"/>
                    <a:pt x="4682" y="4894"/>
                    <a:pt x="10457" y="4894"/>
                  </a:cubicBezTo>
                  <a:cubicBezTo>
                    <a:pt x="16232" y="4894"/>
                    <a:pt x="20883" y="4043"/>
                    <a:pt x="20883" y="3010"/>
                  </a:cubicBezTo>
                  <a:lnTo>
                    <a:pt x="208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263;p67">
              <a:extLst>
                <a:ext uri="{FF2B5EF4-FFF2-40B4-BE49-F238E27FC236}">
                  <a16:creationId xmlns:a16="http://schemas.microsoft.com/office/drawing/2014/main" id="{F0975C72-19EB-4C25-62A2-7D1FAD9B7E18}"/>
                </a:ext>
              </a:extLst>
            </p:cNvPr>
            <p:cNvSpPr/>
            <p:nvPr/>
          </p:nvSpPr>
          <p:spPr>
            <a:xfrm>
              <a:off x="3404560" y="3283894"/>
              <a:ext cx="16514" cy="219016"/>
            </a:xfrm>
            <a:custGeom>
              <a:avLst/>
              <a:gdLst/>
              <a:ahLst/>
              <a:cxnLst/>
              <a:rect l="l" t="t" r="r" b="b"/>
              <a:pathLst>
                <a:path w="518" h="6870" extrusionOk="0">
                  <a:moveTo>
                    <a:pt x="1" y="0"/>
                  </a:moveTo>
                  <a:lnTo>
                    <a:pt x="1" y="6870"/>
                  </a:lnTo>
                  <a:lnTo>
                    <a:pt x="517" y="687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264;p67">
              <a:extLst>
                <a:ext uri="{FF2B5EF4-FFF2-40B4-BE49-F238E27FC236}">
                  <a16:creationId xmlns:a16="http://schemas.microsoft.com/office/drawing/2014/main" id="{8830ED16-5DEF-64D0-410E-4C0851D9CA28}"/>
                </a:ext>
              </a:extLst>
            </p:cNvPr>
            <p:cNvSpPr/>
            <p:nvPr/>
          </p:nvSpPr>
          <p:spPr>
            <a:xfrm>
              <a:off x="3358045" y="3283894"/>
              <a:ext cx="16514" cy="219016"/>
            </a:xfrm>
            <a:custGeom>
              <a:avLst/>
              <a:gdLst/>
              <a:ahLst/>
              <a:cxnLst/>
              <a:rect l="l" t="t" r="r" b="b"/>
              <a:pathLst>
                <a:path w="518" h="6870" extrusionOk="0">
                  <a:moveTo>
                    <a:pt x="1" y="0"/>
                  </a:moveTo>
                  <a:lnTo>
                    <a:pt x="1" y="6870"/>
                  </a:lnTo>
                  <a:lnTo>
                    <a:pt x="517" y="687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265;p67">
              <a:extLst>
                <a:ext uri="{FF2B5EF4-FFF2-40B4-BE49-F238E27FC236}">
                  <a16:creationId xmlns:a16="http://schemas.microsoft.com/office/drawing/2014/main" id="{8D5AA6E6-C544-F5C8-0DFE-9EF80345123A}"/>
                </a:ext>
              </a:extLst>
            </p:cNvPr>
            <p:cNvSpPr/>
            <p:nvPr/>
          </p:nvSpPr>
          <p:spPr>
            <a:xfrm>
              <a:off x="3299895" y="3283894"/>
              <a:ext cx="15557" cy="219016"/>
            </a:xfrm>
            <a:custGeom>
              <a:avLst/>
              <a:gdLst/>
              <a:ahLst/>
              <a:cxnLst/>
              <a:rect l="l" t="t" r="r" b="b"/>
              <a:pathLst>
                <a:path w="488" h="6870" extrusionOk="0">
                  <a:moveTo>
                    <a:pt x="1" y="0"/>
                  </a:moveTo>
                  <a:lnTo>
                    <a:pt x="1" y="6870"/>
                  </a:lnTo>
                  <a:lnTo>
                    <a:pt x="487" y="687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266;p67">
              <a:extLst>
                <a:ext uri="{FF2B5EF4-FFF2-40B4-BE49-F238E27FC236}">
                  <a16:creationId xmlns:a16="http://schemas.microsoft.com/office/drawing/2014/main" id="{D33188DD-0799-DA11-3F46-5606ECC10429}"/>
                </a:ext>
              </a:extLst>
            </p:cNvPr>
            <p:cNvSpPr/>
            <p:nvPr/>
          </p:nvSpPr>
          <p:spPr>
            <a:xfrm>
              <a:off x="3235941" y="3283894"/>
              <a:ext cx="15557" cy="219016"/>
            </a:xfrm>
            <a:custGeom>
              <a:avLst/>
              <a:gdLst/>
              <a:ahLst/>
              <a:cxnLst/>
              <a:rect l="l" t="t" r="r" b="b"/>
              <a:pathLst>
                <a:path w="488" h="6870" extrusionOk="0">
                  <a:moveTo>
                    <a:pt x="1" y="0"/>
                  </a:moveTo>
                  <a:lnTo>
                    <a:pt x="1" y="6870"/>
                  </a:lnTo>
                  <a:lnTo>
                    <a:pt x="487" y="687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267;p67">
              <a:extLst>
                <a:ext uri="{FF2B5EF4-FFF2-40B4-BE49-F238E27FC236}">
                  <a16:creationId xmlns:a16="http://schemas.microsoft.com/office/drawing/2014/main" id="{1772749A-0038-3EE1-D61D-51805ABDD9E1}"/>
                </a:ext>
              </a:extLst>
            </p:cNvPr>
            <p:cNvSpPr/>
            <p:nvPr/>
          </p:nvSpPr>
          <p:spPr>
            <a:xfrm>
              <a:off x="2802775" y="3261609"/>
              <a:ext cx="665750" cy="120188"/>
            </a:xfrm>
            <a:custGeom>
              <a:avLst/>
              <a:gdLst/>
              <a:ahLst/>
              <a:cxnLst/>
              <a:rect l="l" t="t" r="r" b="b"/>
              <a:pathLst>
                <a:path w="20883" h="3770" extrusionOk="0">
                  <a:moveTo>
                    <a:pt x="10457" y="0"/>
                  </a:moveTo>
                  <a:cubicBezTo>
                    <a:pt x="4682" y="0"/>
                    <a:pt x="1" y="851"/>
                    <a:pt x="1" y="1885"/>
                  </a:cubicBezTo>
                  <a:cubicBezTo>
                    <a:pt x="1" y="2918"/>
                    <a:pt x="4682" y="3769"/>
                    <a:pt x="10457" y="3769"/>
                  </a:cubicBezTo>
                  <a:cubicBezTo>
                    <a:pt x="16232" y="3769"/>
                    <a:pt x="20883" y="2918"/>
                    <a:pt x="20883" y="1885"/>
                  </a:cubicBezTo>
                  <a:cubicBezTo>
                    <a:pt x="20883" y="851"/>
                    <a:pt x="16232" y="0"/>
                    <a:pt x="10457"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268;p67">
              <a:extLst>
                <a:ext uri="{FF2B5EF4-FFF2-40B4-BE49-F238E27FC236}">
                  <a16:creationId xmlns:a16="http://schemas.microsoft.com/office/drawing/2014/main" id="{1C64E608-B676-1CC3-E30D-7D6163719F84}"/>
                </a:ext>
              </a:extLst>
            </p:cNvPr>
            <p:cNvSpPr/>
            <p:nvPr/>
          </p:nvSpPr>
          <p:spPr>
            <a:xfrm>
              <a:off x="2870618" y="3286795"/>
              <a:ext cx="530101" cy="56236"/>
            </a:xfrm>
            <a:custGeom>
              <a:avLst/>
              <a:gdLst/>
              <a:ahLst/>
              <a:cxnLst/>
              <a:rect l="l" t="t" r="r" b="b"/>
              <a:pathLst>
                <a:path w="16628" h="1764" extrusionOk="0">
                  <a:moveTo>
                    <a:pt x="8329" y="1"/>
                  </a:moveTo>
                  <a:cubicBezTo>
                    <a:pt x="3739" y="1"/>
                    <a:pt x="1" y="396"/>
                    <a:pt x="1" y="882"/>
                  </a:cubicBezTo>
                  <a:cubicBezTo>
                    <a:pt x="1" y="1368"/>
                    <a:pt x="3739" y="1763"/>
                    <a:pt x="8329" y="1763"/>
                  </a:cubicBezTo>
                  <a:cubicBezTo>
                    <a:pt x="12919" y="1763"/>
                    <a:pt x="16627" y="1368"/>
                    <a:pt x="16627" y="882"/>
                  </a:cubicBezTo>
                  <a:cubicBezTo>
                    <a:pt x="16627" y="396"/>
                    <a:pt x="12919" y="1"/>
                    <a:pt x="8329" y="1"/>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269;p67">
              <a:extLst>
                <a:ext uri="{FF2B5EF4-FFF2-40B4-BE49-F238E27FC236}">
                  <a16:creationId xmlns:a16="http://schemas.microsoft.com/office/drawing/2014/main" id="{CBBAAD4D-4511-FE26-9AF4-8F64958BB786}"/>
                </a:ext>
              </a:extLst>
            </p:cNvPr>
            <p:cNvSpPr/>
            <p:nvPr/>
          </p:nvSpPr>
          <p:spPr>
            <a:xfrm>
              <a:off x="2870618" y="3286795"/>
              <a:ext cx="530101" cy="36853"/>
            </a:xfrm>
            <a:custGeom>
              <a:avLst/>
              <a:gdLst/>
              <a:ahLst/>
              <a:cxnLst/>
              <a:rect l="l" t="t" r="r" b="b"/>
              <a:pathLst>
                <a:path w="16628" h="1156" extrusionOk="0">
                  <a:moveTo>
                    <a:pt x="8329" y="1"/>
                  </a:moveTo>
                  <a:cubicBezTo>
                    <a:pt x="3739" y="1"/>
                    <a:pt x="1" y="396"/>
                    <a:pt x="1" y="882"/>
                  </a:cubicBezTo>
                  <a:cubicBezTo>
                    <a:pt x="1" y="973"/>
                    <a:pt x="153" y="1064"/>
                    <a:pt x="365" y="1156"/>
                  </a:cubicBezTo>
                  <a:cubicBezTo>
                    <a:pt x="1399" y="791"/>
                    <a:pt x="4560" y="517"/>
                    <a:pt x="8329" y="517"/>
                  </a:cubicBezTo>
                  <a:cubicBezTo>
                    <a:pt x="12068" y="517"/>
                    <a:pt x="15229" y="791"/>
                    <a:pt x="16262" y="1156"/>
                  </a:cubicBezTo>
                  <a:cubicBezTo>
                    <a:pt x="16506" y="1064"/>
                    <a:pt x="16627" y="973"/>
                    <a:pt x="16627" y="882"/>
                  </a:cubicBezTo>
                  <a:cubicBezTo>
                    <a:pt x="16627" y="396"/>
                    <a:pt x="12919" y="1"/>
                    <a:pt x="8329"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270;p67">
              <a:extLst>
                <a:ext uri="{FF2B5EF4-FFF2-40B4-BE49-F238E27FC236}">
                  <a16:creationId xmlns:a16="http://schemas.microsoft.com/office/drawing/2014/main" id="{04DF7DF0-FE04-FC28-3369-96C39355F304}"/>
                </a:ext>
              </a:extLst>
            </p:cNvPr>
            <p:cNvSpPr/>
            <p:nvPr/>
          </p:nvSpPr>
          <p:spPr>
            <a:xfrm>
              <a:off x="2764996" y="3214106"/>
              <a:ext cx="665750" cy="156053"/>
            </a:xfrm>
            <a:custGeom>
              <a:avLst/>
              <a:gdLst/>
              <a:ahLst/>
              <a:cxnLst/>
              <a:rect l="l" t="t" r="r" b="b"/>
              <a:pathLst>
                <a:path w="20883" h="4895" extrusionOk="0">
                  <a:moveTo>
                    <a:pt x="1" y="1"/>
                  </a:moveTo>
                  <a:lnTo>
                    <a:pt x="1" y="3010"/>
                  </a:lnTo>
                  <a:cubicBezTo>
                    <a:pt x="1" y="4043"/>
                    <a:pt x="4681" y="4895"/>
                    <a:pt x="10426" y="4895"/>
                  </a:cubicBezTo>
                  <a:cubicBezTo>
                    <a:pt x="16201" y="4895"/>
                    <a:pt x="20882" y="4043"/>
                    <a:pt x="20882" y="3010"/>
                  </a:cubicBezTo>
                  <a:lnTo>
                    <a:pt x="208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271;p67">
              <a:extLst>
                <a:ext uri="{FF2B5EF4-FFF2-40B4-BE49-F238E27FC236}">
                  <a16:creationId xmlns:a16="http://schemas.microsoft.com/office/drawing/2014/main" id="{4B063CD0-C14E-1A38-502B-DF71CD364748}"/>
                </a:ext>
              </a:extLst>
            </p:cNvPr>
            <p:cNvSpPr/>
            <p:nvPr/>
          </p:nvSpPr>
          <p:spPr>
            <a:xfrm>
              <a:off x="2764996" y="3152098"/>
              <a:ext cx="665750" cy="120188"/>
            </a:xfrm>
            <a:custGeom>
              <a:avLst/>
              <a:gdLst/>
              <a:ahLst/>
              <a:cxnLst/>
              <a:rect l="l" t="t" r="r" b="b"/>
              <a:pathLst>
                <a:path w="20883" h="3770" extrusionOk="0">
                  <a:moveTo>
                    <a:pt x="10426" y="1"/>
                  </a:moveTo>
                  <a:cubicBezTo>
                    <a:pt x="4681" y="1"/>
                    <a:pt x="1" y="852"/>
                    <a:pt x="1" y="1885"/>
                  </a:cubicBezTo>
                  <a:cubicBezTo>
                    <a:pt x="1" y="2949"/>
                    <a:pt x="4681" y="3770"/>
                    <a:pt x="10426" y="3770"/>
                  </a:cubicBezTo>
                  <a:cubicBezTo>
                    <a:pt x="16201" y="3770"/>
                    <a:pt x="20882" y="2949"/>
                    <a:pt x="20882" y="1885"/>
                  </a:cubicBezTo>
                  <a:cubicBezTo>
                    <a:pt x="20882" y="852"/>
                    <a:pt x="16201" y="1"/>
                    <a:pt x="1042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72;p67">
              <a:extLst>
                <a:ext uri="{FF2B5EF4-FFF2-40B4-BE49-F238E27FC236}">
                  <a16:creationId xmlns:a16="http://schemas.microsoft.com/office/drawing/2014/main" id="{2FD436D3-9795-165F-AEE5-B683FB365D6E}"/>
                </a:ext>
              </a:extLst>
            </p:cNvPr>
            <p:cNvSpPr/>
            <p:nvPr/>
          </p:nvSpPr>
          <p:spPr>
            <a:xfrm>
              <a:off x="2832839" y="3178272"/>
              <a:ext cx="530069" cy="56236"/>
            </a:xfrm>
            <a:custGeom>
              <a:avLst/>
              <a:gdLst/>
              <a:ahLst/>
              <a:cxnLst/>
              <a:rect l="l" t="t" r="r" b="b"/>
              <a:pathLst>
                <a:path w="16627" h="1764" extrusionOk="0">
                  <a:moveTo>
                    <a:pt x="8298" y="0"/>
                  </a:moveTo>
                  <a:cubicBezTo>
                    <a:pt x="3709" y="0"/>
                    <a:pt x="0" y="395"/>
                    <a:pt x="0" y="882"/>
                  </a:cubicBezTo>
                  <a:cubicBezTo>
                    <a:pt x="0" y="1368"/>
                    <a:pt x="3709" y="1763"/>
                    <a:pt x="8298" y="1763"/>
                  </a:cubicBezTo>
                  <a:cubicBezTo>
                    <a:pt x="12888" y="1763"/>
                    <a:pt x="16627" y="1368"/>
                    <a:pt x="16627" y="882"/>
                  </a:cubicBezTo>
                  <a:cubicBezTo>
                    <a:pt x="16627" y="395"/>
                    <a:pt x="12888" y="0"/>
                    <a:pt x="8298" y="0"/>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73;p67">
              <a:extLst>
                <a:ext uri="{FF2B5EF4-FFF2-40B4-BE49-F238E27FC236}">
                  <a16:creationId xmlns:a16="http://schemas.microsoft.com/office/drawing/2014/main" id="{42CA025A-9F13-BB21-F388-B2DFEC95C386}"/>
                </a:ext>
              </a:extLst>
            </p:cNvPr>
            <p:cNvSpPr/>
            <p:nvPr/>
          </p:nvSpPr>
          <p:spPr>
            <a:xfrm>
              <a:off x="2832839" y="3178272"/>
              <a:ext cx="530069" cy="35865"/>
            </a:xfrm>
            <a:custGeom>
              <a:avLst/>
              <a:gdLst/>
              <a:ahLst/>
              <a:cxnLst/>
              <a:rect l="l" t="t" r="r" b="b"/>
              <a:pathLst>
                <a:path w="16627" h="1125" extrusionOk="0">
                  <a:moveTo>
                    <a:pt x="8298" y="0"/>
                  </a:moveTo>
                  <a:cubicBezTo>
                    <a:pt x="3709" y="0"/>
                    <a:pt x="0" y="395"/>
                    <a:pt x="0" y="882"/>
                  </a:cubicBezTo>
                  <a:cubicBezTo>
                    <a:pt x="0" y="973"/>
                    <a:pt x="122" y="1064"/>
                    <a:pt x="365" y="1125"/>
                  </a:cubicBezTo>
                  <a:cubicBezTo>
                    <a:pt x="1398" y="760"/>
                    <a:pt x="4560" y="517"/>
                    <a:pt x="8298" y="517"/>
                  </a:cubicBezTo>
                  <a:cubicBezTo>
                    <a:pt x="12067" y="517"/>
                    <a:pt x="15228" y="760"/>
                    <a:pt x="16262" y="1125"/>
                  </a:cubicBezTo>
                  <a:cubicBezTo>
                    <a:pt x="16505" y="1064"/>
                    <a:pt x="16627" y="973"/>
                    <a:pt x="16627" y="882"/>
                  </a:cubicBezTo>
                  <a:cubicBezTo>
                    <a:pt x="16627" y="395"/>
                    <a:pt x="12888" y="0"/>
                    <a:pt x="8298"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74;p67">
              <a:extLst>
                <a:ext uri="{FF2B5EF4-FFF2-40B4-BE49-F238E27FC236}">
                  <a16:creationId xmlns:a16="http://schemas.microsoft.com/office/drawing/2014/main" id="{AD6397A1-B2C0-73EB-3BB3-146F3AFB8F37}"/>
                </a:ext>
              </a:extLst>
            </p:cNvPr>
            <p:cNvSpPr/>
            <p:nvPr/>
          </p:nvSpPr>
          <p:spPr>
            <a:xfrm>
              <a:off x="2796973" y="3105583"/>
              <a:ext cx="666706" cy="156053"/>
            </a:xfrm>
            <a:custGeom>
              <a:avLst/>
              <a:gdLst/>
              <a:ahLst/>
              <a:cxnLst/>
              <a:rect l="l" t="t" r="r" b="b"/>
              <a:pathLst>
                <a:path w="20913" h="4895" extrusionOk="0">
                  <a:moveTo>
                    <a:pt x="1" y="1"/>
                  </a:moveTo>
                  <a:lnTo>
                    <a:pt x="1" y="3010"/>
                  </a:lnTo>
                  <a:cubicBezTo>
                    <a:pt x="1" y="4043"/>
                    <a:pt x="4682" y="4894"/>
                    <a:pt x="10457" y="4894"/>
                  </a:cubicBezTo>
                  <a:cubicBezTo>
                    <a:pt x="16232" y="4894"/>
                    <a:pt x="20913" y="4043"/>
                    <a:pt x="20913" y="3010"/>
                  </a:cubicBezTo>
                  <a:lnTo>
                    <a:pt x="209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75;p67">
              <a:extLst>
                <a:ext uri="{FF2B5EF4-FFF2-40B4-BE49-F238E27FC236}">
                  <a16:creationId xmlns:a16="http://schemas.microsoft.com/office/drawing/2014/main" id="{03EEBFDE-FE57-F351-9B9D-ACD3AD05CFB7}"/>
                </a:ext>
              </a:extLst>
            </p:cNvPr>
            <p:cNvSpPr/>
            <p:nvPr/>
          </p:nvSpPr>
          <p:spPr>
            <a:xfrm>
              <a:off x="2796973" y="3043575"/>
              <a:ext cx="666706" cy="120188"/>
            </a:xfrm>
            <a:custGeom>
              <a:avLst/>
              <a:gdLst/>
              <a:ahLst/>
              <a:cxnLst/>
              <a:rect l="l" t="t" r="r" b="b"/>
              <a:pathLst>
                <a:path w="20913" h="3770" extrusionOk="0">
                  <a:moveTo>
                    <a:pt x="10457" y="0"/>
                  </a:moveTo>
                  <a:cubicBezTo>
                    <a:pt x="4682" y="0"/>
                    <a:pt x="1" y="851"/>
                    <a:pt x="1" y="1885"/>
                  </a:cubicBezTo>
                  <a:cubicBezTo>
                    <a:pt x="1" y="2918"/>
                    <a:pt x="4682" y="3769"/>
                    <a:pt x="10457" y="3769"/>
                  </a:cubicBezTo>
                  <a:cubicBezTo>
                    <a:pt x="16232" y="3769"/>
                    <a:pt x="20913" y="2918"/>
                    <a:pt x="20913" y="1885"/>
                  </a:cubicBezTo>
                  <a:cubicBezTo>
                    <a:pt x="20913" y="851"/>
                    <a:pt x="16232" y="0"/>
                    <a:pt x="10457"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76;p67">
              <a:extLst>
                <a:ext uri="{FF2B5EF4-FFF2-40B4-BE49-F238E27FC236}">
                  <a16:creationId xmlns:a16="http://schemas.microsoft.com/office/drawing/2014/main" id="{B9E3F562-E8E9-B398-86F5-62B3E21C45A2}"/>
                </a:ext>
              </a:extLst>
            </p:cNvPr>
            <p:cNvSpPr/>
            <p:nvPr/>
          </p:nvSpPr>
          <p:spPr>
            <a:xfrm>
              <a:off x="2865772" y="3069717"/>
              <a:ext cx="529112" cy="55280"/>
            </a:xfrm>
            <a:custGeom>
              <a:avLst/>
              <a:gdLst/>
              <a:ahLst/>
              <a:cxnLst/>
              <a:rect l="l" t="t" r="r" b="b"/>
              <a:pathLst>
                <a:path w="16597" h="1734" extrusionOk="0">
                  <a:moveTo>
                    <a:pt x="8299" y="1"/>
                  </a:moveTo>
                  <a:cubicBezTo>
                    <a:pt x="3709" y="1"/>
                    <a:pt x="1" y="396"/>
                    <a:pt x="1" y="852"/>
                  </a:cubicBezTo>
                  <a:cubicBezTo>
                    <a:pt x="1" y="1338"/>
                    <a:pt x="3709" y="1733"/>
                    <a:pt x="8299" y="1733"/>
                  </a:cubicBezTo>
                  <a:cubicBezTo>
                    <a:pt x="12888" y="1733"/>
                    <a:pt x="16597" y="1338"/>
                    <a:pt x="16597" y="852"/>
                  </a:cubicBezTo>
                  <a:cubicBezTo>
                    <a:pt x="16597" y="396"/>
                    <a:pt x="12888" y="1"/>
                    <a:pt x="8299" y="1"/>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77;p67">
              <a:extLst>
                <a:ext uri="{FF2B5EF4-FFF2-40B4-BE49-F238E27FC236}">
                  <a16:creationId xmlns:a16="http://schemas.microsoft.com/office/drawing/2014/main" id="{6B09E866-0CA5-0256-586E-03495F4C1118}"/>
                </a:ext>
              </a:extLst>
            </p:cNvPr>
            <p:cNvSpPr/>
            <p:nvPr/>
          </p:nvSpPr>
          <p:spPr>
            <a:xfrm>
              <a:off x="2865772" y="3069717"/>
              <a:ext cx="529112" cy="35897"/>
            </a:xfrm>
            <a:custGeom>
              <a:avLst/>
              <a:gdLst/>
              <a:ahLst/>
              <a:cxnLst/>
              <a:rect l="l" t="t" r="r" b="b"/>
              <a:pathLst>
                <a:path w="16597" h="1126" extrusionOk="0">
                  <a:moveTo>
                    <a:pt x="8299" y="1"/>
                  </a:moveTo>
                  <a:cubicBezTo>
                    <a:pt x="3709" y="1"/>
                    <a:pt x="1" y="366"/>
                    <a:pt x="1" y="852"/>
                  </a:cubicBezTo>
                  <a:cubicBezTo>
                    <a:pt x="1" y="943"/>
                    <a:pt x="122" y="1034"/>
                    <a:pt x="335" y="1126"/>
                  </a:cubicBezTo>
                  <a:cubicBezTo>
                    <a:pt x="1369" y="761"/>
                    <a:pt x="4560" y="487"/>
                    <a:pt x="8299" y="487"/>
                  </a:cubicBezTo>
                  <a:cubicBezTo>
                    <a:pt x="12037" y="487"/>
                    <a:pt x="15199" y="761"/>
                    <a:pt x="16232" y="1126"/>
                  </a:cubicBezTo>
                  <a:cubicBezTo>
                    <a:pt x="16475" y="1034"/>
                    <a:pt x="16597" y="943"/>
                    <a:pt x="16597" y="852"/>
                  </a:cubicBezTo>
                  <a:cubicBezTo>
                    <a:pt x="16597" y="366"/>
                    <a:pt x="12888" y="1"/>
                    <a:pt x="8299" y="1"/>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78;p67">
              <a:extLst>
                <a:ext uri="{FF2B5EF4-FFF2-40B4-BE49-F238E27FC236}">
                  <a16:creationId xmlns:a16="http://schemas.microsoft.com/office/drawing/2014/main" id="{1547879F-68A6-791E-92C3-6940B67CB62C}"/>
                </a:ext>
              </a:extLst>
            </p:cNvPr>
            <p:cNvSpPr/>
            <p:nvPr/>
          </p:nvSpPr>
          <p:spPr>
            <a:xfrm>
              <a:off x="2764996" y="2986380"/>
              <a:ext cx="665750" cy="156053"/>
            </a:xfrm>
            <a:custGeom>
              <a:avLst/>
              <a:gdLst/>
              <a:ahLst/>
              <a:cxnLst/>
              <a:rect l="l" t="t" r="r" b="b"/>
              <a:pathLst>
                <a:path w="20883" h="4895" extrusionOk="0">
                  <a:moveTo>
                    <a:pt x="1" y="1"/>
                  </a:moveTo>
                  <a:lnTo>
                    <a:pt x="1" y="3010"/>
                  </a:lnTo>
                  <a:cubicBezTo>
                    <a:pt x="1" y="4043"/>
                    <a:pt x="4681" y="4895"/>
                    <a:pt x="10426" y="4895"/>
                  </a:cubicBezTo>
                  <a:cubicBezTo>
                    <a:pt x="16201" y="4895"/>
                    <a:pt x="20882" y="4043"/>
                    <a:pt x="20882" y="3010"/>
                  </a:cubicBezTo>
                  <a:lnTo>
                    <a:pt x="208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79;p67">
              <a:extLst>
                <a:ext uri="{FF2B5EF4-FFF2-40B4-BE49-F238E27FC236}">
                  <a16:creationId xmlns:a16="http://schemas.microsoft.com/office/drawing/2014/main" id="{BF06519D-0913-9D0E-3451-BFFD7A6DEF9B}"/>
                </a:ext>
              </a:extLst>
            </p:cNvPr>
            <p:cNvSpPr/>
            <p:nvPr/>
          </p:nvSpPr>
          <p:spPr>
            <a:xfrm>
              <a:off x="2812467" y="2946657"/>
              <a:ext cx="16514" cy="219047"/>
            </a:xfrm>
            <a:custGeom>
              <a:avLst/>
              <a:gdLst/>
              <a:ahLst/>
              <a:cxnLst/>
              <a:rect l="l" t="t" r="r" b="b"/>
              <a:pathLst>
                <a:path w="518" h="6871" extrusionOk="0">
                  <a:moveTo>
                    <a:pt x="1" y="1"/>
                  </a:moveTo>
                  <a:lnTo>
                    <a:pt x="1" y="6870"/>
                  </a:lnTo>
                  <a:lnTo>
                    <a:pt x="518" y="6870"/>
                  </a:lnTo>
                  <a:lnTo>
                    <a:pt x="518"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80;p67">
              <a:extLst>
                <a:ext uri="{FF2B5EF4-FFF2-40B4-BE49-F238E27FC236}">
                  <a16:creationId xmlns:a16="http://schemas.microsoft.com/office/drawing/2014/main" id="{2B8A78C1-FF04-50C1-87E5-34FD3705B388}"/>
                </a:ext>
              </a:extLst>
            </p:cNvPr>
            <p:cNvSpPr/>
            <p:nvPr/>
          </p:nvSpPr>
          <p:spPr>
            <a:xfrm>
              <a:off x="2982073" y="2946657"/>
              <a:ext cx="15526" cy="219047"/>
            </a:xfrm>
            <a:custGeom>
              <a:avLst/>
              <a:gdLst/>
              <a:ahLst/>
              <a:cxnLst/>
              <a:rect l="l" t="t" r="r" b="b"/>
              <a:pathLst>
                <a:path w="487" h="6871" extrusionOk="0">
                  <a:moveTo>
                    <a:pt x="0" y="1"/>
                  </a:moveTo>
                  <a:lnTo>
                    <a:pt x="0" y="6870"/>
                  </a:lnTo>
                  <a:lnTo>
                    <a:pt x="487" y="687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81;p67">
              <a:extLst>
                <a:ext uri="{FF2B5EF4-FFF2-40B4-BE49-F238E27FC236}">
                  <a16:creationId xmlns:a16="http://schemas.microsoft.com/office/drawing/2014/main" id="{396ED328-C1BA-4C6F-355C-A6B5D0932C0A}"/>
                </a:ext>
              </a:extLst>
            </p:cNvPr>
            <p:cNvSpPr/>
            <p:nvPr/>
          </p:nvSpPr>
          <p:spPr>
            <a:xfrm>
              <a:off x="2764996" y="2924372"/>
              <a:ext cx="665750" cy="120188"/>
            </a:xfrm>
            <a:custGeom>
              <a:avLst/>
              <a:gdLst/>
              <a:ahLst/>
              <a:cxnLst/>
              <a:rect l="l" t="t" r="r" b="b"/>
              <a:pathLst>
                <a:path w="20883" h="3770" extrusionOk="0">
                  <a:moveTo>
                    <a:pt x="10426" y="1"/>
                  </a:moveTo>
                  <a:cubicBezTo>
                    <a:pt x="4681" y="1"/>
                    <a:pt x="1" y="852"/>
                    <a:pt x="1" y="1885"/>
                  </a:cubicBezTo>
                  <a:cubicBezTo>
                    <a:pt x="1" y="2919"/>
                    <a:pt x="4681" y="3770"/>
                    <a:pt x="10426" y="3770"/>
                  </a:cubicBezTo>
                  <a:cubicBezTo>
                    <a:pt x="16201" y="3770"/>
                    <a:pt x="20882" y="2919"/>
                    <a:pt x="20882" y="1885"/>
                  </a:cubicBezTo>
                  <a:cubicBezTo>
                    <a:pt x="20882" y="852"/>
                    <a:pt x="16201" y="1"/>
                    <a:pt x="1042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82;p67">
              <a:extLst>
                <a:ext uri="{FF2B5EF4-FFF2-40B4-BE49-F238E27FC236}">
                  <a16:creationId xmlns:a16="http://schemas.microsoft.com/office/drawing/2014/main" id="{DE952C4F-B3FB-4B9A-D444-B54B38A0CAB9}"/>
                </a:ext>
              </a:extLst>
            </p:cNvPr>
            <p:cNvSpPr/>
            <p:nvPr/>
          </p:nvSpPr>
          <p:spPr>
            <a:xfrm>
              <a:off x="2832839" y="2950546"/>
              <a:ext cx="530069" cy="55248"/>
            </a:xfrm>
            <a:custGeom>
              <a:avLst/>
              <a:gdLst/>
              <a:ahLst/>
              <a:cxnLst/>
              <a:rect l="l" t="t" r="r" b="b"/>
              <a:pathLst>
                <a:path w="16627" h="1733" extrusionOk="0">
                  <a:moveTo>
                    <a:pt x="8298" y="0"/>
                  </a:moveTo>
                  <a:cubicBezTo>
                    <a:pt x="3709" y="0"/>
                    <a:pt x="0" y="395"/>
                    <a:pt x="0" y="851"/>
                  </a:cubicBezTo>
                  <a:cubicBezTo>
                    <a:pt x="0" y="1338"/>
                    <a:pt x="3709" y="1733"/>
                    <a:pt x="8298" y="1733"/>
                  </a:cubicBezTo>
                  <a:cubicBezTo>
                    <a:pt x="12888" y="1733"/>
                    <a:pt x="16627" y="1338"/>
                    <a:pt x="16627" y="851"/>
                  </a:cubicBezTo>
                  <a:cubicBezTo>
                    <a:pt x="16627" y="395"/>
                    <a:pt x="12888" y="0"/>
                    <a:pt x="8298" y="0"/>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83;p67">
              <a:extLst>
                <a:ext uri="{FF2B5EF4-FFF2-40B4-BE49-F238E27FC236}">
                  <a16:creationId xmlns:a16="http://schemas.microsoft.com/office/drawing/2014/main" id="{E403AE85-1973-FA87-F91D-F12F69D25E77}"/>
                </a:ext>
              </a:extLst>
            </p:cNvPr>
            <p:cNvSpPr/>
            <p:nvPr/>
          </p:nvSpPr>
          <p:spPr>
            <a:xfrm>
              <a:off x="2832839" y="2950546"/>
              <a:ext cx="530069" cy="35865"/>
            </a:xfrm>
            <a:custGeom>
              <a:avLst/>
              <a:gdLst/>
              <a:ahLst/>
              <a:cxnLst/>
              <a:rect l="l" t="t" r="r" b="b"/>
              <a:pathLst>
                <a:path w="16627" h="1125" extrusionOk="0">
                  <a:moveTo>
                    <a:pt x="8298" y="0"/>
                  </a:moveTo>
                  <a:cubicBezTo>
                    <a:pt x="3709" y="0"/>
                    <a:pt x="0" y="395"/>
                    <a:pt x="0" y="851"/>
                  </a:cubicBezTo>
                  <a:cubicBezTo>
                    <a:pt x="0" y="943"/>
                    <a:pt x="122" y="1034"/>
                    <a:pt x="365" y="1125"/>
                  </a:cubicBezTo>
                  <a:cubicBezTo>
                    <a:pt x="1398" y="760"/>
                    <a:pt x="4560" y="487"/>
                    <a:pt x="8298" y="487"/>
                  </a:cubicBezTo>
                  <a:cubicBezTo>
                    <a:pt x="12067" y="487"/>
                    <a:pt x="15228" y="760"/>
                    <a:pt x="16262" y="1125"/>
                  </a:cubicBezTo>
                  <a:cubicBezTo>
                    <a:pt x="16505" y="1034"/>
                    <a:pt x="16627" y="943"/>
                    <a:pt x="16627" y="851"/>
                  </a:cubicBezTo>
                  <a:cubicBezTo>
                    <a:pt x="16627" y="395"/>
                    <a:pt x="12888" y="0"/>
                    <a:pt x="8298"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84;p67">
              <a:extLst>
                <a:ext uri="{FF2B5EF4-FFF2-40B4-BE49-F238E27FC236}">
                  <a16:creationId xmlns:a16="http://schemas.microsoft.com/office/drawing/2014/main" id="{B0A9A555-40ED-011A-501F-F29D897F55E6}"/>
                </a:ext>
              </a:extLst>
            </p:cNvPr>
            <p:cNvSpPr/>
            <p:nvPr/>
          </p:nvSpPr>
          <p:spPr>
            <a:xfrm>
              <a:off x="2827993" y="2880759"/>
              <a:ext cx="666706" cy="156053"/>
            </a:xfrm>
            <a:custGeom>
              <a:avLst/>
              <a:gdLst/>
              <a:ahLst/>
              <a:cxnLst/>
              <a:rect l="l" t="t" r="r" b="b"/>
              <a:pathLst>
                <a:path w="20913" h="4895" extrusionOk="0">
                  <a:moveTo>
                    <a:pt x="0" y="1"/>
                  </a:moveTo>
                  <a:lnTo>
                    <a:pt x="0" y="3010"/>
                  </a:lnTo>
                  <a:cubicBezTo>
                    <a:pt x="0" y="4043"/>
                    <a:pt x="4681" y="4894"/>
                    <a:pt x="10456" y="4894"/>
                  </a:cubicBezTo>
                  <a:cubicBezTo>
                    <a:pt x="16232" y="4894"/>
                    <a:pt x="20913" y="4043"/>
                    <a:pt x="20913" y="3010"/>
                  </a:cubicBezTo>
                  <a:lnTo>
                    <a:pt x="209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285;p67">
              <a:extLst>
                <a:ext uri="{FF2B5EF4-FFF2-40B4-BE49-F238E27FC236}">
                  <a16:creationId xmlns:a16="http://schemas.microsoft.com/office/drawing/2014/main" id="{2838126A-04BD-133B-6FA8-61A1125C8DE3}"/>
                </a:ext>
              </a:extLst>
            </p:cNvPr>
            <p:cNvSpPr/>
            <p:nvPr/>
          </p:nvSpPr>
          <p:spPr>
            <a:xfrm>
              <a:off x="2835740" y="2841035"/>
              <a:ext cx="15526" cy="220004"/>
            </a:xfrm>
            <a:custGeom>
              <a:avLst/>
              <a:gdLst/>
              <a:ahLst/>
              <a:cxnLst/>
              <a:rect l="l" t="t" r="r" b="b"/>
              <a:pathLst>
                <a:path w="487" h="6901" extrusionOk="0">
                  <a:moveTo>
                    <a:pt x="0" y="1"/>
                  </a:moveTo>
                  <a:lnTo>
                    <a:pt x="0" y="6900"/>
                  </a:lnTo>
                  <a:lnTo>
                    <a:pt x="487" y="6900"/>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286;p67">
              <a:extLst>
                <a:ext uri="{FF2B5EF4-FFF2-40B4-BE49-F238E27FC236}">
                  <a16:creationId xmlns:a16="http://schemas.microsoft.com/office/drawing/2014/main" id="{49E3108A-6694-7902-C0AE-3BD012CA73CE}"/>
                </a:ext>
              </a:extLst>
            </p:cNvPr>
            <p:cNvSpPr/>
            <p:nvPr/>
          </p:nvSpPr>
          <p:spPr>
            <a:xfrm>
              <a:off x="2981085" y="2841035"/>
              <a:ext cx="16514" cy="220004"/>
            </a:xfrm>
            <a:custGeom>
              <a:avLst/>
              <a:gdLst/>
              <a:ahLst/>
              <a:cxnLst/>
              <a:rect l="l" t="t" r="r" b="b"/>
              <a:pathLst>
                <a:path w="518" h="6901" extrusionOk="0">
                  <a:moveTo>
                    <a:pt x="1" y="1"/>
                  </a:moveTo>
                  <a:lnTo>
                    <a:pt x="1" y="6900"/>
                  </a:lnTo>
                  <a:lnTo>
                    <a:pt x="518" y="6900"/>
                  </a:lnTo>
                  <a:lnTo>
                    <a:pt x="518"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287;p67">
              <a:extLst>
                <a:ext uri="{FF2B5EF4-FFF2-40B4-BE49-F238E27FC236}">
                  <a16:creationId xmlns:a16="http://schemas.microsoft.com/office/drawing/2014/main" id="{57CA1479-2F73-4D1B-7035-A423C10FA6BD}"/>
                </a:ext>
              </a:extLst>
            </p:cNvPr>
            <p:cNvSpPr/>
            <p:nvPr/>
          </p:nvSpPr>
          <p:spPr>
            <a:xfrm>
              <a:off x="2827993" y="2818750"/>
              <a:ext cx="666706" cy="121144"/>
            </a:xfrm>
            <a:custGeom>
              <a:avLst/>
              <a:gdLst/>
              <a:ahLst/>
              <a:cxnLst/>
              <a:rect l="l" t="t" r="r" b="b"/>
              <a:pathLst>
                <a:path w="20913" h="3800" extrusionOk="0">
                  <a:moveTo>
                    <a:pt x="10456" y="0"/>
                  </a:moveTo>
                  <a:cubicBezTo>
                    <a:pt x="4681" y="0"/>
                    <a:pt x="0" y="852"/>
                    <a:pt x="0" y="1885"/>
                  </a:cubicBezTo>
                  <a:cubicBezTo>
                    <a:pt x="0" y="2949"/>
                    <a:pt x="4681" y="3800"/>
                    <a:pt x="10456" y="3800"/>
                  </a:cubicBezTo>
                  <a:cubicBezTo>
                    <a:pt x="16232" y="3800"/>
                    <a:pt x="20913" y="2949"/>
                    <a:pt x="20913" y="1885"/>
                  </a:cubicBezTo>
                  <a:cubicBezTo>
                    <a:pt x="20913" y="852"/>
                    <a:pt x="16232" y="0"/>
                    <a:pt x="104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288;p67">
              <a:extLst>
                <a:ext uri="{FF2B5EF4-FFF2-40B4-BE49-F238E27FC236}">
                  <a16:creationId xmlns:a16="http://schemas.microsoft.com/office/drawing/2014/main" id="{8386CAA9-017D-2F9B-CCB8-C365A45A7212}"/>
                </a:ext>
              </a:extLst>
            </p:cNvPr>
            <p:cNvSpPr/>
            <p:nvPr/>
          </p:nvSpPr>
          <p:spPr>
            <a:xfrm>
              <a:off x="2896792" y="2844924"/>
              <a:ext cx="529112" cy="56236"/>
            </a:xfrm>
            <a:custGeom>
              <a:avLst/>
              <a:gdLst/>
              <a:ahLst/>
              <a:cxnLst/>
              <a:rect l="l" t="t" r="r" b="b"/>
              <a:pathLst>
                <a:path w="16597" h="1764" extrusionOk="0">
                  <a:moveTo>
                    <a:pt x="8298" y="0"/>
                  </a:moveTo>
                  <a:cubicBezTo>
                    <a:pt x="3709" y="0"/>
                    <a:pt x="0" y="395"/>
                    <a:pt x="0" y="882"/>
                  </a:cubicBezTo>
                  <a:cubicBezTo>
                    <a:pt x="0" y="1368"/>
                    <a:pt x="3709" y="1763"/>
                    <a:pt x="8298" y="1763"/>
                  </a:cubicBezTo>
                  <a:cubicBezTo>
                    <a:pt x="12888" y="1763"/>
                    <a:pt x="16596" y="1368"/>
                    <a:pt x="16596" y="882"/>
                  </a:cubicBezTo>
                  <a:cubicBezTo>
                    <a:pt x="16596" y="395"/>
                    <a:pt x="12888" y="0"/>
                    <a:pt x="8298" y="0"/>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289;p67">
              <a:extLst>
                <a:ext uri="{FF2B5EF4-FFF2-40B4-BE49-F238E27FC236}">
                  <a16:creationId xmlns:a16="http://schemas.microsoft.com/office/drawing/2014/main" id="{482BDF1B-ED80-BC44-547E-EEA2E6EF3112}"/>
                </a:ext>
              </a:extLst>
            </p:cNvPr>
            <p:cNvSpPr/>
            <p:nvPr/>
          </p:nvSpPr>
          <p:spPr>
            <a:xfrm>
              <a:off x="2896792" y="2844924"/>
              <a:ext cx="529112" cy="35865"/>
            </a:xfrm>
            <a:custGeom>
              <a:avLst/>
              <a:gdLst/>
              <a:ahLst/>
              <a:cxnLst/>
              <a:rect l="l" t="t" r="r" b="b"/>
              <a:pathLst>
                <a:path w="16597" h="1125" extrusionOk="0">
                  <a:moveTo>
                    <a:pt x="8298" y="0"/>
                  </a:moveTo>
                  <a:cubicBezTo>
                    <a:pt x="3709" y="0"/>
                    <a:pt x="0" y="395"/>
                    <a:pt x="0" y="882"/>
                  </a:cubicBezTo>
                  <a:cubicBezTo>
                    <a:pt x="0" y="973"/>
                    <a:pt x="122" y="1064"/>
                    <a:pt x="365" y="1125"/>
                  </a:cubicBezTo>
                  <a:cubicBezTo>
                    <a:pt x="1399" y="760"/>
                    <a:pt x="4560" y="517"/>
                    <a:pt x="8298" y="517"/>
                  </a:cubicBezTo>
                  <a:cubicBezTo>
                    <a:pt x="12037" y="517"/>
                    <a:pt x="15229" y="760"/>
                    <a:pt x="16262" y="1125"/>
                  </a:cubicBezTo>
                  <a:cubicBezTo>
                    <a:pt x="16475" y="1064"/>
                    <a:pt x="16596" y="973"/>
                    <a:pt x="16596" y="882"/>
                  </a:cubicBezTo>
                  <a:cubicBezTo>
                    <a:pt x="16596" y="395"/>
                    <a:pt x="12888" y="0"/>
                    <a:pt x="8298"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290;p67">
              <a:extLst>
                <a:ext uri="{FF2B5EF4-FFF2-40B4-BE49-F238E27FC236}">
                  <a16:creationId xmlns:a16="http://schemas.microsoft.com/office/drawing/2014/main" id="{196CF02F-7A52-611A-D688-3F9B07525C4A}"/>
                </a:ext>
              </a:extLst>
            </p:cNvPr>
            <p:cNvSpPr/>
            <p:nvPr/>
          </p:nvSpPr>
          <p:spPr>
            <a:xfrm>
              <a:off x="2792127" y="2765445"/>
              <a:ext cx="665750" cy="156053"/>
            </a:xfrm>
            <a:custGeom>
              <a:avLst/>
              <a:gdLst/>
              <a:ahLst/>
              <a:cxnLst/>
              <a:rect l="l" t="t" r="r" b="b"/>
              <a:pathLst>
                <a:path w="20883" h="4895" extrusionOk="0">
                  <a:moveTo>
                    <a:pt x="1" y="1"/>
                  </a:moveTo>
                  <a:lnTo>
                    <a:pt x="1" y="3010"/>
                  </a:lnTo>
                  <a:cubicBezTo>
                    <a:pt x="1" y="4043"/>
                    <a:pt x="4651" y="4894"/>
                    <a:pt x="10426" y="4894"/>
                  </a:cubicBezTo>
                  <a:cubicBezTo>
                    <a:pt x="16202" y="4894"/>
                    <a:pt x="20882" y="4043"/>
                    <a:pt x="20882" y="3010"/>
                  </a:cubicBezTo>
                  <a:lnTo>
                    <a:pt x="208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291;p67">
              <a:extLst>
                <a:ext uri="{FF2B5EF4-FFF2-40B4-BE49-F238E27FC236}">
                  <a16:creationId xmlns:a16="http://schemas.microsoft.com/office/drawing/2014/main" id="{4095197F-DC0A-B296-C472-3E9EE4E02368}"/>
                </a:ext>
              </a:extLst>
            </p:cNvPr>
            <p:cNvSpPr/>
            <p:nvPr/>
          </p:nvSpPr>
          <p:spPr>
            <a:xfrm>
              <a:off x="2798917" y="2725721"/>
              <a:ext cx="15526" cy="220004"/>
            </a:xfrm>
            <a:custGeom>
              <a:avLst/>
              <a:gdLst/>
              <a:ahLst/>
              <a:cxnLst/>
              <a:rect l="l" t="t" r="r" b="b"/>
              <a:pathLst>
                <a:path w="487" h="6901" extrusionOk="0">
                  <a:moveTo>
                    <a:pt x="0" y="0"/>
                  </a:moveTo>
                  <a:lnTo>
                    <a:pt x="0" y="6900"/>
                  </a:lnTo>
                  <a:lnTo>
                    <a:pt x="487" y="690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292;p67">
              <a:extLst>
                <a:ext uri="{FF2B5EF4-FFF2-40B4-BE49-F238E27FC236}">
                  <a16:creationId xmlns:a16="http://schemas.microsoft.com/office/drawing/2014/main" id="{C5AD271B-3B66-D2B2-E376-1CED51DD625C}"/>
                </a:ext>
              </a:extLst>
            </p:cNvPr>
            <p:cNvSpPr/>
            <p:nvPr/>
          </p:nvSpPr>
          <p:spPr>
            <a:xfrm>
              <a:off x="2839629" y="2725721"/>
              <a:ext cx="16482" cy="220004"/>
            </a:xfrm>
            <a:custGeom>
              <a:avLst/>
              <a:gdLst/>
              <a:ahLst/>
              <a:cxnLst/>
              <a:rect l="l" t="t" r="r" b="b"/>
              <a:pathLst>
                <a:path w="517" h="6901" extrusionOk="0">
                  <a:moveTo>
                    <a:pt x="0" y="0"/>
                  </a:moveTo>
                  <a:lnTo>
                    <a:pt x="0" y="6900"/>
                  </a:lnTo>
                  <a:lnTo>
                    <a:pt x="517" y="6900"/>
                  </a:lnTo>
                  <a:lnTo>
                    <a:pt x="51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293;p67">
              <a:extLst>
                <a:ext uri="{FF2B5EF4-FFF2-40B4-BE49-F238E27FC236}">
                  <a16:creationId xmlns:a16="http://schemas.microsoft.com/office/drawing/2014/main" id="{BD207680-2135-90CD-1959-A893D07BCD87}"/>
                </a:ext>
              </a:extLst>
            </p:cNvPr>
            <p:cNvSpPr/>
            <p:nvPr/>
          </p:nvSpPr>
          <p:spPr>
            <a:xfrm>
              <a:off x="2945251" y="2725721"/>
              <a:ext cx="15526" cy="220004"/>
            </a:xfrm>
            <a:custGeom>
              <a:avLst/>
              <a:gdLst/>
              <a:ahLst/>
              <a:cxnLst/>
              <a:rect l="l" t="t" r="r" b="b"/>
              <a:pathLst>
                <a:path w="487" h="6901" extrusionOk="0">
                  <a:moveTo>
                    <a:pt x="0" y="0"/>
                  </a:moveTo>
                  <a:lnTo>
                    <a:pt x="0" y="6900"/>
                  </a:lnTo>
                  <a:lnTo>
                    <a:pt x="486" y="6900"/>
                  </a:lnTo>
                  <a:lnTo>
                    <a:pt x="486"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294;p67">
              <a:extLst>
                <a:ext uri="{FF2B5EF4-FFF2-40B4-BE49-F238E27FC236}">
                  <a16:creationId xmlns:a16="http://schemas.microsoft.com/office/drawing/2014/main" id="{C16BB2B9-1341-4269-6335-E3E02E5677DA}"/>
                </a:ext>
              </a:extLst>
            </p:cNvPr>
            <p:cNvSpPr/>
            <p:nvPr/>
          </p:nvSpPr>
          <p:spPr>
            <a:xfrm>
              <a:off x="3009204" y="2725721"/>
              <a:ext cx="15526" cy="220004"/>
            </a:xfrm>
            <a:custGeom>
              <a:avLst/>
              <a:gdLst/>
              <a:ahLst/>
              <a:cxnLst/>
              <a:rect l="l" t="t" r="r" b="b"/>
              <a:pathLst>
                <a:path w="487" h="6901" extrusionOk="0">
                  <a:moveTo>
                    <a:pt x="0" y="0"/>
                  </a:moveTo>
                  <a:lnTo>
                    <a:pt x="0" y="6900"/>
                  </a:lnTo>
                  <a:lnTo>
                    <a:pt x="487" y="6900"/>
                  </a:lnTo>
                  <a:lnTo>
                    <a:pt x="487" y="0"/>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295;p67">
              <a:extLst>
                <a:ext uri="{FF2B5EF4-FFF2-40B4-BE49-F238E27FC236}">
                  <a16:creationId xmlns:a16="http://schemas.microsoft.com/office/drawing/2014/main" id="{25730E85-71BA-B630-665E-078EBDC7B3A8}"/>
                </a:ext>
              </a:extLst>
            </p:cNvPr>
            <p:cNvSpPr/>
            <p:nvPr/>
          </p:nvSpPr>
          <p:spPr>
            <a:xfrm>
              <a:off x="2792127" y="2703436"/>
              <a:ext cx="665750" cy="120188"/>
            </a:xfrm>
            <a:custGeom>
              <a:avLst/>
              <a:gdLst/>
              <a:ahLst/>
              <a:cxnLst/>
              <a:rect l="l" t="t" r="r" b="b"/>
              <a:pathLst>
                <a:path w="20883" h="3770" extrusionOk="0">
                  <a:moveTo>
                    <a:pt x="10426" y="0"/>
                  </a:moveTo>
                  <a:cubicBezTo>
                    <a:pt x="4651" y="0"/>
                    <a:pt x="1" y="851"/>
                    <a:pt x="1" y="1885"/>
                  </a:cubicBezTo>
                  <a:cubicBezTo>
                    <a:pt x="1" y="2918"/>
                    <a:pt x="4651" y="3769"/>
                    <a:pt x="10426" y="3769"/>
                  </a:cubicBezTo>
                  <a:cubicBezTo>
                    <a:pt x="16202" y="3769"/>
                    <a:pt x="20882" y="2918"/>
                    <a:pt x="20882" y="1885"/>
                  </a:cubicBezTo>
                  <a:cubicBezTo>
                    <a:pt x="20882" y="851"/>
                    <a:pt x="16202" y="0"/>
                    <a:pt x="1042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296;p67">
              <a:extLst>
                <a:ext uri="{FF2B5EF4-FFF2-40B4-BE49-F238E27FC236}">
                  <a16:creationId xmlns:a16="http://schemas.microsoft.com/office/drawing/2014/main" id="{A0555CCE-030B-1E6C-4F8D-5D790017B02E}"/>
                </a:ext>
              </a:extLst>
            </p:cNvPr>
            <p:cNvSpPr/>
            <p:nvPr/>
          </p:nvSpPr>
          <p:spPr>
            <a:xfrm>
              <a:off x="2859969" y="2729611"/>
              <a:ext cx="530069" cy="55248"/>
            </a:xfrm>
            <a:custGeom>
              <a:avLst/>
              <a:gdLst/>
              <a:ahLst/>
              <a:cxnLst/>
              <a:rect l="l" t="t" r="r" b="b"/>
              <a:pathLst>
                <a:path w="16627" h="1733" extrusionOk="0">
                  <a:moveTo>
                    <a:pt x="8298" y="0"/>
                  </a:moveTo>
                  <a:cubicBezTo>
                    <a:pt x="3709" y="0"/>
                    <a:pt x="0" y="395"/>
                    <a:pt x="0" y="882"/>
                  </a:cubicBezTo>
                  <a:cubicBezTo>
                    <a:pt x="0" y="1337"/>
                    <a:pt x="3709" y="1733"/>
                    <a:pt x="8298" y="1733"/>
                  </a:cubicBezTo>
                  <a:cubicBezTo>
                    <a:pt x="12888" y="1733"/>
                    <a:pt x="16627" y="1337"/>
                    <a:pt x="16627" y="882"/>
                  </a:cubicBezTo>
                  <a:cubicBezTo>
                    <a:pt x="16627" y="395"/>
                    <a:pt x="12888" y="0"/>
                    <a:pt x="8298" y="0"/>
                  </a:cubicBezTo>
                  <a:close/>
                </a:path>
              </a:pathLst>
            </a:custGeom>
            <a:solidFill>
              <a:srgbClr val="FFB1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297;p67">
              <a:extLst>
                <a:ext uri="{FF2B5EF4-FFF2-40B4-BE49-F238E27FC236}">
                  <a16:creationId xmlns:a16="http://schemas.microsoft.com/office/drawing/2014/main" id="{732FD3A3-8FE0-BEA1-FEE0-9AD8E941BD29}"/>
                </a:ext>
              </a:extLst>
            </p:cNvPr>
            <p:cNvSpPr/>
            <p:nvPr/>
          </p:nvSpPr>
          <p:spPr>
            <a:xfrm>
              <a:off x="2859969" y="2729611"/>
              <a:ext cx="530069" cy="35865"/>
            </a:xfrm>
            <a:custGeom>
              <a:avLst/>
              <a:gdLst/>
              <a:ahLst/>
              <a:cxnLst/>
              <a:rect l="l" t="t" r="r" b="b"/>
              <a:pathLst>
                <a:path w="16627" h="1125" extrusionOk="0">
                  <a:moveTo>
                    <a:pt x="8298" y="0"/>
                  </a:moveTo>
                  <a:cubicBezTo>
                    <a:pt x="3709" y="0"/>
                    <a:pt x="0" y="395"/>
                    <a:pt x="0" y="882"/>
                  </a:cubicBezTo>
                  <a:cubicBezTo>
                    <a:pt x="0" y="942"/>
                    <a:pt x="122" y="1034"/>
                    <a:pt x="365" y="1125"/>
                  </a:cubicBezTo>
                  <a:cubicBezTo>
                    <a:pt x="1399" y="760"/>
                    <a:pt x="4560" y="486"/>
                    <a:pt x="8298" y="486"/>
                  </a:cubicBezTo>
                  <a:cubicBezTo>
                    <a:pt x="12067" y="486"/>
                    <a:pt x="15229" y="760"/>
                    <a:pt x="16262" y="1125"/>
                  </a:cubicBezTo>
                  <a:cubicBezTo>
                    <a:pt x="16475" y="1034"/>
                    <a:pt x="16627" y="942"/>
                    <a:pt x="16627" y="882"/>
                  </a:cubicBezTo>
                  <a:cubicBezTo>
                    <a:pt x="16627" y="395"/>
                    <a:pt x="12888" y="0"/>
                    <a:pt x="8298" y="0"/>
                  </a:cubicBezTo>
                  <a:close/>
                </a:path>
              </a:pathLst>
            </a:custGeom>
            <a:solidFill>
              <a:srgbClr val="E386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298;p67">
              <a:extLst>
                <a:ext uri="{FF2B5EF4-FFF2-40B4-BE49-F238E27FC236}">
                  <a16:creationId xmlns:a16="http://schemas.microsoft.com/office/drawing/2014/main" id="{EF401A3E-B8AE-6921-A076-2E7CB239F3F5}"/>
                </a:ext>
              </a:extLst>
            </p:cNvPr>
            <p:cNvSpPr/>
            <p:nvPr/>
          </p:nvSpPr>
          <p:spPr>
            <a:xfrm>
              <a:off x="2827993" y="2655934"/>
              <a:ext cx="666706" cy="156053"/>
            </a:xfrm>
            <a:custGeom>
              <a:avLst/>
              <a:gdLst/>
              <a:ahLst/>
              <a:cxnLst/>
              <a:rect l="l" t="t" r="r" b="b"/>
              <a:pathLst>
                <a:path w="20913" h="4895" extrusionOk="0">
                  <a:moveTo>
                    <a:pt x="0" y="1"/>
                  </a:moveTo>
                  <a:lnTo>
                    <a:pt x="0" y="3010"/>
                  </a:lnTo>
                  <a:cubicBezTo>
                    <a:pt x="0" y="4074"/>
                    <a:pt x="4681" y="4895"/>
                    <a:pt x="10456" y="4895"/>
                  </a:cubicBezTo>
                  <a:cubicBezTo>
                    <a:pt x="16232" y="4895"/>
                    <a:pt x="20913" y="4074"/>
                    <a:pt x="20913" y="3010"/>
                  </a:cubicBezTo>
                  <a:lnTo>
                    <a:pt x="209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299;p67">
              <a:extLst>
                <a:ext uri="{FF2B5EF4-FFF2-40B4-BE49-F238E27FC236}">
                  <a16:creationId xmlns:a16="http://schemas.microsoft.com/office/drawing/2014/main" id="{1CE3F874-12F9-6C5C-15F0-A318D9064D27}"/>
                </a:ext>
              </a:extLst>
            </p:cNvPr>
            <p:cNvSpPr/>
            <p:nvPr/>
          </p:nvSpPr>
          <p:spPr>
            <a:xfrm>
              <a:off x="2835740" y="2616210"/>
              <a:ext cx="15526" cy="220004"/>
            </a:xfrm>
            <a:custGeom>
              <a:avLst/>
              <a:gdLst/>
              <a:ahLst/>
              <a:cxnLst/>
              <a:rect l="l" t="t" r="r" b="b"/>
              <a:pathLst>
                <a:path w="487" h="6901" extrusionOk="0">
                  <a:moveTo>
                    <a:pt x="0" y="1"/>
                  </a:moveTo>
                  <a:lnTo>
                    <a:pt x="0" y="6901"/>
                  </a:lnTo>
                  <a:lnTo>
                    <a:pt x="487" y="6901"/>
                  </a:lnTo>
                  <a:lnTo>
                    <a:pt x="487"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300;p67">
              <a:extLst>
                <a:ext uri="{FF2B5EF4-FFF2-40B4-BE49-F238E27FC236}">
                  <a16:creationId xmlns:a16="http://schemas.microsoft.com/office/drawing/2014/main" id="{D7B48D5D-E344-0C0D-06EC-FB36824F79F2}"/>
                </a:ext>
              </a:extLst>
            </p:cNvPr>
            <p:cNvSpPr/>
            <p:nvPr/>
          </p:nvSpPr>
          <p:spPr>
            <a:xfrm>
              <a:off x="2981085" y="2616210"/>
              <a:ext cx="16514" cy="220004"/>
            </a:xfrm>
            <a:custGeom>
              <a:avLst/>
              <a:gdLst/>
              <a:ahLst/>
              <a:cxnLst/>
              <a:rect l="l" t="t" r="r" b="b"/>
              <a:pathLst>
                <a:path w="518" h="6901" extrusionOk="0">
                  <a:moveTo>
                    <a:pt x="1" y="1"/>
                  </a:moveTo>
                  <a:lnTo>
                    <a:pt x="1" y="6901"/>
                  </a:lnTo>
                  <a:lnTo>
                    <a:pt x="518" y="6901"/>
                  </a:lnTo>
                  <a:lnTo>
                    <a:pt x="518" y="1"/>
                  </a:lnTo>
                  <a:close/>
                </a:path>
              </a:pathLst>
            </a:custGeom>
            <a:solidFill>
              <a:srgbClr val="FFA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301;p67">
              <a:extLst>
                <a:ext uri="{FF2B5EF4-FFF2-40B4-BE49-F238E27FC236}">
                  <a16:creationId xmlns:a16="http://schemas.microsoft.com/office/drawing/2014/main" id="{1BE94325-A40F-9E96-B3D4-C2F078899361}"/>
                </a:ext>
              </a:extLst>
            </p:cNvPr>
            <p:cNvSpPr/>
            <p:nvPr/>
          </p:nvSpPr>
          <p:spPr>
            <a:xfrm>
              <a:off x="2827993" y="2594914"/>
              <a:ext cx="666706" cy="120188"/>
            </a:xfrm>
            <a:custGeom>
              <a:avLst/>
              <a:gdLst/>
              <a:ahLst/>
              <a:cxnLst/>
              <a:rect l="l" t="t" r="r" b="b"/>
              <a:pathLst>
                <a:path w="20913" h="3770" extrusionOk="0">
                  <a:moveTo>
                    <a:pt x="10456" y="0"/>
                  </a:moveTo>
                  <a:cubicBezTo>
                    <a:pt x="4681" y="0"/>
                    <a:pt x="0" y="821"/>
                    <a:pt x="0" y="1885"/>
                  </a:cubicBezTo>
                  <a:cubicBezTo>
                    <a:pt x="0" y="2918"/>
                    <a:pt x="4681" y="3769"/>
                    <a:pt x="10456" y="3769"/>
                  </a:cubicBezTo>
                  <a:cubicBezTo>
                    <a:pt x="16232" y="3769"/>
                    <a:pt x="20913" y="2918"/>
                    <a:pt x="20913" y="1885"/>
                  </a:cubicBezTo>
                  <a:cubicBezTo>
                    <a:pt x="20913" y="821"/>
                    <a:pt x="16232" y="0"/>
                    <a:pt x="104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302;p67">
              <a:extLst>
                <a:ext uri="{FF2B5EF4-FFF2-40B4-BE49-F238E27FC236}">
                  <a16:creationId xmlns:a16="http://schemas.microsoft.com/office/drawing/2014/main" id="{CDA0E73D-AD2A-6FF8-A812-ECA53C2A097E}"/>
                </a:ext>
              </a:extLst>
            </p:cNvPr>
            <p:cNvSpPr/>
            <p:nvPr/>
          </p:nvSpPr>
          <p:spPr>
            <a:xfrm>
              <a:off x="2896792" y="2620100"/>
              <a:ext cx="529112" cy="56236"/>
            </a:xfrm>
            <a:custGeom>
              <a:avLst/>
              <a:gdLst/>
              <a:ahLst/>
              <a:cxnLst/>
              <a:rect l="l" t="t" r="r" b="b"/>
              <a:pathLst>
                <a:path w="16597" h="1764" extrusionOk="0">
                  <a:moveTo>
                    <a:pt x="8298" y="0"/>
                  </a:moveTo>
                  <a:cubicBezTo>
                    <a:pt x="3709" y="0"/>
                    <a:pt x="0" y="395"/>
                    <a:pt x="0" y="882"/>
                  </a:cubicBezTo>
                  <a:cubicBezTo>
                    <a:pt x="0" y="1368"/>
                    <a:pt x="3709" y="1763"/>
                    <a:pt x="8298" y="1763"/>
                  </a:cubicBezTo>
                  <a:cubicBezTo>
                    <a:pt x="12888" y="1763"/>
                    <a:pt x="16596" y="1368"/>
                    <a:pt x="16596" y="882"/>
                  </a:cubicBezTo>
                  <a:cubicBezTo>
                    <a:pt x="16596" y="395"/>
                    <a:pt x="12888" y="0"/>
                    <a:pt x="82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303;p67">
              <a:extLst>
                <a:ext uri="{FF2B5EF4-FFF2-40B4-BE49-F238E27FC236}">
                  <a16:creationId xmlns:a16="http://schemas.microsoft.com/office/drawing/2014/main" id="{50593F86-F7AB-09E8-6802-1C93CF59A9EA}"/>
                </a:ext>
              </a:extLst>
            </p:cNvPr>
            <p:cNvSpPr/>
            <p:nvPr/>
          </p:nvSpPr>
          <p:spPr>
            <a:xfrm>
              <a:off x="2896792" y="2620100"/>
              <a:ext cx="529112" cy="35865"/>
            </a:xfrm>
            <a:custGeom>
              <a:avLst/>
              <a:gdLst/>
              <a:ahLst/>
              <a:cxnLst/>
              <a:rect l="l" t="t" r="r" b="b"/>
              <a:pathLst>
                <a:path w="16597" h="1125" extrusionOk="0">
                  <a:moveTo>
                    <a:pt x="8298" y="0"/>
                  </a:moveTo>
                  <a:cubicBezTo>
                    <a:pt x="3709" y="0"/>
                    <a:pt x="0" y="395"/>
                    <a:pt x="0" y="882"/>
                  </a:cubicBezTo>
                  <a:cubicBezTo>
                    <a:pt x="0" y="973"/>
                    <a:pt x="122" y="1064"/>
                    <a:pt x="365" y="1125"/>
                  </a:cubicBezTo>
                  <a:cubicBezTo>
                    <a:pt x="1399" y="791"/>
                    <a:pt x="4560" y="517"/>
                    <a:pt x="8298" y="517"/>
                  </a:cubicBezTo>
                  <a:cubicBezTo>
                    <a:pt x="12037" y="517"/>
                    <a:pt x="15229" y="791"/>
                    <a:pt x="16262" y="1125"/>
                  </a:cubicBezTo>
                  <a:cubicBezTo>
                    <a:pt x="16475" y="1064"/>
                    <a:pt x="16596" y="973"/>
                    <a:pt x="16596" y="882"/>
                  </a:cubicBezTo>
                  <a:cubicBezTo>
                    <a:pt x="16596" y="395"/>
                    <a:pt x="12888" y="0"/>
                    <a:pt x="8298"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304;p67">
              <a:extLst>
                <a:ext uri="{FF2B5EF4-FFF2-40B4-BE49-F238E27FC236}">
                  <a16:creationId xmlns:a16="http://schemas.microsoft.com/office/drawing/2014/main" id="{8C208589-79A4-AD62-27DB-D27478FA017C}"/>
                </a:ext>
              </a:extLst>
            </p:cNvPr>
            <p:cNvSpPr/>
            <p:nvPr/>
          </p:nvSpPr>
          <p:spPr>
            <a:xfrm>
              <a:off x="2466527" y="3363341"/>
              <a:ext cx="534946" cy="625135"/>
            </a:xfrm>
            <a:custGeom>
              <a:avLst/>
              <a:gdLst/>
              <a:ahLst/>
              <a:cxnLst/>
              <a:rect l="l" t="t" r="r" b="b"/>
              <a:pathLst>
                <a:path w="16780" h="19609" extrusionOk="0">
                  <a:moveTo>
                    <a:pt x="8420" y="1"/>
                  </a:moveTo>
                  <a:lnTo>
                    <a:pt x="1" y="17813"/>
                  </a:lnTo>
                  <a:lnTo>
                    <a:pt x="1612" y="18724"/>
                  </a:lnTo>
                  <a:cubicBezTo>
                    <a:pt x="2861" y="19325"/>
                    <a:pt x="4185" y="19609"/>
                    <a:pt x="5502" y="19609"/>
                  </a:cubicBezTo>
                  <a:cubicBezTo>
                    <a:pt x="9118" y="19609"/>
                    <a:pt x="12670" y="17463"/>
                    <a:pt x="14408" y="13831"/>
                  </a:cubicBezTo>
                  <a:cubicBezTo>
                    <a:pt x="16779" y="8907"/>
                    <a:pt x="14864" y="3071"/>
                    <a:pt x="10183" y="852"/>
                  </a:cubicBezTo>
                  <a:lnTo>
                    <a:pt x="84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305;p67">
              <a:extLst>
                <a:ext uri="{FF2B5EF4-FFF2-40B4-BE49-F238E27FC236}">
                  <a16:creationId xmlns:a16="http://schemas.microsoft.com/office/drawing/2014/main" id="{AF89487E-237C-E247-AD1C-0120091B575A}"/>
                </a:ext>
              </a:extLst>
            </p:cNvPr>
            <p:cNvSpPr/>
            <p:nvPr/>
          </p:nvSpPr>
          <p:spPr>
            <a:xfrm>
              <a:off x="2269821" y="3343320"/>
              <a:ext cx="692880" cy="626346"/>
            </a:xfrm>
            <a:custGeom>
              <a:avLst/>
              <a:gdLst/>
              <a:ahLst/>
              <a:cxnLst/>
              <a:rect l="l" t="t" r="r" b="b"/>
              <a:pathLst>
                <a:path w="21734" h="19647" extrusionOk="0">
                  <a:moveTo>
                    <a:pt x="11273" y="1"/>
                  </a:moveTo>
                  <a:cubicBezTo>
                    <a:pt x="7650" y="1"/>
                    <a:pt x="4111" y="2130"/>
                    <a:pt x="2371" y="5766"/>
                  </a:cubicBezTo>
                  <a:cubicBezTo>
                    <a:pt x="0" y="10690"/>
                    <a:pt x="1885" y="16526"/>
                    <a:pt x="6566" y="18775"/>
                  </a:cubicBezTo>
                  <a:cubicBezTo>
                    <a:pt x="7820" y="19366"/>
                    <a:pt x="9146" y="19646"/>
                    <a:pt x="10461" y="19646"/>
                  </a:cubicBezTo>
                  <a:cubicBezTo>
                    <a:pt x="14083" y="19646"/>
                    <a:pt x="17623" y="17516"/>
                    <a:pt x="19362" y="13881"/>
                  </a:cubicBezTo>
                  <a:cubicBezTo>
                    <a:pt x="21733" y="8957"/>
                    <a:pt x="19849" y="3121"/>
                    <a:pt x="15168" y="872"/>
                  </a:cubicBezTo>
                  <a:cubicBezTo>
                    <a:pt x="13913" y="281"/>
                    <a:pt x="12588" y="1"/>
                    <a:pt x="11273"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2306;p67">
              <a:extLst>
                <a:ext uri="{FF2B5EF4-FFF2-40B4-BE49-F238E27FC236}">
                  <a16:creationId xmlns:a16="http://schemas.microsoft.com/office/drawing/2014/main" id="{22F70445-110B-C629-4225-57E83FA5308E}"/>
                </a:ext>
              </a:extLst>
            </p:cNvPr>
            <p:cNvSpPr/>
            <p:nvPr/>
          </p:nvSpPr>
          <p:spPr>
            <a:xfrm>
              <a:off x="2355103" y="3414925"/>
              <a:ext cx="522322" cy="483141"/>
            </a:xfrm>
            <a:custGeom>
              <a:avLst/>
              <a:gdLst/>
              <a:ahLst/>
              <a:cxnLst/>
              <a:rect l="l" t="t" r="r" b="b"/>
              <a:pathLst>
                <a:path w="16384" h="15155" extrusionOk="0">
                  <a:moveTo>
                    <a:pt x="8720" y="0"/>
                  </a:moveTo>
                  <a:cubicBezTo>
                    <a:pt x="5961" y="0"/>
                    <a:pt x="3210" y="1705"/>
                    <a:pt x="1854" y="4553"/>
                  </a:cubicBezTo>
                  <a:cubicBezTo>
                    <a:pt x="0" y="8383"/>
                    <a:pt x="1338" y="12851"/>
                    <a:pt x="4863" y="14523"/>
                  </a:cubicBezTo>
                  <a:cubicBezTo>
                    <a:pt x="5760" y="14952"/>
                    <a:pt x="6712" y="15154"/>
                    <a:pt x="7664" y="15154"/>
                  </a:cubicBezTo>
                  <a:cubicBezTo>
                    <a:pt x="10422" y="15154"/>
                    <a:pt x="13173" y="13449"/>
                    <a:pt x="14529" y="10602"/>
                  </a:cubicBezTo>
                  <a:cubicBezTo>
                    <a:pt x="16383" y="6772"/>
                    <a:pt x="15016" y="2304"/>
                    <a:pt x="11520" y="632"/>
                  </a:cubicBezTo>
                  <a:cubicBezTo>
                    <a:pt x="10624" y="203"/>
                    <a:pt x="9671" y="0"/>
                    <a:pt x="87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2307;p67">
              <a:extLst>
                <a:ext uri="{FF2B5EF4-FFF2-40B4-BE49-F238E27FC236}">
                  <a16:creationId xmlns:a16="http://schemas.microsoft.com/office/drawing/2014/main" id="{33D97C52-B620-344C-162E-4CD6341D8486}"/>
                </a:ext>
              </a:extLst>
            </p:cNvPr>
            <p:cNvSpPr/>
            <p:nvPr/>
          </p:nvSpPr>
          <p:spPr>
            <a:xfrm>
              <a:off x="2355103" y="3414702"/>
              <a:ext cx="281022" cy="483747"/>
            </a:xfrm>
            <a:custGeom>
              <a:avLst/>
              <a:gdLst/>
              <a:ahLst/>
              <a:cxnLst/>
              <a:rect l="l" t="t" r="r" b="b"/>
              <a:pathLst>
                <a:path w="8815" h="15174" extrusionOk="0">
                  <a:moveTo>
                    <a:pt x="8741" y="0"/>
                  </a:moveTo>
                  <a:cubicBezTo>
                    <a:pt x="5969" y="0"/>
                    <a:pt x="3210" y="1698"/>
                    <a:pt x="1854" y="4560"/>
                  </a:cubicBezTo>
                  <a:cubicBezTo>
                    <a:pt x="0" y="8390"/>
                    <a:pt x="1368" y="12858"/>
                    <a:pt x="4863" y="14530"/>
                  </a:cubicBezTo>
                  <a:cubicBezTo>
                    <a:pt x="5768" y="14970"/>
                    <a:pt x="6750" y="15174"/>
                    <a:pt x="7717" y="15174"/>
                  </a:cubicBezTo>
                  <a:cubicBezTo>
                    <a:pt x="7952" y="15174"/>
                    <a:pt x="8187" y="15162"/>
                    <a:pt x="8420" y="15138"/>
                  </a:cubicBezTo>
                  <a:cubicBezTo>
                    <a:pt x="7508" y="15107"/>
                    <a:pt x="6566" y="14895"/>
                    <a:pt x="5715" y="14499"/>
                  </a:cubicBezTo>
                  <a:cubicBezTo>
                    <a:pt x="2219" y="12828"/>
                    <a:pt x="851" y="8329"/>
                    <a:pt x="2705" y="4499"/>
                  </a:cubicBezTo>
                  <a:cubicBezTo>
                    <a:pt x="3952" y="1916"/>
                    <a:pt x="6322" y="274"/>
                    <a:pt x="8815" y="1"/>
                  </a:cubicBezTo>
                  <a:cubicBezTo>
                    <a:pt x="8790" y="0"/>
                    <a:pt x="8766" y="0"/>
                    <a:pt x="8741"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2308;p67">
              <a:extLst>
                <a:ext uri="{FF2B5EF4-FFF2-40B4-BE49-F238E27FC236}">
                  <a16:creationId xmlns:a16="http://schemas.microsoft.com/office/drawing/2014/main" id="{C6C7929B-70C5-BD16-D809-7AD5FCCD2064}"/>
                </a:ext>
              </a:extLst>
            </p:cNvPr>
            <p:cNvSpPr/>
            <p:nvPr/>
          </p:nvSpPr>
          <p:spPr>
            <a:xfrm>
              <a:off x="2491713" y="3504415"/>
              <a:ext cx="246177" cy="284019"/>
            </a:xfrm>
            <a:custGeom>
              <a:avLst/>
              <a:gdLst/>
              <a:ahLst/>
              <a:cxnLst/>
              <a:rect l="l" t="t" r="r" b="b"/>
              <a:pathLst>
                <a:path w="7722" h="8909" extrusionOk="0">
                  <a:moveTo>
                    <a:pt x="5485" y="1"/>
                  </a:moveTo>
                  <a:cubicBezTo>
                    <a:pt x="5462" y="1"/>
                    <a:pt x="5438" y="5"/>
                    <a:pt x="5411" y="14"/>
                  </a:cubicBezTo>
                  <a:cubicBezTo>
                    <a:pt x="5351" y="44"/>
                    <a:pt x="5290" y="74"/>
                    <a:pt x="5229" y="135"/>
                  </a:cubicBezTo>
                  <a:lnTo>
                    <a:pt x="4864" y="804"/>
                  </a:lnTo>
                  <a:cubicBezTo>
                    <a:pt x="4530" y="682"/>
                    <a:pt x="4226" y="621"/>
                    <a:pt x="3922" y="591"/>
                  </a:cubicBezTo>
                  <a:cubicBezTo>
                    <a:pt x="3618" y="591"/>
                    <a:pt x="3344" y="621"/>
                    <a:pt x="3101" y="682"/>
                  </a:cubicBezTo>
                  <a:cubicBezTo>
                    <a:pt x="2828" y="743"/>
                    <a:pt x="2615" y="834"/>
                    <a:pt x="2402" y="986"/>
                  </a:cubicBezTo>
                  <a:cubicBezTo>
                    <a:pt x="2220" y="1138"/>
                    <a:pt x="2068" y="1290"/>
                    <a:pt x="1946" y="1503"/>
                  </a:cubicBezTo>
                  <a:cubicBezTo>
                    <a:pt x="1642" y="2020"/>
                    <a:pt x="1551" y="2536"/>
                    <a:pt x="1673" y="3023"/>
                  </a:cubicBezTo>
                  <a:cubicBezTo>
                    <a:pt x="1794" y="3509"/>
                    <a:pt x="2159" y="4026"/>
                    <a:pt x="2737" y="4542"/>
                  </a:cubicBezTo>
                  <a:cubicBezTo>
                    <a:pt x="3041" y="4846"/>
                    <a:pt x="3314" y="5090"/>
                    <a:pt x="3557" y="5302"/>
                  </a:cubicBezTo>
                  <a:cubicBezTo>
                    <a:pt x="3770" y="5485"/>
                    <a:pt x="3952" y="5667"/>
                    <a:pt x="4104" y="5819"/>
                  </a:cubicBezTo>
                  <a:cubicBezTo>
                    <a:pt x="4226" y="5971"/>
                    <a:pt x="4317" y="6123"/>
                    <a:pt x="4378" y="6214"/>
                  </a:cubicBezTo>
                  <a:cubicBezTo>
                    <a:pt x="4439" y="6336"/>
                    <a:pt x="4439" y="6427"/>
                    <a:pt x="4378" y="6518"/>
                  </a:cubicBezTo>
                  <a:cubicBezTo>
                    <a:pt x="4294" y="6644"/>
                    <a:pt x="4181" y="6712"/>
                    <a:pt x="4029" y="6712"/>
                  </a:cubicBezTo>
                  <a:cubicBezTo>
                    <a:pt x="3961" y="6712"/>
                    <a:pt x="3885" y="6698"/>
                    <a:pt x="3800" y="6670"/>
                  </a:cubicBezTo>
                  <a:cubicBezTo>
                    <a:pt x="3557" y="6609"/>
                    <a:pt x="3253" y="6488"/>
                    <a:pt x="2889" y="6275"/>
                  </a:cubicBezTo>
                  <a:cubicBezTo>
                    <a:pt x="2706" y="6153"/>
                    <a:pt x="2554" y="6032"/>
                    <a:pt x="2463" y="5910"/>
                  </a:cubicBezTo>
                  <a:cubicBezTo>
                    <a:pt x="2341" y="5789"/>
                    <a:pt x="2250" y="5667"/>
                    <a:pt x="2220" y="5576"/>
                  </a:cubicBezTo>
                  <a:cubicBezTo>
                    <a:pt x="2159" y="5454"/>
                    <a:pt x="2129" y="5363"/>
                    <a:pt x="2098" y="5272"/>
                  </a:cubicBezTo>
                  <a:cubicBezTo>
                    <a:pt x="2068" y="5181"/>
                    <a:pt x="2068" y="5120"/>
                    <a:pt x="2068" y="5090"/>
                  </a:cubicBezTo>
                  <a:cubicBezTo>
                    <a:pt x="2037" y="5029"/>
                    <a:pt x="2007" y="4968"/>
                    <a:pt x="1946" y="4907"/>
                  </a:cubicBezTo>
                  <a:cubicBezTo>
                    <a:pt x="1916" y="4846"/>
                    <a:pt x="1855" y="4786"/>
                    <a:pt x="1764" y="4755"/>
                  </a:cubicBezTo>
                  <a:lnTo>
                    <a:pt x="487" y="3965"/>
                  </a:lnTo>
                  <a:cubicBezTo>
                    <a:pt x="472" y="3950"/>
                    <a:pt x="449" y="3942"/>
                    <a:pt x="423" y="3942"/>
                  </a:cubicBezTo>
                  <a:cubicBezTo>
                    <a:pt x="396" y="3942"/>
                    <a:pt x="366" y="3950"/>
                    <a:pt x="335" y="3965"/>
                  </a:cubicBezTo>
                  <a:cubicBezTo>
                    <a:pt x="275" y="3965"/>
                    <a:pt x="214" y="3995"/>
                    <a:pt x="183" y="4056"/>
                  </a:cubicBezTo>
                  <a:cubicBezTo>
                    <a:pt x="92" y="4239"/>
                    <a:pt x="31" y="4451"/>
                    <a:pt x="1" y="4694"/>
                  </a:cubicBezTo>
                  <a:cubicBezTo>
                    <a:pt x="1" y="4938"/>
                    <a:pt x="31" y="5181"/>
                    <a:pt x="123" y="5454"/>
                  </a:cubicBezTo>
                  <a:cubicBezTo>
                    <a:pt x="214" y="5697"/>
                    <a:pt x="335" y="5971"/>
                    <a:pt x="518" y="6245"/>
                  </a:cubicBezTo>
                  <a:cubicBezTo>
                    <a:pt x="700" y="6518"/>
                    <a:pt x="913" y="6792"/>
                    <a:pt x="1186" y="7035"/>
                  </a:cubicBezTo>
                  <a:lnTo>
                    <a:pt x="791" y="7704"/>
                  </a:lnTo>
                  <a:cubicBezTo>
                    <a:pt x="761" y="7764"/>
                    <a:pt x="761" y="7825"/>
                    <a:pt x="761" y="7916"/>
                  </a:cubicBezTo>
                  <a:cubicBezTo>
                    <a:pt x="791" y="8008"/>
                    <a:pt x="852" y="8068"/>
                    <a:pt x="913" y="8099"/>
                  </a:cubicBezTo>
                  <a:lnTo>
                    <a:pt x="2159" y="8859"/>
                  </a:lnTo>
                  <a:cubicBezTo>
                    <a:pt x="2212" y="8894"/>
                    <a:pt x="2255" y="8909"/>
                    <a:pt x="2300" y="8909"/>
                  </a:cubicBezTo>
                  <a:cubicBezTo>
                    <a:pt x="2332" y="8909"/>
                    <a:pt x="2364" y="8902"/>
                    <a:pt x="2402" y="8889"/>
                  </a:cubicBezTo>
                  <a:cubicBezTo>
                    <a:pt x="2463" y="8889"/>
                    <a:pt x="2524" y="8828"/>
                    <a:pt x="2585" y="8767"/>
                  </a:cubicBezTo>
                  <a:lnTo>
                    <a:pt x="2949" y="8129"/>
                  </a:lnTo>
                  <a:cubicBezTo>
                    <a:pt x="3284" y="8281"/>
                    <a:pt x="3618" y="8372"/>
                    <a:pt x="3952" y="8433"/>
                  </a:cubicBezTo>
                  <a:cubicBezTo>
                    <a:pt x="4120" y="8463"/>
                    <a:pt x="4279" y="8479"/>
                    <a:pt x="4431" y="8479"/>
                  </a:cubicBezTo>
                  <a:cubicBezTo>
                    <a:pt x="4583" y="8479"/>
                    <a:pt x="4727" y="8463"/>
                    <a:pt x="4864" y="8433"/>
                  </a:cubicBezTo>
                  <a:cubicBezTo>
                    <a:pt x="5138" y="8403"/>
                    <a:pt x="5381" y="8312"/>
                    <a:pt x="5624" y="8160"/>
                  </a:cubicBezTo>
                  <a:cubicBezTo>
                    <a:pt x="5837" y="8008"/>
                    <a:pt x="6019" y="7795"/>
                    <a:pt x="6171" y="7552"/>
                  </a:cubicBezTo>
                  <a:cubicBezTo>
                    <a:pt x="6354" y="7278"/>
                    <a:pt x="6445" y="7004"/>
                    <a:pt x="6475" y="6761"/>
                  </a:cubicBezTo>
                  <a:cubicBezTo>
                    <a:pt x="6506" y="6488"/>
                    <a:pt x="6475" y="6245"/>
                    <a:pt x="6384" y="5971"/>
                  </a:cubicBezTo>
                  <a:cubicBezTo>
                    <a:pt x="6323" y="5728"/>
                    <a:pt x="6171" y="5454"/>
                    <a:pt x="5959" y="5181"/>
                  </a:cubicBezTo>
                  <a:cubicBezTo>
                    <a:pt x="5746" y="4938"/>
                    <a:pt x="5503" y="4664"/>
                    <a:pt x="5199" y="4390"/>
                  </a:cubicBezTo>
                  <a:cubicBezTo>
                    <a:pt x="4864" y="4117"/>
                    <a:pt x="4621" y="3874"/>
                    <a:pt x="4408" y="3661"/>
                  </a:cubicBezTo>
                  <a:cubicBezTo>
                    <a:pt x="4196" y="3479"/>
                    <a:pt x="4013" y="3327"/>
                    <a:pt x="3922" y="3175"/>
                  </a:cubicBezTo>
                  <a:cubicBezTo>
                    <a:pt x="3800" y="3053"/>
                    <a:pt x="3740" y="2931"/>
                    <a:pt x="3709" y="2840"/>
                  </a:cubicBezTo>
                  <a:cubicBezTo>
                    <a:pt x="3679" y="2719"/>
                    <a:pt x="3679" y="2628"/>
                    <a:pt x="3740" y="2536"/>
                  </a:cubicBezTo>
                  <a:cubicBezTo>
                    <a:pt x="3800" y="2445"/>
                    <a:pt x="3861" y="2415"/>
                    <a:pt x="3952" y="2384"/>
                  </a:cubicBezTo>
                  <a:cubicBezTo>
                    <a:pt x="4044" y="2354"/>
                    <a:pt x="4135" y="2354"/>
                    <a:pt x="4256" y="2354"/>
                  </a:cubicBezTo>
                  <a:cubicBezTo>
                    <a:pt x="4348" y="2384"/>
                    <a:pt x="4469" y="2415"/>
                    <a:pt x="4591" y="2476"/>
                  </a:cubicBezTo>
                  <a:cubicBezTo>
                    <a:pt x="4712" y="2536"/>
                    <a:pt x="4834" y="2597"/>
                    <a:pt x="4955" y="2658"/>
                  </a:cubicBezTo>
                  <a:cubicBezTo>
                    <a:pt x="5107" y="2780"/>
                    <a:pt x="5259" y="2871"/>
                    <a:pt x="5351" y="2962"/>
                  </a:cubicBezTo>
                  <a:cubicBezTo>
                    <a:pt x="5442" y="3083"/>
                    <a:pt x="5533" y="3175"/>
                    <a:pt x="5563" y="3266"/>
                  </a:cubicBezTo>
                  <a:cubicBezTo>
                    <a:pt x="5624" y="3357"/>
                    <a:pt x="5655" y="3448"/>
                    <a:pt x="5685" y="3509"/>
                  </a:cubicBezTo>
                  <a:cubicBezTo>
                    <a:pt x="5685" y="3570"/>
                    <a:pt x="5715" y="3631"/>
                    <a:pt x="5715" y="3661"/>
                  </a:cubicBezTo>
                  <a:cubicBezTo>
                    <a:pt x="5746" y="3722"/>
                    <a:pt x="5776" y="3813"/>
                    <a:pt x="5807" y="3843"/>
                  </a:cubicBezTo>
                  <a:cubicBezTo>
                    <a:pt x="5867" y="3904"/>
                    <a:pt x="5928" y="3965"/>
                    <a:pt x="6019" y="4026"/>
                  </a:cubicBezTo>
                  <a:lnTo>
                    <a:pt x="7266" y="4786"/>
                  </a:lnTo>
                  <a:cubicBezTo>
                    <a:pt x="7326" y="4816"/>
                    <a:pt x="7387" y="4816"/>
                    <a:pt x="7448" y="4816"/>
                  </a:cubicBezTo>
                  <a:cubicBezTo>
                    <a:pt x="7509" y="4816"/>
                    <a:pt x="7569" y="4755"/>
                    <a:pt x="7600" y="4725"/>
                  </a:cubicBezTo>
                  <a:cubicBezTo>
                    <a:pt x="7661" y="4542"/>
                    <a:pt x="7721" y="4360"/>
                    <a:pt x="7721" y="4147"/>
                  </a:cubicBezTo>
                  <a:cubicBezTo>
                    <a:pt x="7721" y="3904"/>
                    <a:pt x="7691" y="3661"/>
                    <a:pt x="7600" y="3418"/>
                  </a:cubicBezTo>
                  <a:cubicBezTo>
                    <a:pt x="7539" y="3175"/>
                    <a:pt x="7418" y="2901"/>
                    <a:pt x="7235" y="2658"/>
                  </a:cubicBezTo>
                  <a:cubicBezTo>
                    <a:pt x="7083" y="2384"/>
                    <a:pt x="6870" y="2141"/>
                    <a:pt x="6627" y="1898"/>
                  </a:cubicBezTo>
                  <a:lnTo>
                    <a:pt x="7022" y="1229"/>
                  </a:lnTo>
                  <a:cubicBezTo>
                    <a:pt x="7053" y="1138"/>
                    <a:pt x="7083" y="1077"/>
                    <a:pt x="7053" y="986"/>
                  </a:cubicBezTo>
                  <a:cubicBezTo>
                    <a:pt x="7022" y="925"/>
                    <a:pt x="6962" y="865"/>
                    <a:pt x="6901" y="804"/>
                  </a:cubicBezTo>
                  <a:lnTo>
                    <a:pt x="5655" y="44"/>
                  </a:lnTo>
                  <a:cubicBezTo>
                    <a:pt x="5590" y="22"/>
                    <a:pt x="5541" y="1"/>
                    <a:pt x="54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2309;p67">
              <a:extLst>
                <a:ext uri="{FF2B5EF4-FFF2-40B4-BE49-F238E27FC236}">
                  <a16:creationId xmlns:a16="http://schemas.microsoft.com/office/drawing/2014/main" id="{35089C28-C262-93A4-3A9A-9B67E3FEB46B}"/>
                </a:ext>
              </a:extLst>
            </p:cNvPr>
            <p:cNvSpPr/>
            <p:nvPr/>
          </p:nvSpPr>
          <p:spPr>
            <a:xfrm>
              <a:off x="3015006" y="3332353"/>
              <a:ext cx="501982" cy="732124"/>
            </a:xfrm>
            <a:custGeom>
              <a:avLst/>
              <a:gdLst/>
              <a:ahLst/>
              <a:cxnLst/>
              <a:rect l="l" t="t" r="r" b="b"/>
              <a:pathLst>
                <a:path w="15746" h="22965" extrusionOk="0">
                  <a:moveTo>
                    <a:pt x="10609" y="0"/>
                  </a:moveTo>
                  <a:lnTo>
                    <a:pt x="8603" y="456"/>
                  </a:lnTo>
                  <a:cubicBezTo>
                    <a:pt x="3223" y="1702"/>
                    <a:pt x="1" y="7690"/>
                    <a:pt x="1399" y="13830"/>
                  </a:cubicBezTo>
                  <a:cubicBezTo>
                    <a:pt x="2651" y="19238"/>
                    <a:pt x="7031" y="22964"/>
                    <a:pt x="11716" y="22964"/>
                  </a:cubicBezTo>
                  <a:cubicBezTo>
                    <a:pt x="12377" y="22964"/>
                    <a:pt x="13044" y="22890"/>
                    <a:pt x="13709" y="22736"/>
                  </a:cubicBezTo>
                  <a:lnTo>
                    <a:pt x="15746" y="22250"/>
                  </a:lnTo>
                  <a:lnTo>
                    <a:pt x="10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2310;p67">
              <a:extLst>
                <a:ext uri="{FF2B5EF4-FFF2-40B4-BE49-F238E27FC236}">
                  <a16:creationId xmlns:a16="http://schemas.microsoft.com/office/drawing/2014/main" id="{0BB3D317-56E7-4BD2-ADC3-29E4FC3BF4D6}"/>
                </a:ext>
              </a:extLst>
            </p:cNvPr>
            <p:cNvSpPr/>
            <p:nvPr/>
          </p:nvSpPr>
          <p:spPr>
            <a:xfrm>
              <a:off x="3093497" y="3322151"/>
              <a:ext cx="711307" cy="724569"/>
            </a:xfrm>
            <a:custGeom>
              <a:avLst/>
              <a:gdLst/>
              <a:ahLst/>
              <a:cxnLst/>
              <a:rect l="l" t="t" r="r" b="b"/>
              <a:pathLst>
                <a:path w="22312" h="22728" extrusionOk="0">
                  <a:moveTo>
                    <a:pt x="10596" y="1"/>
                  </a:moveTo>
                  <a:cubicBezTo>
                    <a:pt x="9935" y="1"/>
                    <a:pt x="9268" y="75"/>
                    <a:pt x="8603" y="229"/>
                  </a:cubicBezTo>
                  <a:cubicBezTo>
                    <a:pt x="3223" y="1475"/>
                    <a:pt x="1" y="7463"/>
                    <a:pt x="1399" y="13603"/>
                  </a:cubicBezTo>
                  <a:cubicBezTo>
                    <a:pt x="2654" y="18998"/>
                    <a:pt x="7055" y="22727"/>
                    <a:pt x="11754" y="22727"/>
                  </a:cubicBezTo>
                  <a:cubicBezTo>
                    <a:pt x="12403" y="22727"/>
                    <a:pt x="13057" y="22656"/>
                    <a:pt x="13709" y="22509"/>
                  </a:cubicBezTo>
                  <a:cubicBezTo>
                    <a:pt x="19089" y="21263"/>
                    <a:pt x="22311" y="15275"/>
                    <a:pt x="20883" y="9135"/>
                  </a:cubicBezTo>
                  <a:cubicBezTo>
                    <a:pt x="19657" y="3727"/>
                    <a:pt x="15280" y="1"/>
                    <a:pt x="1059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2311;p67">
              <a:extLst>
                <a:ext uri="{FF2B5EF4-FFF2-40B4-BE49-F238E27FC236}">
                  <a16:creationId xmlns:a16="http://schemas.microsoft.com/office/drawing/2014/main" id="{BC091E96-9E18-D5CE-002A-1D02C6536A3F}"/>
                </a:ext>
              </a:extLst>
            </p:cNvPr>
            <p:cNvSpPr/>
            <p:nvPr/>
          </p:nvSpPr>
          <p:spPr>
            <a:xfrm>
              <a:off x="3181680" y="3402906"/>
              <a:ext cx="533958" cy="562427"/>
            </a:xfrm>
            <a:custGeom>
              <a:avLst/>
              <a:gdLst/>
              <a:ahLst/>
              <a:cxnLst/>
              <a:rect l="l" t="t" r="r" b="b"/>
              <a:pathLst>
                <a:path w="16749" h="17642" extrusionOk="0">
                  <a:moveTo>
                    <a:pt x="7791" y="0"/>
                  </a:moveTo>
                  <a:cubicBezTo>
                    <a:pt x="7323" y="0"/>
                    <a:pt x="6853" y="51"/>
                    <a:pt x="6384" y="158"/>
                  </a:cubicBezTo>
                  <a:cubicBezTo>
                    <a:pt x="2372" y="1070"/>
                    <a:pt x="1" y="5720"/>
                    <a:pt x="1125" y="10492"/>
                  </a:cubicBezTo>
                  <a:cubicBezTo>
                    <a:pt x="2092" y="14707"/>
                    <a:pt x="5429" y="17641"/>
                    <a:pt x="8959" y="17641"/>
                  </a:cubicBezTo>
                  <a:cubicBezTo>
                    <a:pt x="9426" y="17641"/>
                    <a:pt x="9897" y="17590"/>
                    <a:pt x="10366" y="17483"/>
                  </a:cubicBezTo>
                  <a:cubicBezTo>
                    <a:pt x="14378" y="16572"/>
                    <a:pt x="16749" y="11921"/>
                    <a:pt x="15654" y="7149"/>
                  </a:cubicBezTo>
                  <a:cubicBezTo>
                    <a:pt x="14688" y="2934"/>
                    <a:pt x="11327" y="0"/>
                    <a:pt x="77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2312;p67">
              <a:extLst>
                <a:ext uri="{FF2B5EF4-FFF2-40B4-BE49-F238E27FC236}">
                  <a16:creationId xmlns:a16="http://schemas.microsoft.com/office/drawing/2014/main" id="{940F2540-FE8F-8E50-5405-28D07CCADADA}"/>
                </a:ext>
              </a:extLst>
            </p:cNvPr>
            <p:cNvSpPr/>
            <p:nvPr/>
          </p:nvSpPr>
          <p:spPr>
            <a:xfrm>
              <a:off x="3390022" y="3408899"/>
              <a:ext cx="325622" cy="556434"/>
            </a:xfrm>
            <a:custGeom>
              <a:avLst/>
              <a:gdLst/>
              <a:ahLst/>
              <a:cxnLst/>
              <a:rect l="l" t="t" r="r" b="b"/>
              <a:pathLst>
                <a:path w="10214" h="17454" extrusionOk="0">
                  <a:moveTo>
                    <a:pt x="2828" y="0"/>
                  </a:moveTo>
                  <a:cubicBezTo>
                    <a:pt x="5350" y="973"/>
                    <a:pt x="7509" y="3465"/>
                    <a:pt x="8238" y="6687"/>
                  </a:cubicBezTo>
                  <a:cubicBezTo>
                    <a:pt x="9332" y="11459"/>
                    <a:pt x="6961" y="16080"/>
                    <a:pt x="2949" y="17022"/>
                  </a:cubicBezTo>
                  <a:cubicBezTo>
                    <a:pt x="2483" y="17121"/>
                    <a:pt x="2017" y="17167"/>
                    <a:pt x="1558" y="17167"/>
                  </a:cubicBezTo>
                  <a:cubicBezTo>
                    <a:pt x="1027" y="17167"/>
                    <a:pt x="505" y="17105"/>
                    <a:pt x="1" y="16991"/>
                  </a:cubicBezTo>
                  <a:lnTo>
                    <a:pt x="1" y="16991"/>
                  </a:lnTo>
                  <a:cubicBezTo>
                    <a:pt x="786" y="17286"/>
                    <a:pt x="1609" y="17454"/>
                    <a:pt x="2446" y="17454"/>
                  </a:cubicBezTo>
                  <a:cubicBezTo>
                    <a:pt x="2905" y="17454"/>
                    <a:pt x="3368" y="17403"/>
                    <a:pt x="3831" y="17295"/>
                  </a:cubicBezTo>
                  <a:cubicBezTo>
                    <a:pt x="7843" y="16384"/>
                    <a:pt x="10214" y="11733"/>
                    <a:pt x="9119" y="6961"/>
                  </a:cubicBezTo>
                  <a:cubicBezTo>
                    <a:pt x="8299" y="3374"/>
                    <a:pt x="5746" y="699"/>
                    <a:pt x="2828"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2313;p67">
              <a:extLst>
                <a:ext uri="{FF2B5EF4-FFF2-40B4-BE49-F238E27FC236}">
                  <a16:creationId xmlns:a16="http://schemas.microsoft.com/office/drawing/2014/main" id="{C43990C5-DC6C-9A15-A375-A0B1F6BB8B53}"/>
                </a:ext>
              </a:extLst>
            </p:cNvPr>
            <p:cNvSpPr/>
            <p:nvPr/>
          </p:nvSpPr>
          <p:spPr>
            <a:xfrm>
              <a:off x="3329958" y="3497401"/>
              <a:ext cx="256825" cy="343124"/>
            </a:xfrm>
            <a:custGeom>
              <a:avLst/>
              <a:gdLst/>
              <a:ahLst/>
              <a:cxnLst/>
              <a:rect l="l" t="t" r="r" b="b"/>
              <a:pathLst>
                <a:path w="8056" h="10763" extrusionOk="0">
                  <a:moveTo>
                    <a:pt x="3111" y="1"/>
                  </a:moveTo>
                  <a:cubicBezTo>
                    <a:pt x="3080" y="1"/>
                    <a:pt x="3047" y="8"/>
                    <a:pt x="3009" y="21"/>
                  </a:cubicBezTo>
                  <a:lnTo>
                    <a:pt x="1520" y="477"/>
                  </a:lnTo>
                  <a:cubicBezTo>
                    <a:pt x="1429" y="507"/>
                    <a:pt x="1368" y="537"/>
                    <a:pt x="1338" y="629"/>
                  </a:cubicBezTo>
                  <a:cubicBezTo>
                    <a:pt x="1277" y="720"/>
                    <a:pt x="1277" y="781"/>
                    <a:pt x="1307" y="872"/>
                  </a:cubicBezTo>
                  <a:lnTo>
                    <a:pt x="1550" y="1723"/>
                  </a:lnTo>
                  <a:cubicBezTo>
                    <a:pt x="1246" y="1905"/>
                    <a:pt x="973" y="2118"/>
                    <a:pt x="760" y="2361"/>
                  </a:cubicBezTo>
                  <a:cubicBezTo>
                    <a:pt x="517" y="2604"/>
                    <a:pt x="365" y="2848"/>
                    <a:pt x="243" y="3091"/>
                  </a:cubicBezTo>
                  <a:cubicBezTo>
                    <a:pt x="122" y="3364"/>
                    <a:pt x="31" y="3638"/>
                    <a:pt x="0" y="3911"/>
                  </a:cubicBezTo>
                  <a:cubicBezTo>
                    <a:pt x="0" y="4185"/>
                    <a:pt x="31" y="4459"/>
                    <a:pt x="91" y="4732"/>
                  </a:cubicBezTo>
                  <a:cubicBezTo>
                    <a:pt x="304" y="5370"/>
                    <a:pt x="639" y="5857"/>
                    <a:pt x="1125" y="6130"/>
                  </a:cubicBezTo>
                  <a:cubicBezTo>
                    <a:pt x="1504" y="6343"/>
                    <a:pt x="1993" y="6464"/>
                    <a:pt x="2578" y="6464"/>
                  </a:cubicBezTo>
                  <a:cubicBezTo>
                    <a:pt x="2745" y="6464"/>
                    <a:pt x="2919" y="6454"/>
                    <a:pt x="3101" y="6434"/>
                  </a:cubicBezTo>
                  <a:cubicBezTo>
                    <a:pt x="3557" y="6404"/>
                    <a:pt x="3921" y="6373"/>
                    <a:pt x="4256" y="6343"/>
                  </a:cubicBezTo>
                  <a:cubicBezTo>
                    <a:pt x="4590" y="6313"/>
                    <a:pt x="4864" y="6282"/>
                    <a:pt x="5076" y="6282"/>
                  </a:cubicBezTo>
                  <a:cubicBezTo>
                    <a:pt x="5289" y="6282"/>
                    <a:pt x="5471" y="6313"/>
                    <a:pt x="5593" y="6373"/>
                  </a:cubicBezTo>
                  <a:cubicBezTo>
                    <a:pt x="5715" y="6404"/>
                    <a:pt x="5806" y="6495"/>
                    <a:pt x="5836" y="6617"/>
                  </a:cubicBezTo>
                  <a:cubicBezTo>
                    <a:pt x="5897" y="6829"/>
                    <a:pt x="5806" y="7042"/>
                    <a:pt x="5563" y="7194"/>
                  </a:cubicBezTo>
                  <a:cubicBezTo>
                    <a:pt x="5319" y="7376"/>
                    <a:pt x="4985" y="7528"/>
                    <a:pt x="4590" y="7650"/>
                  </a:cubicBezTo>
                  <a:cubicBezTo>
                    <a:pt x="4377" y="7711"/>
                    <a:pt x="4164" y="7741"/>
                    <a:pt x="3982" y="7741"/>
                  </a:cubicBezTo>
                  <a:cubicBezTo>
                    <a:pt x="3830" y="7741"/>
                    <a:pt x="3678" y="7711"/>
                    <a:pt x="3557" y="7680"/>
                  </a:cubicBezTo>
                  <a:cubicBezTo>
                    <a:pt x="3435" y="7620"/>
                    <a:pt x="3313" y="7589"/>
                    <a:pt x="3253" y="7528"/>
                  </a:cubicBezTo>
                  <a:cubicBezTo>
                    <a:pt x="3161" y="7498"/>
                    <a:pt x="3101" y="7468"/>
                    <a:pt x="3070" y="7437"/>
                  </a:cubicBezTo>
                  <a:cubicBezTo>
                    <a:pt x="2979" y="7407"/>
                    <a:pt x="2918" y="7376"/>
                    <a:pt x="2827" y="7376"/>
                  </a:cubicBezTo>
                  <a:cubicBezTo>
                    <a:pt x="2809" y="7368"/>
                    <a:pt x="2789" y="7364"/>
                    <a:pt x="2767" y="7364"/>
                  </a:cubicBezTo>
                  <a:cubicBezTo>
                    <a:pt x="2713" y="7364"/>
                    <a:pt x="2648" y="7385"/>
                    <a:pt x="2584" y="7407"/>
                  </a:cubicBezTo>
                  <a:lnTo>
                    <a:pt x="1064" y="7863"/>
                  </a:lnTo>
                  <a:cubicBezTo>
                    <a:pt x="1003" y="7893"/>
                    <a:pt x="973" y="7924"/>
                    <a:pt x="943" y="7984"/>
                  </a:cubicBezTo>
                  <a:cubicBezTo>
                    <a:pt x="912" y="8045"/>
                    <a:pt x="882" y="8106"/>
                    <a:pt x="912" y="8197"/>
                  </a:cubicBezTo>
                  <a:cubicBezTo>
                    <a:pt x="1003" y="8410"/>
                    <a:pt x="1125" y="8653"/>
                    <a:pt x="1307" y="8835"/>
                  </a:cubicBezTo>
                  <a:cubicBezTo>
                    <a:pt x="1490" y="9048"/>
                    <a:pt x="1733" y="9200"/>
                    <a:pt x="2006" y="9322"/>
                  </a:cubicBezTo>
                  <a:cubicBezTo>
                    <a:pt x="2280" y="9474"/>
                    <a:pt x="2584" y="9565"/>
                    <a:pt x="2918" y="9626"/>
                  </a:cubicBezTo>
                  <a:cubicBezTo>
                    <a:pt x="3163" y="9670"/>
                    <a:pt x="3424" y="9698"/>
                    <a:pt x="3701" y="9698"/>
                  </a:cubicBezTo>
                  <a:cubicBezTo>
                    <a:pt x="3803" y="9698"/>
                    <a:pt x="3907" y="9695"/>
                    <a:pt x="4012" y="9687"/>
                  </a:cubicBezTo>
                  <a:lnTo>
                    <a:pt x="4256" y="10538"/>
                  </a:lnTo>
                  <a:cubicBezTo>
                    <a:pt x="4286" y="10629"/>
                    <a:pt x="4347" y="10690"/>
                    <a:pt x="4438" y="10720"/>
                  </a:cubicBezTo>
                  <a:cubicBezTo>
                    <a:pt x="4481" y="10741"/>
                    <a:pt x="4539" y="10763"/>
                    <a:pt x="4602" y="10763"/>
                  </a:cubicBezTo>
                  <a:cubicBezTo>
                    <a:pt x="4628" y="10763"/>
                    <a:pt x="4654" y="10759"/>
                    <a:pt x="4681" y="10750"/>
                  </a:cubicBezTo>
                  <a:lnTo>
                    <a:pt x="6171" y="10294"/>
                  </a:lnTo>
                  <a:cubicBezTo>
                    <a:pt x="6262" y="10264"/>
                    <a:pt x="6323" y="10203"/>
                    <a:pt x="6353" y="10112"/>
                  </a:cubicBezTo>
                  <a:cubicBezTo>
                    <a:pt x="6414" y="10051"/>
                    <a:pt x="6414" y="9960"/>
                    <a:pt x="6383" y="9869"/>
                  </a:cubicBezTo>
                  <a:lnTo>
                    <a:pt x="6140" y="9079"/>
                  </a:lnTo>
                  <a:cubicBezTo>
                    <a:pt x="6475" y="8896"/>
                    <a:pt x="6809" y="8683"/>
                    <a:pt x="7082" y="8471"/>
                  </a:cubicBezTo>
                  <a:cubicBezTo>
                    <a:pt x="7326" y="8228"/>
                    <a:pt x="7538" y="7984"/>
                    <a:pt x="7721" y="7711"/>
                  </a:cubicBezTo>
                  <a:cubicBezTo>
                    <a:pt x="7873" y="7437"/>
                    <a:pt x="7964" y="7133"/>
                    <a:pt x="7994" y="6829"/>
                  </a:cubicBezTo>
                  <a:cubicBezTo>
                    <a:pt x="8055" y="6525"/>
                    <a:pt x="8025" y="6221"/>
                    <a:pt x="7934" y="5887"/>
                  </a:cubicBezTo>
                  <a:cubicBezTo>
                    <a:pt x="7812" y="5553"/>
                    <a:pt x="7660" y="5249"/>
                    <a:pt x="7478" y="5006"/>
                  </a:cubicBezTo>
                  <a:cubicBezTo>
                    <a:pt x="7295" y="4793"/>
                    <a:pt x="7082" y="4610"/>
                    <a:pt x="6809" y="4489"/>
                  </a:cubicBezTo>
                  <a:cubicBezTo>
                    <a:pt x="6535" y="4337"/>
                    <a:pt x="6231" y="4276"/>
                    <a:pt x="5867" y="4246"/>
                  </a:cubicBezTo>
                  <a:cubicBezTo>
                    <a:pt x="5725" y="4220"/>
                    <a:pt x="5568" y="4211"/>
                    <a:pt x="5401" y="4211"/>
                  </a:cubicBezTo>
                  <a:cubicBezTo>
                    <a:pt x="5173" y="4211"/>
                    <a:pt x="4927" y="4228"/>
                    <a:pt x="4681" y="4246"/>
                  </a:cubicBezTo>
                  <a:cubicBezTo>
                    <a:pt x="4225" y="4307"/>
                    <a:pt x="3860" y="4337"/>
                    <a:pt x="3557" y="4367"/>
                  </a:cubicBezTo>
                  <a:cubicBezTo>
                    <a:pt x="3354" y="4367"/>
                    <a:pt x="3178" y="4381"/>
                    <a:pt x="3030" y="4381"/>
                  </a:cubicBezTo>
                  <a:cubicBezTo>
                    <a:pt x="2955" y="4381"/>
                    <a:pt x="2888" y="4377"/>
                    <a:pt x="2827" y="4367"/>
                  </a:cubicBezTo>
                  <a:cubicBezTo>
                    <a:pt x="2645" y="4367"/>
                    <a:pt x="2493" y="4337"/>
                    <a:pt x="2402" y="4276"/>
                  </a:cubicBezTo>
                  <a:cubicBezTo>
                    <a:pt x="2280" y="4215"/>
                    <a:pt x="2219" y="4124"/>
                    <a:pt x="2189" y="4033"/>
                  </a:cubicBezTo>
                  <a:cubicBezTo>
                    <a:pt x="2158" y="3911"/>
                    <a:pt x="2158" y="3820"/>
                    <a:pt x="2219" y="3699"/>
                  </a:cubicBezTo>
                  <a:cubicBezTo>
                    <a:pt x="2250" y="3607"/>
                    <a:pt x="2310" y="3516"/>
                    <a:pt x="2402" y="3455"/>
                  </a:cubicBezTo>
                  <a:cubicBezTo>
                    <a:pt x="2493" y="3395"/>
                    <a:pt x="2614" y="3303"/>
                    <a:pt x="2736" y="3243"/>
                  </a:cubicBezTo>
                  <a:cubicBezTo>
                    <a:pt x="2857" y="3182"/>
                    <a:pt x="2979" y="3151"/>
                    <a:pt x="3131" y="3091"/>
                  </a:cubicBezTo>
                  <a:cubicBezTo>
                    <a:pt x="3344" y="3030"/>
                    <a:pt x="3496" y="3000"/>
                    <a:pt x="3648" y="3000"/>
                  </a:cubicBezTo>
                  <a:cubicBezTo>
                    <a:pt x="3800" y="3000"/>
                    <a:pt x="3921" y="3030"/>
                    <a:pt x="4043" y="3060"/>
                  </a:cubicBezTo>
                  <a:cubicBezTo>
                    <a:pt x="4164" y="3091"/>
                    <a:pt x="4225" y="3121"/>
                    <a:pt x="4316" y="3151"/>
                  </a:cubicBezTo>
                  <a:cubicBezTo>
                    <a:pt x="4377" y="3182"/>
                    <a:pt x="4408" y="3212"/>
                    <a:pt x="4438" y="3243"/>
                  </a:cubicBezTo>
                  <a:cubicBezTo>
                    <a:pt x="4529" y="3273"/>
                    <a:pt x="4620" y="3303"/>
                    <a:pt x="4681" y="3303"/>
                  </a:cubicBezTo>
                  <a:cubicBezTo>
                    <a:pt x="4772" y="3303"/>
                    <a:pt x="4864" y="3303"/>
                    <a:pt x="4955" y="3273"/>
                  </a:cubicBezTo>
                  <a:lnTo>
                    <a:pt x="6444" y="2817"/>
                  </a:lnTo>
                  <a:cubicBezTo>
                    <a:pt x="6505" y="2787"/>
                    <a:pt x="6566" y="2756"/>
                    <a:pt x="6596" y="2696"/>
                  </a:cubicBezTo>
                  <a:cubicBezTo>
                    <a:pt x="6627" y="2635"/>
                    <a:pt x="6627" y="2544"/>
                    <a:pt x="6627" y="2483"/>
                  </a:cubicBezTo>
                  <a:cubicBezTo>
                    <a:pt x="6566" y="2300"/>
                    <a:pt x="6414" y="2118"/>
                    <a:pt x="6262" y="1936"/>
                  </a:cubicBezTo>
                  <a:cubicBezTo>
                    <a:pt x="6079" y="1753"/>
                    <a:pt x="5836" y="1601"/>
                    <a:pt x="5593" y="1449"/>
                  </a:cubicBezTo>
                  <a:cubicBezTo>
                    <a:pt x="5319" y="1328"/>
                    <a:pt x="5046" y="1237"/>
                    <a:pt x="4712" y="1145"/>
                  </a:cubicBezTo>
                  <a:cubicBezTo>
                    <a:pt x="4467" y="1101"/>
                    <a:pt x="4222" y="1073"/>
                    <a:pt x="3965" y="1073"/>
                  </a:cubicBezTo>
                  <a:cubicBezTo>
                    <a:pt x="3871" y="1073"/>
                    <a:pt x="3776" y="1076"/>
                    <a:pt x="3678" y="1085"/>
                  </a:cubicBezTo>
                  <a:lnTo>
                    <a:pt x="3405" y="234"/>
                  </a:lnTo>
                  <a:cubicBezTo>
                    <a:pt x="3374" y="142"/>
                    <a:pt x="3344" y="82"/>
                    <a:pt x="3253" y="51"/>
                  </a:cubicBezTo>
                  <a:cubicBezTo>
                    <a:pt x="3199" y="16"/>
                    <a:pt x="3156" y="1"/>
                    <a:pt x="31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2314;p67">
              <a:extLst>
                <a:ext uri="{FF2B5EF4-FFF2-40B4-BE49-F238E27FC236}">
                  <a16:creationId xmlns:a16="http://schemas.microsoft.com/office/drawing/2014/main" id="{2741B550-FB92-225D-C843-8334E1E80468}"/>
                </a:ext>
              </a:extLst>
            </p:cNvPr>
            <p:cNvSpPr/>
            <p:nvPr/>
          </p:nvSpPr>
          <p:spPr>
            <a:xfrm>
              <a:off x="1102118" y="1918494"/>
              <a:ext cx="40743" cy="83844"/>
            </a:xfrm>
            <a:custGeom>
              <a:avLst/>
              <a:gdLst/>
              <a:ahLst/>
              <a:cxnLst/>
              <a:rect l="l" t="t" r="r" b="b"/>
              <a:pathLst>
                <a:path w="1278" h="2630" extrusionOk="0">
                  <a:moveTo>
                    <a:pt x="426" y="1"/>
                  </a:moveTo>
                  <a:cubicBezTo>
                    <a:pt x="122" y="700"/>
                    <a:pt x="1" y="1460"/>
                    <a:pt x="92" y="2220"/>
                  </a:cubicBezTo>
                  <a:cubicBezTo>
                    <a:pt x="122" y="2341"/>
                    <a:pt x="152" y="2463"/>
                    <a:pt x="213" y="2524"/>
                  </a:cubicBezTo>
                  <a:cubicBezTo>
                    <a:pt x="273" y="2583"/>
                    <a:pt x="358" y="2630"/>
                    <a:pt x="435" y="2630"/>
                  </a:cubicBezTo>
                  <a:cubicBezTo>
                    <a:pt x="477" y="2630"/>
                    <a:pt x="516" y="2616"/>
                    <a:pt x="548" y="2585"/>
                  </a:cubicBezTo>
                  <a:cubicBezTo>
                    <a:pt x="608" y="2524"/>
                    <a:pt x="608" y="2402"/>
                    <a:pt x="639" y="2311"/>
                  </a:cubicBezTo>
                  <a:cubicBezTo>
                    <a:pt x="700" y="1673"/>
                    <a:pt x="1095" y="1095"/>
                    <a:pt x="1277" y="457"/>
                  </a:cubicBezTo>
                  <a:lnTo>
                    <a:pt x="4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2315;p67">
              <a:extLst>
                <a:ext uri="{FF2B5EF4-FFF2-40B4-BE49-F238E27FC236}">
                  <a16:creationId xmlns:a16="http://schemas.microsoft.com/office/drawing/2014/main" id="{21DE339E-BB1E-D224-BF47-095ADDC3C844}"/>
                </a:ext>
              </a:extLst>
            </p:cNvPr>
            <p:cNvSpPr/>
            <p:nvPr/>
          </p:nvSpPr>
          <p:spPr>
            <a:xfrm>
              <a:off x="1163170" y="1440758"/>
              <a:ext cx="752942" cy="383771"/>
            </a:xfrm>
            <a:custGeom>
              <a:avLst/>
              <a:gdLst/>
              <a:ahLst/>
              <a:cxnLst/>
              <a:rect l="l" t="t" r="r" b="b"/>
              <a:pathLst>
                <a:path w="23618" h="12038" extrusionOk="0">
                  <a:moveTo>
                    <a:pt x="17022" y="1"/>
                  </a:moveTo>
                  <a:lnTo>
                    <a:pt x="14742" y="487"/>
                  </a:lnTo>
                  <a:cubicBezTo>
                    <a:pt x="13557" y="670"/>
                    <a:pt x="12220" y="822"/>
                    <a:pt x="11095" y="1308"/>
                  </a:cubicBezTo>
                  <a:cubicBezTo>
                    <a:pt x="8298" y="2493"/>
                    <a:pt x="6171" y="5168"/>
                    <a:pt x="3982" y="7205"/>
                  </a:cubicBezTo>
                  <a:cubicBezTo>
                    <a:pt x="2463" y="8603"/>
                    <a:pt x="943" y="10062"/>
                    <a:pt x="0" y="11916"/>
                  </a:cubicBezTo>
                  <a:cubicBezTo>
                    <a:pt x="31" y="11913"/>
                    <a:pt x="61" y="11912"/>
                    <a:pt x="92" y="11912"/>
                  </a:cubicBezTo>
                  <a:cubicBezTo>
                    <a:pt x="401" y="11912"/>
                    <a:pt x="733" y="12038"/>
                    <a:pt x="1064" y="12038"/>
                  </a:cubicBezTo>
                  <a:cubicBezTo>
                    <a:pt x="1368" y="12007"/>
                    <a:pt x="1642" y="11855"/>
                    <a:pt x="1885" y="11673"/>
                  </a:cubicBezTo>
                  <a:cubicBezTo>
                    <a:pt x="3952" y="10366"/>
                    <a:pt x="5897" y="9363"/>
                    <a:pt x="7873" y="7934"/>
                  </a:cubicBezTo>
                  <a:cubicBezTo>
                    <a:pt x="9727" y="6566"/>
                    <a:pt x="10700" y="5655"/>
                    <a:pt x="11490" y="5563"/>
                  </a:cubicBezTo>
                  <a:lnTo>
                    <a:pt x="23618" y="4135"/>
                  </a:lnTo>
                  <a:cubicBezTo>
                    <a:pt x="22736" y="2554"/>
                    <a:pt x="21581" y="1338"/>
                    <a:pt x="20578" y="882"/>
                  </a:cubicBezTo>
                  <a:cubicBezTo>
                    <a:pt x="18724" y="62"/>
                    <a:pt x="17022" y="1"/>
                    <a:pt x="170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2316;p67">
              <a:extLst>
                <a:ext uri="{FF2B5EF4-FFF2-40B4-BE49-F238E27FC236}">
                  <a16:creationId xmlns:a16="http://schemas.microsoft.com/office/drawing/2014/main" id="{AB9CBD58-D4D7-4773-04A5-C5B9D1018C66}"/>
                </a:ext>
              </a:extLst>
            </p:cNvPr>
            <p:cNvSpPr/>
            <p:nvPr/>
          </p:nvSpPr>
          <p:spPr>
            <a:xfrm>
              <a:off x="1183510" y="1686592"/>
              <a:ext cx="406056" cy="417979"/>
            </a:xfrm>
            <a:custGeom>
              <a:avLst/>
              <a:gdLst/>
              <a:ahLst/>
              <a:cxnLst/>
              <a:rect l="l" t="t" r="r" b="b"/>
              <a:pathLst>
                <a:path w="12737" h="13111" extrusionOk="0">
                  <a:moveTo>
                    <a:pt x="4817" y="1"/>
                  </a:moveTo>
                  <a:cubicBezTo>
                    <a:pt x="3513" y="1"/>
                    <a:pt x="2214" y="388"/>
                    <a:pt x="1095" y="1196"/>
                  </a:cubicBezTo>
                  <a:lnTo>
                    <a:pt x="1" y="1986"/>
                  </a:lnTo>
                  <a:lnTo>
                    <a:pt x="8116" y="13111"/>
                  </a:lnTo>
                  <a:lnTo>
                    <a:pt x="9211" y="12412"/>
                  </a:lnTo>
                  <a:cubicBezTo>
                    <a:pt x="12159" y="10284"/>
                    <a:pt x="12737" y="6059"/>
                    <a:pt x="10487" y="2959"/>
                  </a:cubicBezTo>
                  <a:cubicBezTo>
                    <a:pt x="9092" y="1035"/>
                    <a:pt x="6948" y="1"/>
                    <a:pt x="481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2317;p67">
              <a:extLst>
                <a:ext uri="{FF2B5EF4-FFF2-40B4-BE49-F238E27FC236}">
                  <a16:creationId xmlns:a16="http://schemas.microsoft.com/office/drawing/2014/main" id="{52B90BF6-B903-B7B9-B0CF-18A68E26A643}"/>
                </a:ext>
              </a:extLst>
            </p:cNvPr>
            <p:cNvSpPr/>
            <p:nvPr/>
          </p:nvSpPr>
          <p:spPr>
            <a:xfrm>
              <a:off x="1425773" y="1910747"/>
              <a:ext cx="237442" cy="176392"/>
            </a:xfrm>
            <a:custGeom>
              <a:avLst/>
              <a:gdLst/>
              <a:ahLst/>
              <a:cxnLst/>
              <a:rect l="l" t="t" r="r" b="b"/>
              <a:pathLst>
                <a:path w="7448" h="5533" extrusionOk="0">
                  <a:moveTo>
                    <a:pt x="7265" y="1"/>
                  </a:moveTo>
                  <a:lnTo>
                    <a:pt x="1" y="5259"/>
                  </a:lnTo>
                  <a:lnTo>
                    <a:pt x="213" y="5533"/>
                  </a:lnTo>
                  <a:lnTo>
                    <a:pt x="7448" y="274"/>
                  </a:lnTo>
                  <a:lnTo>
                    <a:pt x="7265" y="1"/>
                  </a:lnTo>
                  <a:close/>
                </a:path>
              </a:pathLst>
            </a:custGeom>
            <a:solidFill>
              <a:srgbClr val="E2A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2318;p67">
              <a:extLst>
                <a:ext uri="{FF2B5EF4-FFF2-40B4-BE49-F238E27FC236}">
                  <a16:creationId xmlns:a16="http://schemas.microsoft.com/office/drawing/2014/main" id="{6F6B4835-E124-F20C-96CC-48974E04F55F}"/>
                </a:ext>
              </a:extLst>
            </p:cNvPr>
            <p:cNvSpPr/>
            <p:nvPr/>
          </p:nvSpPr>
          <p:spPr>
            <a:xfrm>
              <a:off x="1406390" y="1884605"/>
              <a:ext cx="238431" cy="176392"/>
            </a:xfrm>
            <a:custGeom>
              <a:avLst/>
              <a:gdLst/>
              <a:ahLst/>
              <a:cxnLst/>
              <a:rect l="l" t="t" r="r" b="b"/>
              <a:pathLst>
                <a:path w="7479" h="5533" extrusionOk="0">
                  <a:moveTo>
                    <a:pt x="7265" y="0"/>
                  </a:moveTo>
                  <a:lnTo>
                    <a:pt x="1" y="5259"/>
                  </a:lnTo>
                  <a:lnTo>
                    <a:pt x="214" y="5532"/>
                  </a:lnTo>
                  <a:lnTo>
                    <a:pt x="7478" y="274"/>
                  </a:lnTo>
                  <a:lnTo>
                    <a:pt x="7265" y="0"/>
                  </a:lnTo>
                  <a:close/>
                </a:path>
              </a:pathLst>
            </a:custGeom>
            <a:solidFill>
              <a:srgbClr val="E2A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2319;p67">
              <a:extLst>
                <a:ext uri="{FF2B5EF4-FFF2-40B4-BE49-F238E27FC236}">
                  <a16:creationId xmlns:a16="http://schemas.microsoft.com/office/drawing/2014/main" id="{A7C9896F-BDB1-1A42-75DC-D6F86BA4B0E8}"/>
                </a:ext>
              </a:extLst>
            </p:cNvPr>
            <p:cNvSpPr/>
            <p:nvPr/>
          </p:nvSpPr>
          <p:spPr>
            <a:xfrm>
              <a:off x="1082734" y="1703744"/>
              <a:ext cx="482599" cy="434397"/>
            </a:xfrm>
            <a:custGeom>
              <a:avLst/>
              <a:gdLst/>
              <a:ahLst/>
              <a:cxnLst/>
              <a:rect l="l" t="t" r="r" b="b"/>
              <a:pathLst>
                <a:path w="15138" h="13626" extrusionOk="0">
                  <a:moveTo>
                    <a:pt x="7254" y="0"/>
                  </a:moveTo>
                  <a:cubicBezTo>
                    <a:pt x="5937" y="0"/>
                    <a:pt x="4623" y="392"/>
                    <a:pt x="3496" y="1205"/>
                  </a:cubicBezTo>
                  <a:cubicBezTo>
                    <a:pt x="548" y="3333"/>
                    <a:pt x="1" y="7588"/>
                    <a:pt x="2219" y="10688"/>
                  </a:cubicBezTo>
                  <a:cubicBezTo>
                    <a:pt x="3609" y="12604"/>
                    <a:pt x="5741" y="13626"/>
                    <a:pt x="7863" y="13626"/>
                  </a:cubicBezTo>
                  <a:cubicBezTo>
                    <a:pt x="9176" y="13626"/>
                    <a:pt x="10485" y="13234"/>
                    <a:pt x="11612" y="12421"/>
                  </a:cubicBezTo>
                  <a:cubicBezTo>
                    <a:pt x="14560" y="10293"/>
                    <a:pt x="15138" y="6038"/>
                    <a:pt x="12888" y="2938"/>
                  </a:cubicBezTo>
                  <a:cubicBezTo>
                    <a:pt x="11518" y="1022"/>
                    <a:pt x="9381" y="0"/>
                    <a:pt x="7254"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2320;p67">
              <a:extLst>
                <a:ext uri="{FF2B5EF4-FFF2-40B4-BE49-F238E27FC236}">
                  <a16:creationId xmlns:a16="http://schemas.microsoft.com/office/drawing/2014/main" id="{B8F81B1F-475A-FDE2-7E06-6EFF9A1C23DF}"/>
                </a:ext>
              </a:extLst>
            </p:cNvPr>
            <p:cNvSpPr/>
            <p:nvPr/>
          </p:nvSpPr>
          <p:spPr>
            <a:xfrm>
              <a:off x="1141841" y="1754307"/>
              <a:ext cx="364388" cy="333688"/>
            </a:xfrm>
            <a:custGeom>
              <a:avLst/>
              <a:gdLst/>
              <a:ahLst/>
              <a:cxnLst/>
              <a:rect l="l" t="t" r="r" b="b"/>
              <a:pathLst>
                <a:path w="11430" h="10467" extrusionOk="0">
                  <a:moveTo>
                    <a:pt x="5266" y="0"/>
                  </a:moveTo>
                  <a:cubicBezTo>
                    <a:pt x="4307" y="0"/>
                    <a:pt x="3362" y="282"/>
                    <a:pt x="2554" y="865"/>
                  </a:cubicBezTo>
                  <a:cubicBezTo>
                    <a:pt x="365" y="2446"/>
                    <a:pt x="1" y="5698"/>
                    <a:pt x="1733" y="8099"/>
                  </a:cubicBezTo>
                  <a:cubicBezTo>
                    <a:pt x="2827" y="9634"/>
                    <a:pt x="4502" y="10467"/>
                    <a:pt x="6147" y="10467"/>
                  </a:cubicBezTo>
                  <a:cubicBezTo>
                    <a:pt x="7108" y="10467"/>
                    <a:pt x="8058" y="10183"/>
                    <a:pt x="8876" y="9589"/>
                  </a:cubicBezTo>
                  <a:cubicBezTo>
                    <a:pt x="11065" y="8008"/>
                    <a:pt x="11430" y="4756"/>
                    <a:pt x="9697" y="2355"/>
                  </a:cubicBezTo>
                  <a:cubicBezTo>
                    <a:pt x="8585" y="821"/>
                    <a:pt x="6905" y="0"/>
                    <a:pt x="5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2321;p67">
              <a:extLst>
                <a:ext uri="{FF2B5EF4-FFF2-40B4-BE49-F238E27FC236}">
                  <a16:creationId xmlns:a16="http://schemas.microsoft.com/office/drawing/2014/main" id="{B74EF548-3BD5-62A8-C0AF-AB6FAC2B3FF1}"/>
                </a:ext>
              </a:extLst>
            </p:cNvPr>
            <p:cNvSpPr/>
            <p:nvPr/>
          </p:nvSpPr>
          <p:spPr>
            <a:xfrm>
              <a:off x="1151533" y="1828399"/>
              <a:ext cx="322721" cy="259599"/>
            </a:xfrm>
            <a:custGeom>
              <a:avLst/>
              <a:gdLst/>
              <a:ahLst/>
              <a:cxnLst/>
              <a:rect l="l" t="t" r="r" b="b"/>
              <a:pathLst>
                <a:path w="10123" h="8143" extrusionOk="0">
                  <a:moveTo>
                    <a:pt x="943" y="0"/>
                  </a:moveTo>
                  <a:lnTo>
                    <a:pt x="943" y="0"/>
                  </a:lnTo>
                  <a:cubicBezTo>
                    <a:pt x="1" y="1702"/>
                    <a:pt x="122" y="3982"/>
                    <a:pt x="1429" y="5775"/>
                  </a:cubicBezTo>
                  <a:cubicBezTo>
                    <a:pt x="2523" y="7310"/>
                    <a:pt x="4198" y="8143"/>
                    <a:pt x="5843" y="8143"/>
                  </a:cubicBezTo>
                  <a:cubicBezTo>
                    <a:pt x="6804" y="8143"/>
                    <a:pt x="7754" y="7859"/>
                    <a:pt x="8572" y="7265"/>
                  </a:cubicBezTo>
                  <a:cubicBezTo>
                    <a:pt x="9271" y="6748"/>
                    <a:pt x="9788" y="6049"/>
                    <a:pt x="10122" y="5289"/>
                  </a:cubicBezTo>
                  <a:lnTo>
                    <a:pt x="10122" y="5289"/>
                  </a:lnTo>
                  <a:cubicBezTo>
                    <a:pt x="9788" y="5836"/>
                    <a:pt x="9363" y="6322"/>
                    <a:pt x="8815" y="6718"/>
                  </a:cubicBezTo>
                  <a:cubicBezTo>
                    <a:pt x="8006" y="7313"/>
                    <a:pt x="7060" y="7597"/>
                    <a:pt x="6099" y="7597"/>
                  </a:cubicBezTo>
                  <a:cubicBezTo>
                    <a:pt x="4462" y="7597"/>
                    <a:pt x="2784" y="6772"/>
                    <a:pt x="1672" y="5259"/>
                  </a:cubicBezTo>
                  <a:cubicBezTo>
                    <a:pt x="517" y="3617"/>
                    <a:pt x="305" y="1611"/>
                    <a:pt x="94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2322;p67">
              <a:extLst>
                <a:ext uri="{FF2B5EF4-FFF2-40B4-BE49-F238E27FC236}">
                  <a16:creationId xmlns:a16="http://schemas.microsoft.com/office/drawing/2014/main" id="{9C967D92-618B-C499-DDC1-8FF5F74802B5}"/>
                </a:ext>
              </a:extLst>
            </p:cNvPr>
            <p:cNvSpPr/>
            <p:nvPr/>
          </p:nvSpPr>
          <p:spPr>
            <a:xfrm>
              <a:off x="1232925" y="1819281"/>
              <a:ext cx="175436" cy="196572"/>
            </a:xfrm>
            <a:custGeom>
              <a:avLst/>
              <a:gdLst/>
              <a:ahLst/>
              <a:cxnLst/>
              <a:rect l="l" t="t" r="r" b="b"/>
              <a:pathLst>
                <a:path w="5503" h="6166" extrusionOk="0">
                  <a:moveTo>
                    <a:pt x="1534" y="0"/>
                  </a:moveTo>
                  <a:cubicBezTo>
                    <a:pt x="1500" y="0"/>
                    <a:pt x="1473" y="22"/>
                    <a:pt x="1430" y="43"/>
                  </a:cubicBezTo>
                  <a:lnTo>
                    <a:pt x="548" y="560"/>
                  </a:lnTo>
                  <a:cubicBezTo>
                    <a:pt x="487" y="590"/>
                    <a:pt x="457" y="621"/>
                    <a:pt x="426" y="681"/>
                  </a:cubicBezTo>
                  <a:cubicBezTo>
                    <a:pt x="426" y="742"/>
                    <a:pt x="426" y="772"/>
                    <a:pt x="457" y="833"/>
                  </a:cubicBezTo>
                  <a:lnTo>
                    <a:pt x="730" y="1289"/>
                  </a:lnTo>
                  <a:cubicBezTo>
                    <a:pt x="548" y="1441"/>
                    <a:pt x="396" y="1624"/>
                    <a:pt x="305" y="1806"/>
                  </a:cubicBezTo>
                  <a:cubicBezTo>
                    <a:pt x="183" y="1958"/>
                    <a:pt x="123" y="2140"/>
                    <a:pt x="62" y="2323"/>
                  </a:cubicBezTo>
                  <a:cubicBezTo>
                    <a:pt x="31" y="2505"/>
                    <a:pt x="1" y="2657"/>
                    <a:pt x="31" y="2839"/>
                  </a:cubicBezTo>
                  <a:cubicBezTo>
                    <a:pt x="62" y="3022"/>
                    <a:pt x="123" y="3174"/>
                    <a:pt x="214" y="3326"/>
                  </a:cubicBezTo>
                  <a:cubicBezTo>
                    <a:pt x="426" y="3660"/>
                    <a:pt x="700" y="3903"/>
                    <a:pt x="1034" y="3964"/>
                  </a:cubicBezTo>
                  <a:cubicBezTo>
                    <a:pt x="1154" y="3997"/>
                    <a:pt x="1290" y="4014"/>
                    <a:pt x="1439" y="4014"/>
                  </a:cubicBezTo>
                  <a:cubicBezTo>
                    <a:pt x="1704" y="4014"/>
                    <a:pt x="2010" y="3959"/>
                    <a:pt x="2341" y="3842"/>
                  </a:cubicBezTo>
                  <a:cubicBezTo>
                    <a:pt x="2615" y="3751"/>
                    <a:pt x="2858" y="3660"/>
                    <a:pt x="3041" y="3569"/>
                  </a:cubicBezTo>
                  <a:cubicBezTo>
                    <a:pt x="3253" y="3508"/>
                    <a:pt x="3436" y="3447"/>
                    <a:pt x="3557" y="3417"/>
                  </a:cubicBezTo>
                  <a:cubicBezTo>
                    <a:pt x="3709" y="3387"/>
                    <a:pt x="3831" y="3387"/>
                    <a:pt x="3892" y="3387"/>
                  </a:cubicBezTo>
                  <a:cubicBezTo>
                    <a:pt x="3983" y="3387"/>
                    <a:pt x="4044" y="3417"/>
                    <a:pt x="4074" y="3478"/>
                  </a:cubicBezTo>
                  <a:cubicBezTo>
                    <a:pt x="4165" y="3599"/>
                    <a:pt x="4135" y="3751"/>
                    <a:pt x="3983" y="3873"/>
                  </a:cubicBezTo>
                  <a:cubicBezTo>
                    <a:pt x="3861" y="4025"/>
                    <a:pt x="3679" y="4177"/>
                    <a:pt x="3436" y="4298"/>
                  </a:cubicBezTo>
                  <a:cubicBezTo>
                    <a:pt x="3314" y="4390"/>
                    <a:pt x="3192" y="4450"/>
                    <a:pt x="3071" y="4450"/>
                  </a:cubicBezTo>
                  <a:cubicBezTo>
                    <a:pt x="2985" y="4472"/>
                    <a:pt x="2914" y="4493"/>
                    <a:pt x="2848" y="4493"/>
                  </a:cubicBezTo>
                  <a:cubicBezTo>
                    <a:pt x="2820" y="4493"/>
                    <a:pt x="2794" y="4490"/>
                    <a:pt x="2767" y="4481"/>
                  </a:cubicBezTo>
                  <a:cubicBezTo>
                    <a:pt x="2706" y="4481"/>
                    <a:pt x="2615" y="4481"/>
                    <a:pt x="2554" y="4450"/>
                  </a:cubicBezTo>
                  <a:cubicBezTo>
                    <a:pt x="2493" y="4450"/>
                    <a:pt x="2463" y="4450"/>
                    <a:pt x="2433" y="4420"/>
                  </a:cubicBezTo>
                  <a:lnTo>
                    <a:pt x="2281" y="4420"/>
                  </a:lnTo>
                  <a:cubicBezTo>
                    <a:pt x="2250" y="4450"/>
                    <a:pt x="2189" y="4450"/>
                    <a:pt x="2129" y="4481"/>
                  </a:cubicBezTo>
                  <a:lnTo>
                    <a:pt x="1217" y="5028"/>
                  </a:lnTo>
                  <a:cubicBezTo>
                    <a:pt x="1186" y="5028"/>
                    <a:pt x="1156" y="5058"/>
                    <a:pt x="1156" y="5119"/>
                  </a:cubicBezTo>
                  <a:cubicBezTo>
                    <a:pt x="1156" y="5149"/>
                    <a:pt x="1156" y="5210"/>
                    <a:pt x="1156" y="5241"/>
                  </a:cubicBezTo>
                  <a:cubicBezTo>
                    <a:pt x="1247" y="5362"/>
                    <a:pt x="1369" y="5453"/>
                    <a:pt x="1521" y="5545"/>
                  </a:cubicBezTo>
                  <a:cubicBezTo>
                    <a:pt x="1642" y="5636"/>
                    <a:pt x="1825" y="5697"/>
                    <a:pt x="2007" y="5727"/>
                  </a:cubicBezTo>
                  <a:cubicBezTo>
                    <a:pt x="2136" y="5748"/>
                    <a:pt x="2280" y="5770"/>
                    <a:pt x="2440" y="5770"/>
                  </a:cubicBezTo>
                  <a:cubicBezTo>
                    <a:pt x="2506" y="5770"/>
                    <a:pt x="2574" y="5766"/>
                    <a:pt x="2645" y="5757"/>
                  </a:cubicBezTo>
                  <a:cubicBezTo>
                    <a:pt x="2858" y="5757"/>
                    <a:pt x="3101" y="5697"/>
                    <a:pt x="3344" y="5605"/>
                  </a:cubicBezTo>
                  <a:lnTo>
                    <a:pt x="3618" y="6061"/>
                  </a:lnTo>
                  <a:cubicBezTo>
                    <a:pt x="3648" y="6122"/>
                    <a:pt x="3679" y="6153"/>
                    <a:pt x="3740" y="6153"/>
                  </a:cubicBezTo>
                  <a:cubicBezTo>
                    <a:pt x="3757" y="6161"/>
                    <a:pt x="3775" y="6165"/>
                    <a:pt x="3792" y="6165"/>
                  </a:cubicBezTo>
                  <a:cubicBezTo>
                    <a:pt x="3833" y="6165"/>
                    <a:pt x="3870" y="6144"/>
                    <a:pt x="3892" y="6122"/>
                  </a:cubicBezTo>
                  <a:lnTo>
                    <a:pt x="4773" y="5605"/>
                  </a:lnTo>
                  <a:cubicBezTo>
                    <a:pt x="4834" y="5575"/>
                    <a:pt x="4864" y="5545"/>
                    <a:pt x="4895" y="5484"/>
                  </a:cubicBezTo>
                  <a:cubicBezTo>
                    <a:pt x="4895" y="5423"/>
                    <a:pt x="4895" y="5393"/>
                    <a:pt x="4864" y="5332"/>
                  </a:cubicBezTo>
                  <a:lnTo>
                    <a:pt x="4591" y="4906"/>
                  </a:lnTo>
                  <a:cubicBezTo>
                    <a:pt x="4803" y="4724"/>
                    <a:pt x="4986" y="4572"/>
                    <a:pt x="5107" y="4390"/>
                  </a:cubicBezTo>
                  <a:cubicBezTo>
                    <a:pt x="5259" y="4207"/>
                    <a:pt x="5351" y="4025"/>
                    <a:pt x="5411" y="3812"/>
                  </a:cubicBezTo>
                  <a:cubicBezTo>
                    <a:pt x="5503" y="3630"/>
                    <a:pt x="5503" y="3447"/>
                    <a:pt x="5503" y="3265"/>
                  </a:cubicBezTo>
                  <a:cubicBezTo>
                    <a:pt x="5472" y="3083"/>
                    <a:pt x="5411" y="2900"/>
                    <a:pt x="5320" y="2718"/>
                  </a:cubicBezTo>
                  <a:cubicBezTo>
                    <a:pt x="5199" y="2535"/>
                    <a:pt x="5077" y="2383"/>
                    <a:pt x="4925" y="2262"/>
                  </a:cubicBezTo>
                  <a:cubicBezTo>
                    <a:pt x="4773" y="2171"/>
                    <a:pt x="4621" y="2080"/>
                    <a:pt x="4408" y="2049"/>
                  </a:cubicBezTo>
                  <a:cubicBezTo>
                    <a:pt x="4333" y="2037"/>
                    <a:pt x="4252" y="2029"/>
                    <a:pt x="4168" y="2029"/>
                  </a:cubicBezTo>
                  <a:cubicBezTo>
                    <a:pt x="4050" y="2029"/>
                    <a:pt x="3925" y="2044"/>
                    <a:pt x="3800" y="2080"/>
                  </a:cubicBezTo>
                  <a:cubicBezTo>
                    <a:pt x="3557" y="2110"/>
                    <a:pt x="3314" y="2171"/>
                    <a:pt x="3041" y="2262"/>
                  </a:cubicBezTo>
                  <a:cubicBezTo>
                    <a:pt x="2767" y="2383"/>
                    <a:pt x="2524" y="2444"/>
                    <a:pt x="2341" y="2535"/>
                  </a:cubicBezTo>
                  <a:cubicBezTo>
                    <a:pt x="2159" y="2596"/>
                    <a:pt x="2007" y="2627"/>
                    <a:pt x="1885" y="2657"/>
                  </a:cubicBezTo>
                  <a:cubicBezTo>
                    <a:pt x="1825" y="2672"/>
                    <a:pt x="1771" y="2680"/>
                    <a:pt x="1722" y="2680"/>
                  </a:cubicBezTo>
                  <a:cubicBezTo>
                    <a:pt x="1673" y="2680"/>
                    <a:pt x="1627" y="2672"/>
                    <a:pt x="1582" y="2657"/>
                  </a:cubicBezTo>
                  <a:cubicBezTo>
                    <a:pt x="1521" y="2657"/>
                    <a:pt x="1460" y="2596"/>
                    <a:pt x="1430" y="2535"/>
                  </a:cubicBezTo>
                  <a:cubicBezTo>
                    <a:pt x="1399" y="2475"/>
                    <a:pt x="1399" y="2414"/>
                    <a:pt x="1399" y="2353"/>
                  </a:cubicBezTo>
                  <a:cubicBezTo>
                    <a:pt x="1399" y="2292"/>
                    <a:pt x="1430" y="2231"/>
                    <a:pt x="1490" y="2171"/>
                  </a:cubicBezTo>
                  <a:cubicBezTo>
                    <a:pt x="1551" y="2110"/>
                    <a:pt x="1612" y="2049"/>
                    <a:pt x="1673" y="1988"/>
                  </a:cubicBezTo>
                  <a:cubicBezTo>
                    <a:pt x="1733" y="1958"/>
                    <a:pt x="1825" y="1897"/>
                    <a:pt x="1916" y="1836"/>
                  </a:cubicBezTo>
                  <a:cubicBezTo>
                    <a:pt x="2037" y="1776"/>
                    <a:pt x="2129" y="1715"/>
                    <a:pt x="2220" y="1715"/>
                  </a:cubicBezTo>
                  <a:cubicBezTo>
                    <a:pt x="2311" y="1684"/>
                    <a:pt x="2402" y="1654"/>
                    <a:pt x="2493" y="1654"/>
                  </a:cubicBezTo>
                  <a:cubicBezTo>
                    <a:pt x="2554" y="1654"/>
                    <a:pt x="2615" y="1684"/>
                    <a:pt x="2676" y="1684"/>
                  </a:cubicBezTo>
                  <a:cubicBezTo>
                    <a:pt x="2706" y="1684"/>
                    <a:pt x="2737" y="1715"/>
                    <a:pt x="2767" y="1715"/>
                  </a:cubicBezTo>
                  <a:lnTo>
                    <a:pt x="2919" y="1715"/>
                  </a:lnTo>
                  <a:cubicBezTo>
                    <a:pt x="2980" y="1715"/>
                    <a:pt x="3041" y="1684"/>
                    <a:pt x="3101" y="1654"/>
                  </a:cubicBezTo>
                  <a:lnTo>
                    <a:pt x="3983" y="1137"/>
                  </a:lnTo>
                  <a:cubicBezTo>
                    <a:pt x="4013" y="1107"/>
                    <a:pt x="4044" y="1076"/>
                    <a:pt x="4044" y="1016"/>
                  </a:cubicBezTo>
                  <a:cubicBezTo>
                    <a:pt x="4074" y="985"/>
                    <a:pt x="4074" y="955"/>
                    <a:pt x="4044" y="894"/>
                  </a:cubicBezTo>
                  <a:cubicBezTo>
                    <a:pt x="3983" y="803"/>
                    <a:pt x="3861" y="712"/>
                    <a:pt x="3740" y="651"/>
                  </a:cubicBezTo>
                  <a:cubicBezTo>
                    <a:pt x="3588" y="560"/>
                    <a:pt x="3436" y="499"/>
                    <a:pt x="3253" y="469"/>
                  </a:cubicBezTo>
                  <a:cubicBezTo>
                    <a:pt x="3124" y="447"/>
                    <a:pt x="2995" y="426"/>
                    <a:pt x="2856" y="426"/>
                  </a:cubicBezTo>
                  <a:cubicBezTo>
                    <a:pt x="2798" y="426"/>
                    <a:pt x="2738" y="429"/>
                    <a:pt x="2676" y="438"/>
                  </a:cubicBezTo>
                  <a:cubicBezTo>
                    <a:pt x="2433" y="438"/>
                    <a:pt x="2220" y="469"/>
                    <a:pt x="1977" y="560"/>
                  </a:cubicBezTo>
                  <a:lnTo>
                    <a:pt x="1703" y="104"/>
                  </a:lnTo>
                  <a:cubicBezTo>
                    <a:pt x="1673" y="43"/>
                    <a:pt x="1642" y="13"/>
                    <a:pt x="1582" y="13"/>
                  </a:cubicBezTo>
                  <a:cubicBezTo>
                    <a:pt x="1564" y="4"/>
                    <a:pt x="1549" y="0"/>
                    <a:pt x="15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2323;p67">
              <a:extLst>
                <a:ext uri="{FF2B5EF4-FFF2-40B4-BE49-F238E27FC236}">
                  <a16:creationId xmlns:a16="http://schemas.microsoft.com/office/drawing/2014/main" id="{DA28F569-7731-5191-43FD-B06FF1C219D6}"/>
                </a:ext>
              </a:extLst>
            </p:cNvPr>
            <p:cNvSpPr/>
            <p:nvPr/>
          </p:nvSpPr>
          <p:spPr>
            <a:xfrm>
              <a:off x="1616676" y="1367113"/>
              <a:ext cx="98860" cy="124141"/>
            </a:xfrm>
            <a:custGeom>
              <a:avLst/>
              <a:gdLst/>
              <a:ahLst/>
              <a:cxnLst/>
              <a:rect l="l" t="t" r="r" b="b"/>
              <a:pathLst>
                <a:path w="3101" h="3894" extrusionOk="0">
                  <a:moveTo>
                    <a:pt x="2311" y="1"/>
                  </a:moveTo>
                  <a:lnTo>
                    <a:pt x="1" y="2098"/>
                  </a:lnTo>
                  <a:cubicBezTo>
                    <a:pt x="1" y="2098"/>
                    <a:pt x="244" y="3040"/>
                    <a:pt x="305" y="3314"/>
                  </a:cubicBezTo>
                  <a:cubicBezTo>
                    <a:pt x="391" y="3631"/>
                    <a:pt x="697" y="3894"/>
                    <a:pt x="1039" y="3894"/>
                  </a:cubicBezTo>
                  <a:cubicBezTo>
                    <a:pt x="1058" y="3894"/>
                    <a:pt x="1076" y="3893"/>
                    <a:pt x="1095" y="3892"/>
                  </a:cubicBezTo>
                  <a:cubicBezTo>
                    <a:pt x="3101" y="3770"/>
                    <a:pt x="2979" y="2524"/>
                    <a:pt x="2979" y="2524"/>
                  </a:cubicBezTo>
                  <a:cubicBezTo>
                    <a:pt x="2554" y="1885"/>
                    <a:pt x="2311" y="1"/>
                    <a:pt x="23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2324;p67">
              <a:extLst>
                <a:ext uri="{FF2B5EF4-FFF2-40B4-BE49-F238E27FC236}">
                  <a16:creationId xmlns:a16="http://schemas.microsoft.com/office/drawing/2014/main" id="{B4D70C97-B722-F8DB-700F-D628634E2AEF}"/>
                </a:ext>
              </a:extLst>
            </p:cNvPr>
            <p:cNvSpPr/>
            <p:nvPr/>
          </p:nvSpPr>
          <p:spPr>
            <a:xfrm>
              <a:off x="1437952" y="1982480"/>
              <a:ext cx="136128" cy="127137"/>
            </a:xfrm>
            <a:custGeom>
              <a:avLst/>
              <a:gdLst/>
              <a:ahLst/>
              <a:cxnLst/>
              <a:rect l="l" t="t" r="r" b="b"/>
              <a:pathLst>
                <a:path w="4270" h="3988" extrusionOk="0">
                  <a:moveTo>
                    <a:pt x="2993" y="0"/>
                  </a:moveTo>
                  <a:cubicBezTo>
                    <a:pt x="2993" y="0"/>
                    <a:pt x="2506" y="821"/>
                    <a:pt x="2202" y="1064"/>
                  </a:cubicBezTo>
                  <a:cubicBezTo>
                    <a:pt x="1898" y="1277"/>
                    <a:pt x="1777" y="1277"/>
                    <a:pt x="1321" y="1398"/>
                  </a:cubicBezTo>
                  <a:cubicBezTo>
                    <a:pt x="895" y="1520"/>
                    <a:pt x="531" y="1976"/>
                    <a:pt x="409" y="2128"/>
                  </a:cubicBezTo>
                  <a:cubicBezTo>
                    <a:pt x="296" y="2240"/>
                    <a:pt x="351" y="2303"/>
                    <a:pt x="486" y="2303"/>
                  </a:cubicBezTo>
                  <a:cubicBezTo>
                    <a:pt x="533" y="2303"/>
                    <a:pt x="589" y="2295"/>
                    <a:pt x="652" y="2280"/>
                  </a:cubicBezTo>
                  <a:cubicBezTo>
                    <a:pt x="926" y="2219"/>
                    <a:pt x="1260" y="2037"/>
                    <a:pt x="1382" y="2037"/>
                  </a:cubicBezTo>
                  <a:cubicBezTo>
                    <a:pt x="1503" y="2037"/>
                    <a:pt x="1503" y="2158"/>
                    <a:pt x="1382" y="2401"/>
                  </a:cubicBezTo>
                  <a:cubicBezTo>
                    <a:pt x="1260" y="2644"/>
                    <a:pt x="956" y="3070"/>
                    <a:pt x="774" y="3192"/>
                  </a:cubicBezTo>
                  <a:cubicBezTo>
                    <a:pt x="591" y="3344"/>
                    <a:pt x="105" y="3617"/>
                    <a:pt x="44" y="3800"/>
                  </a:cubicBezTo>
                  <a:cubicBezTo>
                    <a:pt x="0" y="3910"/>
                    <a:pt x="4" y="3988"/>
                    <a:pt x="114" y="3988"/>
                  </a:cubicBezTo>
                  <a:cubicBezTo>
                    <a:pt x="155" y="3988"/>
                    <a:pt x="212" y="3977"/>
                    <a:pt x="287" y="3951"/>
                  </a:cubicBezTo>
                  <a:cubicBezTo>
                    <a:pt x="561" y="3891"/>
                    <a:pt x="774" y="3830"/>
                    <a:pt x="1078" y="3648"/>
                  </a:cubicBezTo>
                  <a:cubicBezTo>
                    <a:pt x="1123" y="3625"/>
                    <a:pt x="1171" y="3619"/>
                    <a:pt x="1226" y="3619"/>
                  </a:cubicBezTo>
                  <a:cubicBezTo>
                    <a:pt x="1281" y="3619"/>
                    <a:pt x="1344" y="3625"/>
                    <a:pt x="1420" y="3625"/>
                  </a:cubicBezTo>
                  <a:cubicBezTo>
                    <a:pt x="1572" y="3625"/>
                    <a:pt x="1777" y="3602"/>
                    <a:pt x="2081" y="3465"/>
                  </a:cubicBezTo>
                  <a:cubicBezTo>
                    <a:pt x="2202" y="3404"/>
                    <a:pt x="2537" y="3222"/>
                    <a:pt x="2628" y="3161"/>
                  </a:cubicBezTo>
                  <a:cubicBezTo>
                    <a:pt x="2658" y="3131"/>
                    <a:pt x="2719" y="3131"/>
                    <a:pt x="2749" y="3131"/>
                  </a:cubicBezTo>
                  <a:cubicBezTo>
                    <a:pt x="2993" y="3009"/>
                    <a:pt x="3114" y="2189"/>
                    <a:pt x="3236" y="1976"/>
                  </a:cubicBezTo>
                  <a:cubicBezTo>
                    <a:pt x="3357" y="1733"/>
                    <a:pt x="4269" y="912"/>
                    <a:pt x="4269" y="912"/>
                  </a:cubicBezTo>
                  <a:lnTo>
                    <a:pt x="29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2325;p67">
              <a:extLst>
                <a:ext uri="{FF2B5EF4-FFF2-40B4-BE49-F238E27FC236}">
                  <a16:creationId xmlns:a16="http://schemas.microsoft.com/office/drawing/2014/main" id="{3351A77D-5A4E-97B3-9019-23773F7305C4}"/>
                </a:ext>
              </a:extLst>
            </p:cNvPr>
            <p:cNvSpPr/>
            <p:nvPr/>
          </p:nvSpPr>
          <p:spPr>
            <a:xfrm>
              <a:off x="1526549" y="1530885"/>
              <a:ext cx="365377" cy="491335"/>
            </a:xfrm>
            <a:custGeom>
              <a:avLst/>
              <a:gdLst/>
              <a:ahLst/>
              <a:cxnLst/>
              <a:rect l="l" t="t" r="r" b="b"/>
              <a:pathLst>
                <a:path w="11461" h="15412" extrusionOk="0">
                  <a:moveTo>
                    <a:pt x="6627" y="1"/>
                  </a:moveTo>
                  <a:lnTo>
                    <a:pt x="6202" y="1369"/>
                  </a:lnTo>
                  <a:cubicBezTo>
                    <a:pt x="6202" y="1369"/>
                    <a:pt x="6414" y="1460"/>
                    <a:pt x="6566" y="1733"/>
                  </a:cubicBezTo>
                  <a:cubicBezTo>
                    <a:pt x="6597" y="2493"/>
                    <a:pt x="5138" y="7083"/>
                    <a:pt x="5077" y="7144"/>
                  </a:cubicBezTo>
                  <a:cubicBezTo>
                    <a:pt x="2919" y="10274"/>
                    <a:pt x="1" y="14317"/>
                    <a:pt x="1" y="14317"/>
                  </a:cubicBezTo>
                  <a:lnTo>
                    <a:pt x="1247" y="15411"/>
                  </a:lnTo>
                  <a:cubicBezTo>
                    <a:pt x="1247" y="15411"/>
                    <a:pt x="5381" y="11217"/>
                    <a:pt x="7205" y="9515"/>
                  </a:cubicBezTo>
                  <a:cubicBezTo>
                    <a:pt x="9150" y="7721"/>
                    <a:pt x="10092" y="3770"/>
                    <a:pt x="10791" y="2584"/>
                  </a:cubicBezTo>
                  <a:cubicBezTo>
                    <a:pt x="11460" y="1399"/>
                    <a:pt x="9028" y="183"/>
                    <a:pt x="9028" y="183"/>
                  </a:cubicBezTo>
                  <a:lnTo>
                    <a:pt x="8147" y="609"/>
                  </a:lnTo>
                  <a:cubicBezTo>
                    <a:pt x="7569" y="365"/>
                    <a:pt x="6627" y="1"/>
                    <a:pt x="66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2326;p67">
              <a:extLst>
                <a:ext uri="{FF2B5EF4-FFF2-40B4-BE49-F238E27FC236}">
                  <a16:creationId xmlns:a16="http://schemas.microsoft.com/office/drawing/2014/main" id="{A4B8E2FB-CEDB-35B6-ED18-60D10AB38215}"/>
                </a:ext>
              </a:extLst>
            </p:cNvPr>
            <p:cNvSpPr/>
            <p:nvPr/>
          </p:nvSpPr>
          <p:spPr>
            <a:xfrm>
              <a:off x="1500406" y="1261363"/>
              <a:ext cx="194787" cy="190642"/>
            </a:xfrm>
            <a:custGeom>
              <a:avLst/>
              <a:gdLst/>
              <a:ahLst/>
              <a:cxnLst/>
              <a:rect l="l" t="t" r="r" b="b"/>
              <a:pathLst>
                <a:path w="6110" h="5980" extrusionOk="0">
                  <a:moveTo>
                    <a:pt x="3045" y="0"/>
                  </a:moveTo>
                  <a:cubicBezTo>
                    <a:pt x="2178" y="0"/>
                    <a:pt x="1229" y="326"/>
                    <a:pt x="730" y="977"/>
                  </a:cubicBezTo>
                  <a:cubicBezTo>
                    <a:pt x="0" y="1889"/>
                    <a:pt x="608" y="3713"/>
                    <a:pt x="1094" y="4594"/>
                  </a:cubicBezTo>
                  <a:cubicBezTo>
                    <a:pt x="1429" y="5111"/>
                    <a:pt x="1885" y="5628"/>
                    <a:pt x="2462" y="5841"/>
                  </a:cubicBezTo>
                  <a:cubicBezTo>
                    <a:pt x="2700" y="5936"/>
                    <a:pt x="2957" y="5980"/>
                    <a:pt x="3218" y="5980"/>
                  </a:cubicBezTo>
                  <a:cubicBezTo>
                    <a:pt x="3623" y="5980"/>
                    <a:pt x="4038" y="5874"/>
                    <a:pt x="4408" y="5689"/>
                  </a:cubicBezTo>
                  <a:cubicBezTo>
                    <a:pt x="5441" y="5142"/>
                    <a:pt x="6110" y="3956"/>
                    <a:pt x="6019" y="2801"/>
                  </a:cubicBezTo>
                  <a:cubicBezTo>
                    <a:pt x="5958" y="1646"/>
                    <a:pt x="5137" y="552"/>
                    <a:pt x="4012" y="157"/>
                  </a:cubicBezTo>
                  <a:cubicBezTo>
                    <a:pt x="3726" y="53"/>
                    <a:pt x="3392" y="0"/>
                    <a:pt x="30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2327;p67">
              <a:extLst>
                <a:ext uri="{FF2B5EF4-FFF2-40B4-BE49-F238E27FC236}">
                  <a16:creationId xmlns:a16="http://schemas.microsoft.com/office/drawing/2014/main" id="{FF77F1D7-0649-B3F3-FB48-C6ED67AD1BF9}"/>
                </a:ext>
              </a:extLst>
            </p:cNvPr>
            <p:cNvSpPr/>
            <p:nvPr/>
          </p:nvSpPr>
          <p:spPr>
            <a:xfrm>
              <a:off x="1450959" y="1170375"/>
              <a:ext cx="289789" cy="207666"/>
            </a:xfrm>
            <a:custGeom>
              <a:avLst/>
              <a:gdLst/>
              <a:ahLst/>
              <a:cxnLst/>
              <a:rect l="l" t="t" r="r" b="b"/>
              <a:pathLst>
                <a:path w="9090" h="6514" extrusionOk="0">
                  <a:moveTo>
                    <a:pt x="4353" y="0"/>
                  </a:moveTo>
                  <a:cubicBezTo>
                    <a:pt x="4331" y="0"/>
                    <a:pt x="4309" y="1"/>
                    <a:pt x="4287" y="2"/>
                  </a:cubicBezTo>
                  <a:cubicBezTo>
                    <a:pt x="3467" y="32"/>
                    <a:pt x="2708" y="608"/>
                    <a:pt x="2464" y="1366"/>
                  </a:cubicBezTo>
                  <a:lnTo>
                    <a:pt x="2464" y="1366"/>
                  </a:lnTo>
                  <a:cubicBezTo>
                    <a:pt x="2466" y="1348"/>
                    <a:pt x="2411" y="1342"/>
                    <a:pt x="2332" y="1342"/>
                  </a:cubicBezTo>
                  <a:cubicBezTo>
                    <a:pt x="2166" y="1342"/>
                    <a:pt x="1896" y="1369"/>
                    <a:pt x="1855" y="1369"/>
                  </a:cubicBezTo>
                  <a:cubicBezTo>
                    <a:pt x="1612" y="1400"/>
                    <a:pt x="1369" y="1461"/>
                    <a:pt x="1156" y="1582"/>
                  </a:cubicBezTo>
                  <a:cubicBezTo>
                    <a:pt x="761" y="1825"/>
                    <a:pt x="457" y="2190"/>
                    <a:pt x="275" y="2585"/>
                  </a:cubicBezTo>
                  <a:cubicBezTo>
                    <a:pt x="92" y="2950"/>
                    <a:pt x="1" y="3406"/>
                    <a:pt x="62" y="3801"/>
                  </a:cubicBezTo>
                  <a:cubicBezTo>
                    <a:pt x="92" y="3892"/>
                    <a:pt x="123" y="3983"/>
                    <a:pt x="153" y="4075"/>
                  </a:cubicBezTo>
                  <a:cubicBezTo>
                    <a:pt x="445" y="4711"/>
                    <a:pt x="1131" y="5070"/>
                    <a:pt x="1806" y="5070"/>
                  </a:cubicBezTo>
                  <a:cubicBezTo>
                    <a:pt x="1904" y="5070"/>
                    <a:pt x="2002" y="5063"/>
                    <a:pt x="2098" y="5047"/>
                  </a:cubicBezTo>
                  <a:cubicBezTo>
                    <a:pt x="2858" y="4926"/>
                    <a:pt x="3527" y="4379"/>
                    <a:pt x="3831" y="3649"/>
                  </a:cubicBezTo>
                  <a:cubicBezTo>
                    <a:pt x="3991" y="4128"/>
                    <a:pt x="4504" y="4424"/>
                    <a:pt x="5002" y="4424"/>
                  </a:cubicBezTo>
                  <a:cubicBezTo>
                    <a:pt x="5262" y="4424"/>
                    <a:pt x="5517" y="4343"/>
                    <a:pt x="5715" y="4166"/>
                  </a:cubicBezTo>
                  <a:lnTo>
                    <a:pt x="5715" y="4166"/>
                  </a:lnTo>
                  <a:cubicBezTo>
                    <a:pt x="5685" y="4895"/>
                    <a:pt x="6354" y="5594"/>
                    <a:pt x="7083" y="5594"/>
                  </a:cubicBezTo>
                  <a:cubicBezTo>
                    <a:pt x="6870" y="5929"/>
                    <a:pt x="7114" y="6415"/>
                    <a:pt x="7509" y="6506"/>
                  </a:cubicBezTo>
                  <a:cubicBezTo>
                    <a:pt x="7540" y="6511"/>
                    <a:pt x="7572" y="6513"/>
                    <a:pt x="7603" y="6513"/>
                  </a:cubicBezTo>
                  <a:cubicBezTo>
                    <a:pt x="7965" y="6513"/>
                    <a:pt x="8306" y="6204"/>
                    <a:pt x="8390" y="5868"/>
                  </a:cubicBezTo>
                  <a:cubicBezTo>
                    <a:pt x="8481" y="5473"/>
                    <a:pt x="8329" y="5078"/>
                    <a:pt x="8086" y="4774"/>
                  </a:cubicBezTo>
                  <a:cubicBezTo>
                    <a:pt x="8846" y="4196"/>
                    <a:pt x="9089" y="3041"/>
                    <a:pt x="8633" y="2190"/>
                  </a:cubicBezTo>
                  <a:cubicBezTo>
                    <a:pt x="8283" y="1536"/>
                    <a:pt x="7556" y="1134"/>
                    <a:pt x="6825" y="1134"/>
                  </a:cubicBezTo>
                  <a:cubicBezTo>
                    <a:pt x="6604" y="1134"/>
                    <a:pt x="6383" y="1170"/>
                    <a:pt x="6171" y="1248"/>
                  </a:cubicBezTo>
                  <a:cubicBezTo>
                    <a:pt x="5876" y="509"/>
                    <a:pt x="5121" y="0"/>
                    <a:pt x="43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2328;p67">
              <a:extLst>
                <a:ext uri="{FF2B5EF4-FFF2-40B4-BE49-F238E27FC236}">
                  <a16:creationId xmlns:a16="http://schemas.microsoft.com/office/drawing/2014/main" id="{E30C252A-CF76-DDC3-31BA-CF6F7F089F32}"/>
                </a:ext>
              </a:extLst>
            </p:cNvPr>
            <p:cNvSpPr/>
            <p:nvPr/>
          </p:nvSpPr>
          <p:spPr>
            <a:xfrm>
              <a:off x="1649641" y="1322129"/>
              <a:ext cx="43612" cy="51104"/>
            </a:xfrm>
            <a:custGeom>
              <a:avLst/>
              <a:gdLst/>
              <a:ahLst/>
              <a:cxnLst/>
              <a:rect l="l" t="t" r="r" b="b"/>
              <a:pathLst>
                <a:path w="1368" h="1603" extrusionOk="0">
                  <a:moveTo>
                    <a:pt x="619" y="1"/>
                  </a:moveTo>
                  <a:cubicBezTo>
                    <a:pt x="337" y="1"/>
                    <a:pt x="87" y="161"/>
                    <a:pt x="61" y="500"/>
                  </a:cubicBezTo>
                  <a:cubicBezTo>
                    <a:pt x="0" y="895"/>
                    <a:pt x="274" y="1533"/>
                    <a:pt x="608" y="1594"/>
                  </a:cubicBezTo>
                  <a:cubicBezTo>
                    <a:pt x="639" y="1600"/>
                    <a:pt x="671" y="1603"/>
                    <a:pt x="702" y="1603"/>
                  </a:cubicBezTo>
                  <a:cubicBezTo>
                    <a:pt x="1002" y="1603"/>
                    <a:pt x="1280" y="1344"/>
                    <a:pt x="1307" y="986"/>
                  </a:cubicBezTo>
                  <a:cubicBezTo>
                    <a:pt x="1368" y="591"/>
                    <a:pt x="1094" y="74"/>
                    <a:pt x="760" y="14"/>
                  </a:cubicBezTo>
                  <a:cubicBezTo>
                    <a:pt x="713" y="5"/>
                    <a:pt x="665" y="1"/>
                    <a:pt x="6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2329;p67">
              <a:extLst>
                <a:ext uri="{FF2B5EF4-FFF2-40B4-BE49-F238E27FC236}">
                  <a16:creationId xmlns:a16="http://schemas.microsoft.com/office/drawing/2014/main" id="{A5F1A08A-59D9-7D11-472B-A5E09BCC71E1}"/>
                </a:ext>
              </a:extLst>
            </p:cNvPr>
            <p:cNvSpPr/>
            <p:nvPr/>
          </p:nvSpPr>
          <p:spPr>
            <a:xfrm>
              <a:off x="2812467" y="3100737"/>
              <a:ext cx="48489" cy="64716"/>
            </a:xfrm>
            <a:custGeom>
              <a:avLst/>
              <a:gdLst/>
              <a:ahLst/>
              <a:cxnLst/>
              <a:rect l="l" t="t" r="r" b="b"/>
              <a:pathLst>
                <a:path w="1521" h="2030" extrusionOk="0">
                  <a:moveTo>
                    <a:pt x="1430" y="1"/>
                  </a:moveTo>
                  <a:lnTo>
                    <a:pt x="62" y="426"/>
                  </a:lnTo>
                  <a:cubicBezTo>
                    <a:pt x="62" y="426"/>
                    <a:pt x="1" y="1429"/>
                    <a:pt x="62" y="1794"/>
                  </a:cubicBezTo>
                  <a:cubicBezTo>
                    <a:pt x="92" y="1961"/>
                    <a:pt x="396" y="2029"/>
                    <a:pt x="708" y="2029"/>
                  </a:cubicBezTo>
                  <a:cubicBezTo>
                    <a:pt x="1019" y="2029"/>
                    <a:pt x="1338" y="1961"/>
                    <a:pt x="1399" y="1855"/>
                  </a:cubicBezTo>
                  <a:cubicBezTo>
                    <a:pt x="1521" y="1672"/>
                    <a:pt x="1430" y="1"/>
                    <a:pt x="1430" y="1"/>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2330;p67">
              <a:extLst>
                <a:ext uri="{FF2B5EF4-FFF2-40B4-BE49-F238E27FC236}">
                  <a16:creationId xmlns:a16="http://schemas.microsoft.com/office/drawing/2014/main" id="{3E820B3D-BC0B-D225-C77A-E7865618103F}"/>
                </a:ext>
              </a:extLst>
            </p:cNvPr>
            <p:cNvSpPr/>
            <p:nvPr/>
          </p:nvSpPr>
          <p:spPr>
            <a:xfrm>
              <a:off x="2709746" y="3147029"/>
              <a:ext cx="157997" cy="74280"/>
            </a:xfrm>
            <a:custGeom>
              <a:avLst/>
              <a:gdLst/>
              <a:ahLst/>
              <a:cxnLst/>
              <a:rect l="l" t="t" r="r" b="b"/>
              <a:pathLst>
                <a:path w="4956" h="2330" extrusionOk="0">
                  <a:moveTo>
                    <a:pt x="3167" y="0"/>
                  </a:moveTo>
                  <a:cubicBezTo>
                    <a:pt x="3085" y="0"/>
                    <a:pt x="3113" y="79"/>
                    <a:pt x="3010" y="312"/>
                  </a:cubicBezTo>
                  <a:cubicBezTo>
                    <a:pt x="2858" y="707"/>
                    <a:pt x="1" y="1132"/>
                    <a:pt x="123" y="1740"/>
                  </a:cubicBezTo>
                  <a:cubicBezTo>
                    <a:pt x="153" y="1892"/>
                    <a:pt x="822" y="2196"/>
                    <a:pt x="1794" y="2318"/>
                  </a:cubicBezTo>
                  <a:cubicBezTo>
                    <a:pt x="1868" y="2326"/>
                    <a:pt x="1961" y="2330"/>
                    <a:pt x="2063" y="2330"/>
                  </a:cubicBezTo>
                  <a:cubicBezTo>
                    <a:pt x="2341" y="2330"/>
                    <a:pt x="2688" y="2301"/>
                    <a:pt x="2889" y="2257"/>
                  </a:cubicBezTo>
                  <a:cubicBezTo>
                    <a:pt x="3253" y="2166"/>
                    <a:pt x="3588" y="1892"/>
                    <a:pt x="3588" y="1892"/>
                  </a:cubicBezTo>
                  <a:lnTo>
                    <a:pt x="3740" y="2105"/>
                  </a:lnTo>
                  <a:lnTo>
                    <a:pt x="4925" y="1862"/>
                  </a:lnTo>
                  <a:cubicBezTo>
                    <a:pt x="4925" y="1862"/>
                    <a:pt x="4955" y="1163"/>
                    <a:pt x="4955" y="767"/>
                  </a:cubicBezTo>
                  <a:cubicBezTo>
                    <a:pt x="4925" y="403"/>
                    <a:pt x="4652" y="312"/>
                    <a:pt x="4652" y="312"/>
                  </a:cubicBezTo>
                  <a:cubicBezTo>
                    <a:pt x="4530" y="433"/>
                    <a:pt x="4378" y="494"/>
                    <a:pt x="4196" y="555"/>
                  </a:cubicBezTo>
                  <a:cubicBezTo>
                    <a:pt x="4151" y="564"/>
                    <a:pt x="4107" y="568"/>
                    <a:pt x="4063" y="568"/>
                  </a:cubicBezTo>
                  <a:cubicBezTo>
                    <a:pt x="3814" y="568"/>
                    <a:pt x="3596" y="423"/>
                    <a:pt x="3466" y="190"/>
                  </a:cubicBezTo>
                  <a:cubicBezTo>
                    <a:pt x="3375" y="38"/>
                    <a:pt x="3223" y="8"/>
                    <a:pt x="3223" y="8"/>
                  </a:cubicBezTo>
                  <a:cubicBezTo>
                    <a:pt x="3200" y="3"/>
                    <a:pt x="3182" y="0"/>
                    <a:pt x="3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2331;p67">
              <a:extLst>
                <a:ext uri="{FF2B5EF4-FFF2-40B4-BE49-F238E27FC236}">
                  <a16:creationId xmlns:a16="http://schemas.microsoft.com/office/drawing/2014/main" id="{7A754458-452D-0AB9-1325-7D61D346B3F2}"/>
                </a:ext>
              </a:extLst>
            </p:cNvPr>
            <p:cNvSpPr/>
            <p:nvPr/>
          </p:nvSpPr>
          <p:spPr>
            <a:xfrm>
              <a:off x="2750458" y="2504499"/>
              <a:ext cx="399265" cy="630523"/>
            </a:xfrm>
            <a:custGeom>
              <a:avLst/>
              <a:gdLst/>
              <a:ahLst/>
              <a:cxnLst/>
              <a:rect l="l" t="t" r="r" b="b"/>
              <a:pathLst>
                <a:path w="12524" h="19778" extrusionOk="0">
                  <a:moveTo>
                    <a:pt x="11435" y="1"/>
                  </a:moveTo>
                  <a:cubicBezTo>
                    <a:pt x="7031" y="1"/>
                    <a:pt x="930" y="1744"/>
                    <a:pt x="426" y="3900"/>
                  </a:cubicBezTo>
                  <a:cubicBezTo>
                    <a:pt x="1" y="5724"/>
                    <a:pt x="1125" y="14873"/>
                    <a:pt x="1946" y="19432"/>
                  </a:cubicBezTo>
                  <a:cubicBezTo>
                    <a:pt x="2289" y="19692"/>
                    <a:pt x="2601" y="19778"/>
                    <a:pt x="2862" y="19778"/>
                  </a:cubicBezTo>
                  <a:cubicBezTo>
                    <a:pt x="3363" y="19778"/>
                    <a:pt x="3678" y="19462"/>
                    <a:pt x="3678" y="19462"/>
                  </a:cubicBezTo>
                  <a:cubicBezTo>
                    <a:pt x="4043" y="16757"/>
                    <a:pt x="4499" y="12563"/>
                    <a:pt x="4469" y="9189"/>
                  </a:cubicBezTo>
                  <a:cubicBezTo>
                    <a:pt x="4438" y="8186"/>
                    <a:pt x="4043" y="7183"/>
                    <a:pt x="3952" y="6423"/>
                  </a:cubicBezTo>
                  <a:cubicBezTo>
                    <a:pt x="5709" y="6274"/>
                    <a:pt x="10237" y="5571"/>
                    <a:pt x="12078" y="5571"/>
                  </a:cubicBezTo>
                  <a:cubicBezTo>
                    <a:pt x="12116" y="5571"/>
                    <a:pt x="12153" y="5571"/>
                    <a:pt x="12189" y="5572"/>
                  </a:cubicBezTo>
                  <a:lnTo>
                    <a:pt x="12524" y="40"/>
                  </a:lnTo>
                  <a:cubicBezTo>
                    <a:pt x="12176" y="13"/>
                    <a:pt x="11812" y="1"/>
                    <a:pt x="114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2332;p67">
              <a:extLst>
                <a:ext uri="{FF2B5EF4-FFF2-40B4-BE49-F238E27FC236}">
                  <a16:creationId xmlns:a16="http://schemas.microsoft.com/office/drawing/2014/main" id="{7A4B75BC-6416-DB68-2374-34FD76E45D42}"/>
                </a:ext>
              </a:extLst>
            </p:cNvPr>
            <p:cNvSpPr/>
            <p:nvPr/>
          </p:nvSpPr>
          <p:spPr>
            <a:xfrm>
              <a:off x="2953954" y="3144351"/>
              <a:ext cx="48489" cy="65226"/>
            </a:xfrm>
            <a:custGeom>
              <a:avLst/>
              <a:gdLst/>
              <a:ahLst/>
              <a:cxnLst/>
              <a:rect l="l" t="t" r="r" b="b"/>
              <a:pathLst>
                <a:path w="1521" h="2046" extrusionOk="0">
                  <a:moveTo>
                    <a:pt x="1369" y="0"/>
                  </a:moveTo>
                  <a:lnTo>
                    <a:pt x="1" y="456"/>
                  </a:lnTo>
                  <a:cubicBezTo>
                    <a:pt x="1" y="456"/>
                    <a:pt x="1" y="1459"/>
                    <a:pt x="61" y="1824"/>
                  </a:cubicBezTo>
                  <a:cubicBezTo>
                    <a:pt x="105" y="1982"/>
                    <a:pt x="379" y="2045"/>
                    <a:pt x="668" y="2045"/>
                  </a:cubicBezTo>
                  <a:cubicBezTo>
                    <a:pt x="992" y="2045"/>
                    <a:pt x="1335" y="1967"/>
                    <a:pt x="1399" y="1854"/>
                  </a:cubicBezTo>
                  <a:cubicBezTo>
                    <a:pt x="1520" y="1642"/>
                    <a:pt x="1369" y="0"/>
                    <a:pt x="1369"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2333;p67">
              <a:extLst>
                <a:ext uri="{FF2B5EF4-FFF2-40B4-BE49-F238E27FC236}">
                  <a16:creationId xmlns:a16="http://schemas.microsoft.com/office/drawing/2014/main" id="{2597C608-08DE-AA60-4CB7-69643C2CB099}"/>
                </a:ext>
              </a:extLst>
            </p:cNvPr>
            <p:cNvSpPr/>
            <p:nvPr/>
          </p:nvSpPr>
          <p:spPr>
            <a:xfrm>
              <a:off x="2852222" y="3191598"/>
              <a:ext cx="157965" cy="75843"/>
            </a:xfrm>
            <a:custGeom>
              <a:avLst/>
              <a:gdLst/>
              <a:ahLst/>
              <a:cxnLst/>
              <a:rect l="l" t="t" r="r" b="b"/>
              <a:pathLst>
                <a:path w="4955" h="2379" extrusionOk="0">
                  <a:moveTo>
                    <a:pt x="3124" y="1"/>
                  </a:moveTo>
                  <a:cubicBezTo>
                    <a:pt x="3024" y="1"/>
                    <a:pt x="3056" y="80"/>
                    <a:pt x="2979" y="312"/>
                  </a:cubicBezTo>
                  <a:cubicBezTo>
                    <a:pt x="2827" y="707"/>
                    <a:pt x="0" y="1254"/>
                    <a:pt x="152" y="1862"/>
                  </a:cubicBezTo>
                  <a:cubicBezTo>
                    <a:pt x="183" y="1983"/>
                    <a:pt x="851" y="2287"/>
                    <a:pt x="1824" y="2379"/>
                  </a:cubicBezTo>
                  <a:cubicBezTo>
                    <a:pt x="2097" y="2379"/>
                    <a:pt x="2675" y="2318"/>
                    <a:pt x="2949" y="2257"/>
                  </a:cubicBezTo>
                  <a:cubicBezTo>
                    <a:pt x="3283" y="2166"/>
                    <a:pt x="3617" y="1892"/>
                    <a:pt x="3617" y="1892"/>
                  </a:cubicBezTo>
                  <a:lnTo>
                    <a:pt x="3769" y="2075"/>
                  </a:lnTo>
                  <a:lnTo>
                    <a:pt x="4955" y="1801"/>
                  </a:lnTo>
                  <a:cubicBezTo>
                    <a:pt x="4955" y="1801"/>
                    <a:pt x="4955" y="1102"/>
                    <a:pt x="4924" y="707"/>
                  </a:cubicBezTo>
                  <a:cubicBezTo>
                    <a:pt x="4894" y="342"/>
                    <a:pt x="4620" y="251"/>
                    <a:pt x="4620" y="251"/>
                  </a:cubicBezTo>
                  <a:cubicBezTo>
                    <a:pt x="4499" y="403"/>
                    <a:pt x="4347" y="464"/>
                    <a:pt x="4164" y="524"/>
                  </a:cubicBezTo>
                  <a:cubicBezTo>
                    <a:pt x="4124" y="534"/>
                    <a:pt x="4082" y="538"/>
                    <a:pt x="4040" y="538"/>
                  </a:cubicBezTo>
                  <a:cubicBezTo>
                    <a:pt x="3803" y="538"/>
                    <a:pt x="3564" y="397"/>
                    <a:pt x="3435" y="190"/>
                  </a:cubicBezTo>
                  <a:cubicBezTo>
                    <a:pt x="3313" y="38"/>
                    <a:pt x="3192" y="8"/>
                    <a:pt x="3192" y="8"/>
                  </a:cubicBezTo>
                  <a:cubicBezTo>
                    <a:pt x="3164" y="3"/>
                    <a:pt x="3142" y="1"/>
                    <a:pt x="31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2334;p67">
              <a:extLst>
                <a:ext uri="{FF2B5EF4-FFF2-40B4-BE49-F238E27FC236}">
                  <a16:creationId xmlns:a16="http://schemas.microsoft.com/office/drawing/2014/main" id="{26CEDC02-30DC-8E14-7351-8197A9287528}"/>
                </a:ext>
              </a:extLst>
            </p:cNvPr>
            <p:cNvSpPr/>
            <p:nvPr/>
          </p:nvSpPr>
          <p:spPr>
            <a:xfrm>
              <a:off x="2902594" y="2513490"/>
              <a:ext cx="481643" cy="662594"/>
            </a:xfrm>
            <a:custGeom>
              <a:avLst/>
              <a:gdLst/>
              <a:ahLst/>
              <a:cxnLst/>
              <a:rect l="l" t="t" r="r" b="b"/>
              <a:pathLst>
                <a:path w="15108" h="20784" extrusionOk="0">
                  <a:moveTo>
                    <a:pt x="8383" y="0"/>
                  </a:moveTo>
                  <a:cubicBezTo>
                    <a:pt x="8118" y="0"/>
                    <a:pt x="1514" y="1319"/>
                    <a:pt x="943" y="2311"/>
                  </a:cubicBezTo>
                  <a:cubicBezTo>
                    <a:pt x="1" y="3952"/>
                    <a:pt x="1551" y="13588"/>
                    <a:pt x="1399" y="20518"/>
                  </a:cubicBezTo>
                  <a:cubicBezTo>
                    <a:pt x="1399" y="20518"/>
                    <a:pt x="1735" y="20784"/>
                    <a:pt x="2340" y="20784"/>
                  </a:cubicBezTo>
                  <a:cubicBezTo>
                    <a:pt x="2627" y="20784"/>
                    <a:pt x="2974" y="20724"/>
                    <a:pt x="3375" y="20548"/>
                  </a:cubicBezTo>
                  <a:cubicBezTo>
                    <a:pt x="3679" y="17144"/>
                    <a:pt x="5837" y="9575"/>
                    <a:pt x="4469" y="5837"/>
                  </a:cubicBezTo>
                  <a:lnTo>
                    <a:pt x="4469" y="5837"/>
                  </a:lnTo>
                  <a:cubicBezTo>
                    <a:pt x="5836" y="5924"/>
                    <a:pt x="7075" y="6006"/>
                    <a:pt x="8265" y="6006"/>
                  </a:cubicBezTo>
                  <a:cubicBezTo>
                    <a:pt x="9986" y="6006"/>
                    <a:pt x="11601" y="5834"/>
                    <a:pt x="13344" y="5259"/>
                  </a:cubicBezTo>
                  <a:cubicBezTo>
                    <a:pt x="14044" y="5047"/>
                    <a:pt x="14226" y="4591"/>
                    <a:pt x="14651" y="3861"/>
                  </a:cubicBezTo>
                  <a:cubicBezTo>
                    <a:pt x="15107" y="3010"/>
                    <a:pt x="14803" y="1065"/>
                    <a:pt x="14348" y="1"/>
                  </a:cubicBezTo>
                  <a:lnTo>
                    <a:pt x="8390" y="1"/>
                  </a:lnTo>
                  <a:cubicBezTo>
                    <a:pt x="8389" y="1"/>
                    <a:pt x="8386" y="0"/>
                    <a:pt x="83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2335;p67">
              <a:extLst>
                <a:ext uri="{FF2B5EF4-FFF2-40B4-BE49-F238E27FC236}">
                  <a16:creationId xmlns:a16="http://schemas.microsoft.com/office/drawing/2014/main" id="{8B53D4EA-634E-896F-CD83-72547055285B}"/>
                </a:ext>
              </a:extLst>
            </p:cNvPr>
            <p:cNvSpPr/>
            <p:nvPr/>
          </p:nvSpPr>
          <p:spPr>
            <a:xfrm>
              <a:off x="2434550" y="2147209"/>
              <a:ext cx="192874" cy="79254"/>
            </a:xfrm>
            <a:custGeom>
              <a:avLst/>
              <a:gdLst/>
              <a:ahLst/>
              <a:cxnLst/>
              <a:rect l="l" t="t" r="r" b="b"/>
              <a:pathLst>
                <a:path w="6050" h="2486" extrusionOk="0">
                  <a:moveTo>
                    <a:pt x="2858" y="0"/>
                  </a:moveTo>
                  <a:cubicBezTo>
                    <a:pt x="2189" y="0"/>
                    <a:pt x="2037" y="365"/>
                    <a:pt x="1794" y="365"/>
                  </a:cubicBezTo>
                  <a:cubicBezTo>
                    <a:pt x="1573" y="337"/>
                    <a:pt x="597" y="83"/>
                    <a:pt x="285" y="83"/>
                  </a:cubicBezTo>
                  <a:cubicBezTo>
                    <a:pt x="254" y="83"/>
                    <a:pt x="230" y="86"/>
                    <a:pt x="213" y="91"/>
                  </a:cubicBezTo>
                  <a:cubicBezTo>
                    <a:pt x="1" y="152"/>
                    <a:pt x="153" y="304"/>
                    <a:pt x="335" y="395"/>
                  </a:cubicBezTo>
                  <a:cubicBezTo>
                    <a:pt x="578" y="547"/>
                    <a:pt x="912" y="669"/>
                    <a:pt x="1338" y="851"/>
                  </a:cubicBezTo>
                  <a:cubicBezTo>
                    <a:pt x="1764" y="1034"/>
                    <a:pt x="1733" y="1064"/>
                    <a:pt x="2128" y="1216"/>
                  </a:cubicBezTo>
                  <a:cubicBezTo>
                    <a:pt x="2554" y="1368"/>
                    <a:pt x="3071" y="1611"/>
                    <a:pt x="2797" y="1794"/>
                  </a:cubicBezTo>
                  <a:cubicBezTo>
                    <a:pt x="2686" y="1855"/>
                    <a:pt x="2670" y="1872"/>
                    <a:pt x="2654" y="1872"/>
                  </a:cubicBezTo>
                  <a:cubicBezTo>
                    <a:pt x="2635" y="1872"/>
                    <a:pt x="2615" y="1849"/>
                    <a:pt x="2443" y="1849"/>
                  </a:cubicBezTo>
                  <a:cubicBezTo>
                    <a:pt x="2400" y="1849"/>
                    <a:pt x="2346" y="1851"/>
                    <a:pt x="2280" y="1854"/>
                  </a:cubicBezTo>
                  <a:cubicBezTo>
                    <a:pt x="1703" y="1915"/>
                    <a:pt x="1399" y="2250"/>
                    <a:pt x="1764" y="2310"/>
                  </a:cubicBezTo>
                  <a:cubicBezTo>
                    <a:pt x="2058" y="2356"/>
                    <a:pt x="2438" y="2486"/>
                    <a:pt x="2864" y="2486"/>
                  </a:cubicBezTo>
                  <a:cubicBezTo>
                    <a:pt x="3009" y="2486"/>
                    <a:pt x="3159" y="2471"/>
                    <a:pt x="3314" y="2432"/>
                  </a:cubicBezTo>
                  <a:cubicBezTo>
                    <a:pt x="3618" y="2341"/>
                    <a:pt x="3861" y="2250"/>
                    <a:pt x="3982" y="2189"/>
                  </a:cubicBezTo>
                  <a:cubicBezTo>
                    <a:pt x="4104" y="2128"/>
                    <a:pt x="4226" y="2128"/>
                    <a:pt x="4378" y="2128"/>
                  </a:cubicBezTo>
                  <a:lnTo>
                    <a:pt x="5198" y="2158"/>
                  </a:lnTo>
                  <a:lnTo>
                    <a:pt x="6049" y="973"/>
                  </a:lnTo>
                  <a:lnTo>
                    <a:pt x="6049" y="973"/>
                  </a:lnTo>
                  <a:cubicBezTo>
                    <a:pt x="6049" y="973"/>
                    <a:pt x="5745" y="996"/>
                    <a:pt x="5403" y="996"/>
                  </a:cubicBezTo>
                  <a:cubicBezTo>
                    <a:pt x="5061" y="996"/>
                    <a:pt x="4682" y="973"/>
                    <a:pt x="4530" y="882"/>
                  </a:cubicBezTo>
                  <a:cubicBezTo>
                    <a:pt x="4226" y="730"/>
                    <a:pt x="3557" y="0"/>
                    <a:pt x="2858"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2336;p67">
              <a:extLst>
                <a:ext uri="{FF2B5EF4-FFF2-40B4-BE49-F238E27FC236}">
                  <a16:creationId xmlns:a16="http://schemas.microsoft.com/office/drawing/2014/main" id="{AEC5A729-3456-4385-A4C8-7B5CFA579A47}"/>
                </a:ext>
              </a:extLst>
            </p:cNvPr>
            <p:cNvSpPr/>
            <p:nvPr/>
          </p:nvSpPr>
          <p:spPr>
            <a:xfrm>
              <a:off x="2571192" y="2002820"/>
              <a:ext cx="544606" cy="244201"/>
            </a:xfrm>
            <a:custGeom>
              <a:avLst/>
              <a:gdLst/>
              <a:ahLst/>
              <a:cxnLst/>
              <a:rect l="l" t="t" r="r" b="b"/>
              <a:pathLst>
                <a:path w="17083" h="7660" extrusionOk="0">
                  <a:moveTo>
                    <a:pt x="17083" y="0"/>
                  </a:moveTo>
                  <a:lnTo>
                    <a:pt x="17083" y="0"/>
                  </a:lnTo>
                  <a:cubicBezTo>
                    <a:pt x="17083" y="0"/>
                    <a:pt x="15472" y="0"/>
                    <a:pt x="14469" y="699"/>
                  </a:cubicBezTo>
                  <a:cubicBezTo>
                    <a:pt x="13922" y="1095"/>
                    <a:pt x="9058" y="4286"/>
                    <a:pt x="8450" y="4590"/>
                  </a:cubicBezTo>
                  <a:cubicBezTo>
                    <a:pt x="7842" y="4924"/>
                    <a:pt x="396" y="5350"/>
                    <a:pt x="396" y="5350"/>
                  </a:cubicBezTo>
                  <a:cubicBezTo>
                    <a:pt x="396" y="5350"/>
                    <a:pt x="0" y="5715"/>
                    <a:pt x="0" y="6231"/>
                  </a:cubicBezTo>
                  <a:cubicBezTo>
                    <a:pt x="0" y="6748"/>
                    <a:pt x="152" y="7204"/>
                    <a:pt x="152" y="7204"/>
                  </a:cubicBezTo>
                  <a:cubicBezTo>
                    <a:pt x="152" y="7204"/>
                    <a:pt x="4963" y="7659"/>
                    <a:pt x="7634" y="7659"/>
                  </a:cubicBezTo>
                  <a:cubicBezTo>
                    <a:pt x="8273" y="7659"/>
                    <a:pt x="8790" y="7633"/>
                    <a:pt x="9089" y="7569"/>
                  </a:cubicBezTo>
                  <a:cubicBezTo>
                    <a:pt x="10639" y="7265"/>
                    <a:pt x="16870" y="4590"/>
                    <a:pt x="16870" y="4590"/>
                  </a:cubicBezTo>
                  <a:lnTo>
                    <a:pt x="170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2337;p67">
              <a:extLst>
                <a:ext uri="{FF2B5EF4-FFF2-40B4-BE49-F238E27FC236}">
                  <a16:creationId xmlns:a16="http://schemas.microsoft.com/office/drawing/2014/main" id="{FB2065C7-827A-20F0-CF80-144EA76A5536}"/>
                </a:ext>
              </a:extLst>
            </p:cNvPr>
            <p:cNvSpPr/>
            <p:nvPr/>
          </p:nvSpPr>
          <p:spPr>
            <a:xfrm>
              <a:off x="3009204" y="1981874"/>
              <a:ext cx="377937" cy="576837"/>
            </a:xfrm>
            <a:custGeom>
              <a:avLst/>
              <a:gdLst/>
              <a:ahLst/>
              <a:cxnLst/>
              <a:rect l="l" t="t" r="r" b="b"/>
              <a:pathLst>
                <a:path w="11855" h="18094" extrusionOk="0">
                  <a:moveTo>
                    <a:pt x="6019" y="1"/>
                  </a:moveTo>
                  <a:cubicBezTo>
                    <a:pt x="3827" y="1"/>
                    <a:pt x="1718" y="620"/>
                    <a:pt x="730" y="1356"/>
                  </a:cubicBezTo>
                  <a:cubicBezTo>
                    <a:pt x="0" y="2177"/>
                    <a:pt x="456" y="6615"/>
                    <a:pt x="1216" y="10202"/>
                  </a:cubicBezTo>
                  <a:cubicBezTo>
                    <a:pt x="1702" y="12329"/>
                    <a:pt x="1216" y="14487"/>
                    <a:pt x="1125" y="17405"/>
                  </a:cubicBezTo>
                  <a:cubicBezTo>
                    <a:pt x="1125" y="17405"/>
                    <a:pt x="1599" y="18047"/>
                    <a:pt x="3431" y="18047"/>
                  </a:cubicBezTo>
                  <a:cubicBezTo>
                    <a:pt x="3511" y="18047"/>
                    <a:pt x="3593" y="18046"/>
                    <a:pt x="3678" y="18044"/>
                  </a:cubicBezTo>
                  <a:cubicBezTo>
                    <a:pt x="3832" y="18037"/>
                    <a:pt x="3996" y="18035"/>
                    <a:pt x="4167" y="18035"/>
                  </a:cubicBezTo>
                  <a:cubicBezTo>
                    <a:pt x="4987" y="18035"/>
                    <a:pt x="5980" y="18094"/>
                    <a:pt x="6957" y="18094"/>
                  </a:cubicBezTo>
                  <a:cubicBezTo>
                    <a:pt x="8784" y="18094"/>
                    <a:pt x="10554" y="17888"/>
                    <a:pt x="11034" y="16706"/>
                  </a:cubicBezTo>
                  <a:cubicBezTo>
                    <a:pt x="10152" y="14335"/>
                    <a:pt x="11672" y="4001"/>
                    <a:pt x="11703" y="3423"/>
                  </a:cubicBezTo>
                  <a:cubicBezTo>
                    <a:pt x="11855" y="1752"/>
                    <a:pt x="11155" y="1113"/>
                    <a:pt x="8906" y="414"/>
                  </a:cubicBezTo>
                  <a:cubicBezTo>
                    <a:pt x="7988" y="124"/>
                    <a:pt x="6995" y="1"/>
                    <a:pt x="60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2338;p67">
              <a:extLst>
                <a:ext uri="{FF2B5EF4-FFF2-40B4-BE49-F238E27FC236}">
                  <a16:creationId xmlns:a16="http://schemas.microsoft.com/office/drawing/2014/main" id="{DAF6CA3E-4BC0-94F8-F98D-60D346EBAF05}"/>
                </a:ext>
              </a:extLst>
            </p:cNvPr>
            <p:cNvSpPr/>
            <p:nvPr/>
          </p:nvSpPr>
          <p:spPr>
            <a:xfrm>
              <a:off x="2915187" y="2503798"/>
              <a:ext cx="344049" cy="90157"/>
            </a:xfrm>
            <a:custGeom>
              <a:avLst/>
              <a:gdLst/>
              <a:ahLst/>
              <a:cxnLst/>
              <a:rect l="l" t="t" r="r" b="b"/>
              <a:pathLst>
                <a:path w="10792" h="2828" extrusionOk="0">
                  <a:moveTo>
                    <a:pt x="1" y="1"/>
                  </a:moveTo>
                  <a:lnTo>
                    <a:pt x="6262" y="2828"/>
                  </a:lnTo>
                  <a:lnTo>
                    <a:pt x="10791" y="852"/>
                  </a:lnTo>
                  <a:lnTo>
                    <a:pt x="1" y="1"/>
                  </a:ln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2339;p67">
              <a:extLst>
                <a:ext uri="{FF2B5EF4-FFF2-40B4-BE49-F238E27FC236}">
                  <a16:creationId xmlns:a16="http://schemas.microsoft.com/office/drawing/2014/main" id="{B77C413D-3209-EFCD-6D25-B5AEEE2634A9}"/>
                </a:ext>
              </a:extLst>
            </p:cNvPr>
            <p:cNvSpPr/>
            <p:nvPr/>
          </p:nvSpPr>
          <p:spPr>
            <a:xfrm>
              <a:off x="3112881" y="2530928"/>
              <a:ext cx="146361" cy="71762"/>
            </a:xfrm>
            <a:custGeom>
              <a:avLst/>
              <a:gdLst/>
              <a:ahLst/>
              <a:cxnLst/>
              <a:rect l="l" t="t" r="r" b="b"/>
              <a:pathLst>
                <a:path w="4591" h="2251" extrusionOk="0">
                  <a:moveTo>
                    <a:pt x="4590" y="1"/>
                  </a:moveTo>
                  <a:lnTo>
                    <a:pt x="1" y="1855"/>
                  </a:lnTo>
                  <a:lnTo>
                    <a:pt x="1" y="2250"/>
                  </a:lnTo>
                  <a:lnTo>
                    <a:pt x="4530" y="366"/>
                  </a:lnTo>
                  <a:lnTo>
                    <a:pt x="45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2340;p67">
              <a:extLst>
                <a:ext uri="{FF2B5EF4-FFF2-40B4-BE49-F238E27FC236}">
                  <a16:creationId xmlns:a16="http://schemas.microsoft.com/office/drawing/2014/main" id="{803F1EE1-75E7-7D9D-E525-1F3E72EA6123}"/>
                </a:ext>
              </a:extLst>
            </p:cNvPr>
            <p:cNvSpPr/>
            <p:nvPr/>
          </p:nvSpPr>
          <p:spPr>
            <a:xfrm>
              <a:off x="2982966" y="2478612"/>
              <a:ext cx="131888" cy="87415"/>
            </a:xfrm>
            <a:custGeom>
              <a:avLst/>
              <a:gdLst/>
              <a:ahLst/>
              <a:cxnLst/>
              <a:rect l="l" t="t" r="r" b="b"/>
              <a:pathLst>
                <a:path w="4137" h="2742" extrusionOk="0">
                  <a:moveTo>
                    <a:pt x="3498" y="1"/>
                  </a:moveTo>
                  <a:lnTo>
                    <a:pt x="2586" y="426"/>
                  </a:lnTo>
                  <a:cubicBezTo>
                    <a:pt x="2586" y="426"/>
                    <a:pt x="2198" y="110"/>
                    <a:pt x="1669" y="110"/>
                  </a:cubicBezTo>
                  <a:cubicBezTo>
                    <a:pt x="1429" y="110"/>
                    <a:pt x="1160" y="175"/>
                    <a:pt x="884" y="365"/>
                  </a:cubicBezTo>
                  <a:cubicBezTo>
                    <a:pt x="0" y="925"/>
                    <a:pt x="830" y="2742"/>
                    <a:pt x="1463" y="2742"/>
                  </a:cubicBezTo>
                  <a:cubicBezTo>
                    <a:pt x="1483" y="2742"/>
                    <a:pt x="1503" y="2740"/>
                    <a:pt x="1522" y="2736"/>
                  </a:cubicBezTo>
                  <a:cubicBezTo>
                    <a:pt x="2191" y="2584"/>
                    <a:pt x="4136" y="1338"/>
                    <a:pt x="4136" y="1338"/>
                  </a:cubicBezTo>
                  <a:lnTo>
                    <a:pt x="3498" y="1"/>
                  </a:lnTo>
                  <a:close/>
                </a:path>
              </a:pathLst>
            </a:custGeom>
            <a:solidFill>
              <a:srgbClr val="FEA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2341;p67">
              <a:extLst>
                <a:ext uri="{FF2B5EF4-FFF2-40B4-BE49-F238E27FC236}">
                  <a16:creationId xmlns:a16="http://schemas.microsoft.com/office/drawing/2014/main" id="{74556728-DB2A-E264-F795-B1BCC305944D}"/>
                </a:ext>
              </a:extLst>
            </p:cNvPr>
            <p:cNvSpPr/>
            <p:nvPr/>
          </p:nvSpPr>
          <p:spPr>
            <a:xfrm>
              <a:off x="3076058" y="2014711"/>
              <a:ext cx="344049" cy="522067"/>
            </a:xfrm>
            <a:custGeom>
              <a:avLst/>
              <a:gdLst/>
              <a:ahLst/>
              <a:cxnLst/>
              <a:rect l="l" t="t" r="r" b="b"/>
              <a:pathLst>
                <a:path w="10792" h="16376" extrusionOk="0">
                  <a:moveTo>
                    <a:pt x="8181" y="0"/>
                  </a:moveTo>
                  <a:cubicBezTo>
                    <a:pt x="7031" y="0"/>
                    <a:pt x="6648" y="1641"/>
                    <a:pt x="6505" y="2667"/>
                  </a:cubicBezTo>
                  <a:cubicBezTo>
                    <a:pt x="6414" y="3488"/>
                    <a:pt x="6596" y="4551"/>
                    <a:pt x="6688" y="5372"/>
                  </a:cubicBezTo>
                  <a:cubicBezTo>
                    <a:pt x="6840" y="6922"/>
                    <a:pt x="6992" y="8472"/>
                    <a:pt x="7144" y="10023"/>
                  </a:cubicBezTo>
                  <a:cubicBezTo>
                    <a:pt x="6201" y="10418"/>
                    <a:pt x="5320" y="11026"/>
                    <a:pt x="4499" y="11634"/>
                  </a:cubicBezTo>
                  <a:cubicBezTo>
                    <a:pt x="2706" y="13001"/>
                    <a:pt x="153" y="14521"/>
                    <a:pt x="153" y="14521"/>
                  </a:cubicBezTo>
                  <a:cubicBezTo>
                    <a:pt x="153" y="14521"/>
                    <a:pt x="1" y="15129"/>
                    <a:pt x="92" y="15433"/>
                  </a:cubicBezTo>
                  <a:cubicBezTo>
                    <a:pt x="244" y="16223"/>
                    <a:pt x="760" y="16375"/>
                    <a:pt x="760" y="16375"/>
                  </a:cubicBezTo>
                  <a:cubicBezTo>
                    <a:pt x="760" y="16375"/>
                    <a:pt x="8238" y="13336"/>
                    <a:pt x="9423" y="11725"/>
                  </a:cubicBezTo>
                  <a:cubicBezTo>
                    <a:pt x="10214" y="10661"/>
                    <a:pt x="10092" y="8533"/>
                    <a:pt x="10153" y="7287"/>
                  </a:cubicBezTo>
                  <a:cubicBezTo>
                    <a:pt x="10244" y="5433"/>
                    <a:pt x="10791" y="418"/>
                    <a:pt x="8420" y="23"/>
                  </a:cubicBezTo>
                  <a:cubicBezTo>
                    <a:pt x="8337" y="7"/>
                    <a:pt x="8257" y="0"/>
                    <a:pt x="8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2342;p67">
              <a:extLst>
                <a:ext uri="{FF2B5EF4-FFF2-40B4-BE49-F238E27FC236}">
                  <a16:creationId xmlns:a16="http://schemas.microsoft.com/office/drawing/2014/main" id="{A475536A-63CD-0FEA-D136-9E1666F12B25}"/>
                </a:ext>
              </a:extLst>
            </p:cNvPr>
            <p:cNvSpPr/>
            <p:nvPr/>
          </p:nvSpPr>
          <p:spPr>
            <a:xfrm>
              <a:off x="2767993" y="2286497"/>
              <a:ext cx="344910" cy="316186"/>
            </a:xfrm>
            <a:custGeom>
              <a:avLst/>
              <a:gdLst/>
              <a:ahLst/>
              <a:cxnLst/>
              <a:rect l="l" t="t" r="r" b="b"/>
              <a:pathLst>
                <a:path w="10819" h="9918" extrusionOk="0">
                  <a:moveTo>
                    <a:pt x="603" y="1"/>
                  </a:moveTo>
                  <a:cubicBezTo>
                    <a:pt x="277" y="1"/>
                    <a:pt x="0" y="285"/>
                    <a:pt x="28" y="647"/>
                  </a:cubicBezTo>
                  <a:lnTo>
                    <a:pt x="332" y="7638"/>
                  </a:lnTo>
                  <a:cubicBezTo>
                    <a:pt x="332" y="7972"/>
                    <a:pt x="575" y="8245"/>
                    <a:pt x="910" y="8306"/>
                  </a:cubicBezTo>
                  <a:lnTo>
                    <a:pt x="10819" y="9917"/>
                  </a:lnTo>
                  <a:lnTo>
                    <a:pt x="10484" y="2075"/>
                  </a:lnTo>
                  <a:cubicBezTo>
                    <a:pt x="10484" y="1802"/>
                    <a:pt x="10271" y="1558"/>
                    <a:pt x="9998" y="1528"/>
                  </a:cubicBezTo>
                  <a:lnTo>
                    <a:pt x="697" y="8"/>
                  </a:lnTo>
                  <a:cubicBezTo>
                    <a:pt x="665" y="3"/>
                    <a:pt x="634" y="1"/>
                    <a:pt x="6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2343;p67">
              <a:extLst>
                <a:ext uri="{FF2B5EF4-FFF2-40B4-BE49-F238E27FC236}">
                  <a16:creationId xmlns:a16="http://schemas.microsoft.com/office/drawing/2014/main" id="{4AF43922-9871-152F-ABE0-D571B3233F4C}"/>
                </a:ext>
              </a:extLst>
            </p:cNvPr>
            <p:cNvSpPr/>
            <p:nvPr/>
          </p:nvSpPr>
          <p:spPr>
            <a:xfrm>
              <a:off x="3089640" y="1747995"/>
              <a:ext cx="187996" cy="257750"/>
            </a:xfrm>
            <a:custGeom>
              <a:avLst/>
              <a:gdLst/>
              <a:ahLst/>
              <a:cxnLst/>
              <a:rect l="l" t="t" r="r" b="b"/>
              <a:pathLst>
                <a:path w="5897" h="8085" extrusionOk="0">
                  <a:moveTo>
                    <a:pt x="2503" y="1"/>
                  </a:moveTo>
                  <a:cubicBezTo>
                    <a:pt x="1676" y="1"/>
                    <a:pt x="981" y="363"/>
                    <a:pt x="942" y="1519"/>
                  </a:cubicBezTo>
                  <a:cubicBezTo>
                    <a:pt x="942" y="1519"/>
                    <a:pt x="486" y="3404"/>
                    <a:pt x="304" y="3890"/>
                  </a:cubicBezTo>
                  <a:cubicBezTo>
                    <a:pt x="243" y="4042"/>
                    <a:pt x="0" y="4528"/>
                    <a:pt x="31" y="4711"/>
                  </a:cubicBezTo>
                  <a:cubicBezTo>
                    <a:pt x="91" y="4832"/>
                    <a:pt x="365" y="4802"/>
                    <a:pt x="486" y="4832"/>
                  </a:cubicBezTo>
                  <a:cubicBezTo>
                    <a:pt x="730" y="4923"/>
                    <a:pt x="365" y="6474"/>
                    <a:pt x="882" y="6626"/>
                  </a:cubicBezTo>
                  <a:cubicBezTo>
                    <a:pt x="1246" y="6707"/>
                    <a:pt x="1571" y="6720"/>
                    <a:pt x="1872" y="6720"/>
                  </a:cubicBezTo>
                  <a:cubicBezTo>
                    <a:pt x="2023" y="6720"/>
                    <a:pt x="2168" y="6717"/>
                    <a:pt x="2310" y="6717"/>
                  </a:cubicBezTo>
                  <a:cubicBezTo>
                    <a:pt x="2310" y="6747"/>
                    <a:pt x="2189" y="7568"/>
                    <a:pt x="2189" y="7568"/>
                  </a:cubicBezTo>
                  <a:lnTo>
                    <a:pt x="2310" y="8085"/>
                  </a:lnTo>
                  <a:lnTo>
                    <a:pt x="3252" y="8085"/>
                  </a:lnTo>
                  <a:lnTo>
                    <a:pt x="4529" y="7750"/>
                  </a:lnTo>
                  <a:cubicBezTo>
                    <a:pt x="4529" y="7750"/>
                    <a:pt x="4590" y="6078"/>
                    <a:pt x="4651" y="5896"/>
                  </a:cubicBezTo>
                  <a:cubicBezTo>
                    <a:pt x="4681" y="5774"/>
                    <a:pt x="5167" y="5319"/>
                    <a:pt x="5532" y="4467"/>
                  </a:cubicBezTo>
                  <a:cubicBezTo>
                    <a:pt x="5745" y="3981"/>
                    <a:pt x="5897" y="3495"/>
                    <a:pt x="5897" y="3191"/>
                  </a:cubicBezTo>
                  <a:cubicBezTo>
                    <a:pt x="5897" y="2279"/>
                    <a:pt x="5866" y="1367"/>
                    <a:pt x="5289" y="911"/>
                  </a:cubicBezTo>
                  <a:cubicBezTo>
                    <a:pt x="4958" y="650"/>
                    <a:pt x="3611" y="1"/>
                    <a:pt x="2503" y="1"/>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2344;p67">
              <a:extLst>
                <a:ext uri="{FF2B5EF4-FFF2-40B4-BE49-F238E27FC236}">
                  <a16:creationId xmlns:a16="http://schemas.microsoft.com/office/drawing/2014/main" id="{8ABD07FE-0435-A1DB-CDA1-4AF7C0AA7B7B}"/>
                </a:ext>
              </a:extLst>
            </p:cNvPr>
            <p:cNvSpPr/>
            <p:nvPr/>
          </p:nvSpPr>
          <p:spPr>
            <a:xfrm>
              <a:off x="3083359" y="1729281"/>
              <a:ext cx="224212" cy="208782"/>
            </a:xfrm>
            <a:custGeom>
              <a:avLst/>
              <a:gdLst/>
              <a:ahLst/>
              <a:cxnLst/>
              <a:rect l="l" t="t" r="r" b="b"/>
              <a:pathLst>
                <a:path w="7033" h="6549" extrusionOk="0">
                  <a:moveTo>
                    <a:pt x="872" y="1"/>
                  </a:moveTo>
                  <a:cubicBezTo>
                    <a:pt x="0" y="1"/>
                    <a:pt x="159" y="1383"/>
                    <a:pt x="258" y="1802"/>
                  </a:cubicBezTo>
                  <a:cubicBezTo>
                    <a:pt x="288" y="2045"/>
                    <a:pt x="592" y="2106"/>
                    <a:pt x="653" y="2197"/>
                  </a:cubicBezTo>
                  <a:cubicBezTo>
                    <a:pt x="683" y="2288"/>
                    <a:pt x="592" y="2744"/>
                    <a:pt x="592" y="2927"/>
                  </a:cubicBezTo>
                  <a:cubicBezTo>
                    <a:pt x="592" y="3109"/>
                    <a:pt x="896" y="3231"/>
                    <a:pt x="896" y="3231"/>
                  </a:cubicBezTo>
                  <a:cubicBezTo>
                    <a:pt x="896" y="3231"/>
                    <a:pt x="987" y="2744"/>
                    <a:pt x="1018" y="2684"/>
                  </a:cubicBezTo>
                  <a:cubicBezTo>
                    <a:pt x="1018" y="2623"/>
                    <a:pt x="1139" y="2137"/>
                    <a:pt x="1170" y="2137"/>
                  </a:cubicBezTo>
                  <a:cubicBezTo>
                    <a:pt x="1291" y="2076"/>
                    <a:pt x="1383" y="2076"/>
                    <a:pt x="1383" y="2076"/>
                  </a:cubicBezTo>
                  <a:cubicBezTo>
                    <a:pt x="1535" y="2015"/>
                    <a:pt x="2234" y="1985"/>
                    <a:pt x="2568" y="1985"/>
                  </a:cubicBezTo>
                  <a:cubicBezTo>
                    <a:pt x="2659" y="1985"/>
                    <a:pt x="2750" y="2045"/>
                    <a:pt x="2750" y="2137"/>
                  </a:cubicBezTo>
                  <a:cubicBezTo>
                    <a:pt x="2720" y="3261"/>
                    <a:pt x="3267" y="3444"/>
                    <a:pt x="3510" y="3474"/>
                  </a:cubicBezTo>
                  <a:cubicBezTo>
                    <a:pt x="3571" y="3474"/>
                    <a:pt x="3632" y="3535"/>
                    <a:pt x="3632" y="3595"/>
                  </a:cubicBezTo>
                  <a:cubicBezTo>
                    <a:pt x="3618" y="4400"/>
                    <a:pt x="3782" y="4625"/>
                    <a:pt x="3970" y="4625"/>
                  </a:cubicBezTo>
                  <a:cubicBezTo>
                    <a:pt x="4208" y="4625"/>
                    <a:pt x="4483" y="4264"/>
                    <a:pt x="4483" y="4264"/>
                  </a:cubicBezTo>
                  <a:cubicBezTo>
                    <a:pt x="4756" y="4477"/>
                    <a:pt x="4696" y="5480"/>
                    <a:pt x="4726" y="6058"/>
                  </a:cubicBezTo>
                  <a:cubicBezTo>
                    <a:pt x="4726" y="6331"/>
                    <a:pt x="4817" y="6544"/>
                    <a:pt x="4817" y="6544"/>
                  </a:cubicBezTo>
                  <a:cubicBezTo>
                    <a:pt x="4817" y="6544"/>
                    <a:pt x="4846" y="6549"/>
                    <a:pt x="4895" y="6549"/>
                  </a:cubicBezTo>
                  <a:cubicBezTo>
                    <a:pt x="4968" y="6549"/>
                    <a:pt x="5085" y="6538"/>
                    <a:pt x="5212" y="6483"/>
                  </a:cubicBezTo>
                  <a:cubicBezTo>
                    <a:pt x="5273" y="6453"/>
                    <a:pt x="5638" y="6058"/>
                    <a:pt x="5729" y="6027"/>
                  </a:cubicBezTo>
                  <a:cubicBezTo>
                    <a:pt x="6185" y="5662"/>
                    <a:pt x="6459" y="5115"/>
                    <a:pt x="6671" y="3383"/>
                  </a:cubicBezTo>
                  <a:cubicBezTo>
                    <a:pt x="7032" y="717"/>
                    <a:pt x="4477" y="334"/>
                    <a:pt x="3499" y="334"/>
                  </a:cubicBezTo>
                  <a:cubicBezTo>
                    <a:pt x="3406" y="334"/>
                    <a:pt x="3328" y="338"/>
                    <a:pt x="3267" y="343"/>
                  </a:cubicBezTo>
                  <a:cubicBezTo>
                    <a:pt x="3095" y="363"/>
                    <a:pt x="2885" y="374"/>
                    <a:pt x="2674" y="374"/>
                  </a:cubicBezTo>
                  <a:cubicBezTo>
                    <a:pt x="2251" y="374"/>
                    <a:pt x="1818" y="333"/>
                    <a:pt x="1656" y="252"/>
                  </a:cubicBezTo>
                  <a:cubicBezTo>
                    <a:pt x="1330" y="75"/>
                    <a:pt x="1074"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2345;p67">
              <a:extLst>
                <a:ext uri="{FF2B5EF4-FFF2-40B4-BE49-F238E27FC236}">
                  <a16:creationId xmlns:a16="http://schemas.microsoft.com/office/drawing/2014/main" id="{80726237-9162-466A-3353-C312056A4A5C}"/>
                </a:ext>
              </a:extLst>
            </p:cNvPr>
            <p:cNvSpPr/>
            <p:nvPr/>
          </p:nvSpPr>
          <p:spPr>
            <a:xfrm>
              <a:off x="3219491" y="1846507"/>
              <a:ext cx="42655" cy="55567"/>
            </a:xfrm>
            <a:custGeom>
              <a:avLst/>
              <a:gdLst/>
              <a:ahLst/>
              <a:cxnLst/>
              <a:rect l="l" t="t" r="r" b="b"/>
              <a:pathLst>
                <a:path w="1338" h="1743" extrusionOk="0">
                  <a:moveTo>
                    <a:pt x="604" y="0"/>
                  </a:moveTo>
                  <a:cubicBezTo>
                    <a:pt x="205" y="0"/>
                    <a:pt x="152" y="526"/>
                    <a:pt x="152" y="526"/>
                  </a:cubicBezTo>
                  <a:cubicBezTo>
                    <a:pt x="0" y="1104"/>
                    <a:pt x="0" y="1742"/>
                    <a:pt x="0" y="1742"/>
                  </a:cubicBezTo>
                  <a:cubicBezTo>
                    <a:pt x="1338" y="1712"/>
                    <a:pt x="1338" y="131"/>
                    <a:pt x="699" y="10"/>
                  </a:cubicBezTo>
                  <a:cubicBezTo>
                    <a:pt x="665" y="3"/>
                    <a:pt x="633" y="0"/>
                    <a:pt x="604"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2346;p67">
              <a:extLst>
                <a:ext uri="{FF2B5EF4-FFF2-40B4-BE49-F238E27FC236}">
                  <a16:creationId xmlns:a16="http://schemas.microsoft.com/office/drawing/2014/main" id="{E3BEEADD-B915-4F52-6F1F-E05536A1CF81}"/>
                </a:ext>
              </a:extLst>
            </p:cNvPr>
            <p:cNvSpPr/>
            <p:nvPr/>
          </p:nvSpPr>
          <p:spPr>
            <a:xfrm>
              <a:off x="3163285" y="1960163"/>
              <a:ext cx="95959" cy="76608"/>
            </a:xfrm>
            <a:custGeom>
              <a:avLst/>
              <a:gdLst/>
              <a:ahLst/>
              <a:cxnLst/>
              <a:rect l="l" t="t" r="r" b="b"/>
              <a:pathLst>
                <a:path w="3010" h="2403" extrusionOk="0">
                  <a:moveTo>
                    <a:pt x="2401" y="1"/>
                  </a:moveTo>
                  <a:cubicBezTo>
                    <a:pt x="1642" y="457"/>
                    <a:pt x="0" y="1399"/>
                    <a:pt x="0" y="1399"/>
                  </a:cubicBezTo>
                  <a:lnTo>
                    <a:pt x="395" y="2402"/>
                  </a:lnTo>
                  <a:cubicBezTo>
                    <a:pt x="395" y="2402"/>
                    <a:pt x="2006" y="1521"/>
                    <a:pt x="2341" y="1338"/>
                  </a:cubicBezTo>
                  <a:cubicBezTo>
                    <a:pt x="2736" y="1126"/>
                    <a:pt x="3009" y="822"/>
                    <a:pt x="3009" y="822"/>
                  </a:cubicBezTo>
                  <a:cubicBezTo>
                    <a:pt x="2736" y="335"/>
                    <a:pt x="2401" y="1"/>
                    <a:pt x="2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2347;p67">
              <a:extLst>
                <a:ext uri="{FF2B5EF4-FFF2-40B4-BE49-F238E27FC236}">
                  <a16:creationId xmlns:a16="http://schemas.microsoft.com/office/drawing/2014/main" id="{AB8A9D29-16D2-2BCF-B8E0-35290A8A32ED}"/>
                </a:ext>
              </a:extLst>
            </p:cNvPr>
            <p:cNvSpPr/>
            <p:nvPr/>
          </p:nvSpPr>
          <p:spPr>
            <a:xfrm>
              <a:off x="3134209" y="1963096"/>
              <a:ext cx="29106" cy="66884"/>
            </a:xfrm>
            <a:custGeom>
              <a:avLst/>
              <a:gdLst/>
              <a:ahLst/>
              <a:cxnLst/>
              <a:rect l="l" t="t" r="r" b="b"/>
              <a:pathLst>
                <a:path w="913" h="2098" extrusionOk="0">
                  <a:moveTo>
                    <a:pt x="912" y="0"/>
                  </a:moveTo>
                  <a:lnTo>
                    <a:pt x="912" y="0"/>
                  </a:lnTo>
                  <a:cubicBezTo>
                    <a:pt x="669" y="91"/>
                    <a:pt x="213" y="578"/>
                    <a:pt x="213" y="578"/>
                  </a:cubicBezTo>
                  <a:cubicBezTo>
                    <a:pt x="0" y="1277"/>
                    <a:pt x="152" y="2097"/>
                    <a:pt x="152" y="2097"/>
                  </a:cubicBezTo>
                  <a:cubicBezTo>
                    <a:pt x="365" y="1702"/>
                    <a:pt x="639" y="1520"/>
                    <a:pt x="912" y="1307"/>
                  </a:cubicBezTo>
                  <a:cubicBezTo>
                    <a:pt x="791" y="912"/>
                    <a:pt x="912" y="0"/>
                    <a:pt x="9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5" name="Google Shape;2348;p67">
            <a:extLst>
              <a:ext uri="{FF2B5EF4-FFF2-40B4-BE49-F238E27FC236}">
                <a16:creationId xmlns:a16="http://schemas.microsoft.com/office/drawing/2014/main" id="{B996C6A7-1F9F-15D3-7AF4-21E3E18A59BD}"/>
              </a:ext>
            </a:extLst>
          </p:cNvPr>
          <p:cNvGrpSpPr/>
          <p:nvPr/>
        </p:nvGrpSpPr>
        <p:grpSpPr>
          <a:xfrm>
            <a:off x="3186056" y="3113805"/>
            <a:ext cx="542964" cy="465786"/>
            <a:chOff x="5863675" y="3789852"/>
            <a:chExt cx="542964" cy="465786"/>
          </a:xfrm>
        </p:grpSpPr>
        <p:sp>
          <p:nvSpPr>
            <p:cNvPr id="1266" name="Google Shape;2349;p67">
              <a:extLst>
                <a:ext uri="{FF2B5EF4-FFF2-40B4-BE49-F238E27FC236}">
                  <a16:creationId xmlns:a16="http://schemas.microsoft.com/office/drawing/2014/main" id="{123315A1-13B8-7DD8-6B87-7002341B5EDA}"/>
                </a:ext>
              </a:extLst>
            </p:cNvPr>
            <p:cNvSpPr/>
            <p:nvPr/>
          </p:nvSpPr>
          <p:spPr>
            <a:xfrm>
              <a:off x="5863675" y="37898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2350;p67">
              <a:extLst>
                <a:ext uri="{FF2B5EF4-FFF2-40B4-BE49-F238E27FC236}">
                  <a16:creationId xmlns:a16="http://schemas.microsoft.com/office/drawing/2014/main" id="{AF0D6B01-5658-41ED-A5F5-13A0F7E27CC1}"/>
                </a:ext>
              </a:extLst>
            </p:cNvPr>
            <p:cNvSpPr/>
            <p:nvPr/>
          </p:nvSpPr>
          <p:spPr>
            <a:xfrm>
              <a:off x="6250483" y="40749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8" name="Google Shape;570;p38">
            <a:extLst>
              <a:ext uri="{FF2B5EF4-FFF2-40B4-BE49-F238E27FC236}">
                <a16:creationId xmlns:a16="http://schemas.microsoft.com/office/drawing/2014/main" id="{33952D62-BB70-A8D4-B084-D12A3B7444C8}"/>
              </a:ext>
            </a:extLst>
          </p:cNvPr>
          <p:cNvGrpSpPr/>
          <p:nvPr/>
        </p:nvGrpSpPr>
        <p:grpSpPr>
          <a:xfrm>
            <a:off x="5900892" y="2438400"/>
            <a:ext cx="3156843" cy="2362392"/>
            <a:chOff x="4578176" y="1268467"/>
            <a:chExt cx="3998401" cy="3482914"/>
          </a:xfrm>
        </p:grpSpPr>
        <p:grpSp>
          <p:nvGrpSpPr>
            <p:cNvPr id="1269" name="Google Shape;571;p38">
              <a:extLst>
                <a:ext uri="{FF2B5EF4-FFF2-40B4-BE49-F238E27FC236}">
                  <a16:creationId xmlns:a16="http://schemas.microsoft.com/office/drawing/2014/main" id="{59378037-4839-3694-9A35-F691CC54FC8F}"/>
                </a:ext>
              </a:extLst>
            </p:cNvPr>
            <p:cNvGrpSpPr/>
            <p:nvPr/>
          </p:nvGrpSpPr>
          <p:grpSpPr>
            <a:xfrm>
              <a:off x="6769383" y="1268467"/>
              <a:ext cx="1530739" cy="2348789"/>
              <a:chOff x="6699275" y="2327988"/>
              <a:chExt cx="1406025" cy="2157425"/>
            </a:xfrm>
          </p:grpSpPr>
          <p:grpSp>
            <p:nvGrpSpPr>
              <p:cNvPr id="1396" name="Google Shape;572;p38">
                <a:extLst>
                  <a:ext uri="{FF2B5EF4-FFF2-40B4-BE49-F238E27FC236}">
                    <a16:creationId xmlns:a16="http://schemas.microsoft.com/office/drawing/2014/main" id="{4162C8A8-01D9-0422-47D6-4BC579B907B4}"/>
                  </a:ext>
                </a:extLst>
              </p:cNvPr>
              <p:cNvGrpSpPr/>
              <p:nvPr/>
            </p:nvGrpSpPr>
            <p:grpSpPr>
              <a:xfrm>
                <a:off x="6699275" y="2327988"/>
                <a:ext cx="1406025" cy="2157425"/>
                <a:chOff x="1576300" y="3891550"/>
                <a:chExt cx="1406025" cy="2157425"/>
              </a:xfrm>
            </p:grpSpPr>
            <p:sp>
              <p:nvSpPr>
                <p:cNvPr id="1401" name="Google Shape;573;p38">
                  <a:extLst>
                    <a:ext uri="{FF2B5EF4-FFF2-40B4-BE49-F238E27FC236}">
                      <a16:creationId xmlns:a16="http://schemas.microsoft.com/office/drawing/2014/main" id="{4C7EE382-661C-0100-5AB7-CB5BFF62D46C}"/>
                    </a:ext>
                  </a:extLst>
                </p:cNvPr>
                <p:cNvSpPr/>
                <p:nvPr/>
              </p:nvSpPr>
              <p:spPr>
                <a:xfrm>
                  <a:off x="1576300" y="3891550"/>
                  <a:ext cx="1406025" cy="2157425"/>
                </a:xfrm>
                <a:custGeom>
                  <a:avLst/>
                  <a:gdLst/>
                  <a:ahLst/>
                  <a:cxnLst/>
                  <a:rect l="l" t="t" r="r" b="b"/>
                  <a:pathLst>
                    <a:path w="56241" h="86297" extrusionOk="0">
                      <a:moveTo>
                        <a:pt x="5104" y="1"/>
                      </a:moveTo>
                      <a:cubicBezTo>
                        <a:pt x="2269" y="1"/>
                        <a:pt x="0" y="2303"/>
                        <a:pt x="0" y="5138"/>
                      </a:cubicBezTo>
                      <a:lnTo>
                        <a:pt x="0" y="81159"/>
                      </a:lnTo>
                      <a:cubicBezTo>
                        <a:pt x="0" y="83994"/>
                        <a:pt x="2269" y="86296"/>
                        <a:pt x="5104" y="86296"/>
                      </a:cubicBezTo>
                      <a:lnTo>
                        <a:pt x="51104" y="86296"/>
                      </a:lnTo>
                      <a:cubicBezTo>
                        <a:pt x="53939" y="86296"/>
                        <a:pt x="56241" y="83994"/>
                        <a:pt x="56241" y="81159"/>
                      </a:cubicBezTo>
                      <a:lnTo>
                        <a:pt x="56241" y="5138"/>
                      </a:lnTo>
                      <a:cubicBezTo>
                        <a:pt x="56241" y="2303"/>
                        <a:pt x="53939" y="1"/>
                        <a:pt x="5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574;p38">
                  <a:extLst>
                    <a:ext uri="{FF2B5EF4-FFF2-40B4-BE49-F238E27FC236}">
                      <a16:creationId xmlns:a16="http://schemas.microsoft.com/office/drawing/2014/main" id="{160A678F-2A3B-6BEE-3585-4A24BB6BA53E}"/>
                    </a:ext>
                  </a:extLst>
                </p:cNvPr>
                <p:cNvSpPr/>
                <p:nvPr/>
              </p:nvSpPr>
              <p:spPr>
                <a:xfrm>
                  <a:off x="1687200" y="4019975"/>
                  <a:ext cx="1183375" cy="1827175"/>
                </a:xfrm>
                <a:custGeom>
                  <a:avLst/>
                  <a:gdLst/>
                  <a:ahLst/>
                  <a:cxnLst/>
                  <a:rect l="l" t="t" r="r" b="b"/>
                  <a:pathLst>
                    <a:path w="47335" h="73087" extrusionOk="0">
                      <a:moveTo>
                        <a:pt x="3603" y="1"/>
                      </a:moveTo>
                      <a:cubicBezTo>
                        <a:pt x="1602" y="1"/>
                        <a:pt x="1" y="1635"/>
                        <a:pt x="1" y="3604"/>
                      </a:cubicBezTo>
                      <a:lnTo>
                        <a:pt x="1" y="69517"/>
                      </a:lnTo>
                      <a:cubicBezTo>
                        <a:pt x="1" y="71519"/>
                        <a:pt x="1635" y="73087"/>
                        <a:pt x="3603" y="73087"/>
                      </a:cubicBezTo>
                      <a:lnTo>
                        <a:pt x="43699" y="73087"/>
                      </a:lnTo>
                      <a:cubicBezTo>
                        <a:pt x="45700" y="73087"/>
                        <a:pt x="47301" y="71485"/>
                        <a:pt x="47301" y="69517"/>
                      </a:cubicBezTo>
                      <a:lnTo>
                        <a:pt x="47301" y="3637"/>
                      </a:lnTo>
                      <a:cubicBezTo>
                        <a:pt x="47335" y="1635"/>
                        <a:pt x="45700" y="1"/>
                        <a:pt x="4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575;p38">
                  <a:extLst>
                    <a:ext uri="{FF2B5EF4-FFF2-40B4-BE49-F238E27FC236}">
                      <a16:creationId xmlns:a16="http://schemas.microsoft.com/office/drawing/2014/main" id="{999D43AE-A515-C22E-6058-E0FACA544F5A}"/>
                    </a:ext>
                  </a:extLst>
                </p:cNvPr>
                <p:cNvSpPr/>
                <p:nvPr/>
              </p:nvSpPr>
              <p:spPr>
                <a:xfrm>
                  <a:off x="2137525" y="3957450"/>
                  <a:ext cx="281900" cy="25"/>
                </a:xfrm>
                <a:custGeom>
                  <a:avLst/>
                  <a:gdLst/>
                  <a:ahLst/>
                  <a:cxnLst/>
                  <a:rect l="l" t="t" r="r" b="b"/>
                  <a:pathLst>
                    <a:path w="11276" h="1" fill="none" extrusionOk="0">
                      <a:moveTo>
                        <a:pt x="1" y="0"/>
                      </a:moveTo>
                      <a:lnTo>
                        <a:pt x="11275" y="0"/>
                      </a:lnTo>
                    </a:path>
                  </a:pathLst>
                </a:custGeom>
                <a:noFill/>
                <a:ln w="417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7" name="Google Shape;576;p38">
                <a:extLst>
                  <a:ext uri="{FF2B5EF4-FFF2-40B4-BE49-F238E27FC236}">
                    <a16:creationId xmlns:a16="http://schemas.microsoft.com/office/drawing/2014/main" id="{1084AA6B-76CD-CF85-1513-2115AF73B9BC}"/>
                  </a:ext>
                </a:extLst>
              </p:cNvPr>
              <p:cNvGrpSpPr/>
              <p:nvPr/>
            </p:nvGrpSpPr>
            <p:grpSpPr>
              <a:xfrm>
                <a:off x="6908344" y="2913049"/>
                <a:ext cx="987895" cy="987337"/>
                <a:chOff x="889282" y="2874625"/>
                <a:chExt cx="1356253" cy="1355487"/>
              </a:xfrm>
            </p:grpSpPr>
            <p:sp>
              <p:nvSpPr>
                <p:cNvPr id="1398" name="Google Shape;577;p38">
                  <a:extLst>
                    <a:ext uri="{FF2B5EF4-FFF2-40B4-BE49-F238E27FC236}">
                      <a16:creationId xmlns:a16="http://schemas.microsoft.com/office/drawing/2014/main" id="{37B33525-B458-E9C0-DC57-323FFF8ADEEF}"/>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578;p38">
                  <a:extLst>
                    <a:ext uri="{FF2B5EF4-FFF2-40B4-BE49-F238E27FC236}">
                      <a16:creationId xmlns:a16="http://schemas.microsoft.com/office/drawing/2014/main" id="{2C0A08F3-0424-162F-DAFA-793AD207E3F7}"/>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579;p38">
                  <a:extLst>
                    <a:ext uri="{FF2B5EF4-FFF2-40B4-BE49-F238E27FC236}">
                      <a16:creationId xmlns:a16="http://schemas.microsoft.com/office/drawing/2014/main" id="{F28EBAD8-8DC7-E0BB-87DC-5B0AE75A697B}"/>
                    </a:ext>
                  </a:extLst>
                </p:cNvPr>
                <p:cNvSpPr/>
                <p:nvPr/>
              </p:nvSpPr>
              <p:spPr>
                <a:xfrm>
                  <a:off x="1290539"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70" name="Google Shape;580;p38">
              <a:extLst>
                <a:ext uri="{FF2B5EF4-FFF2-40B4-BE49-F238E27FC236}">
                  <a16:creationId xmlns:a16="http://schemas.microsoft.com/office/drawing/2014/main" id="{966B8D73-99EF-08DA-86F5-2683924F8808}"/>
                </a:ext>
              </a:extLst>
            </p:cNvPr>
            <p:cNvGrpSpPr/>
            <p:nvPr/>
          </p:nvGrpSpPr>
          <p:grpSpPr>
            <a:xfrm>
              <a:off x="7101553" y="3267540"/>
              <a:ext cx="1475024" cy="1356940"/>
              <a:chOff x="2957275" y="3539650"/>
              <a:chExt cx="1156700" cy="1064100"/>
            </a:xfrm>
          </p:grpSpPr>
          <p:sp>
            <p:nvSpPr>
              <p:cNvPr id="1379" name="Google Shape;581;p38">
                <a:extLst>
                  <a:ext uri="{FF2B5EF4-FFF2-40B4-BE49-F238E27FC236}">
                    <a16:creationId xmlns:a16="http://schemas.microsoft.com/office/drawing/2014/main" id="{DE54D7BA-B991-833E-7EFF-54F797B85CF2}"/>
                  </a:ext>
                </a:extLst>
              </p:cNvPr>
              <p:cNvSpPr/>
              <p:nvPr/>
            </p:nvSpPr>
            <p:spPr>
              <a:xfrm>
                <a:off x="2985625" y="3573825"/>
                <a:ext cx="1128350" cy="1029925"/>
              </a:xfrm>
              <a:custGeom>
                <a:avLst/>
                <a:gdLst/>
                <a:ahLst/>
                <a:cxnLst/>
                <a:rect l="l" t="t" r="r" b="b"/>
                <a:pathLst>
                  <a:path w="45134" h="41197" extrusionOk="0">
                    <a:moveTo>
                      <a:pt x="28521" y="1"/>
                    </a:moveTo>
                    <a:cubicBezTo>
                      <a:pt x="27521" y="7173"/>
                      <a:pt x="23251" y="13611"/>
                      <a:pt x="17947" y="18514"/>
                    </a:cubicBezTo>
                    <a:cubicBezTo>
                      <a:pt x="12677" y="23451"/>
                      <a:pt x="6272" y="27054"/>
                      <a:pt x="1" y="30689"/>
                    </a:cubicBezTo>
                    <a:lnTo>
                      <a:pt x="17180" y="41197"/>
                    </a:lnTo>
                    <a:cubicBezTo>
                      <a:pt x="26353" y="36727"/>
                      <a:pt x="34359" y="29856"/>
                      <a:pt x="40096" y="21450"/>
                    </a:cubicBezTo>
                    <a:cubicBezTo>
                      <a:pt x="42865" y="17447"/>
                      <a:pt x="45133" y="12843"/>
                      <a:pt x="45133" y="7973"/>
                    </a:cubicBezTo>
                    <a:lnTo>
                      <a:pt x="28521"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582;p38">
                <a:extLst>
                  <a:ext uri="{FF2B5EF4-FFF2-40B4-BE49-F238E27FC236}">
                    <a16:creationId xmlns:a16="http://schemas.microsoft.com/office/drawing/2014/main" id="{15E4A9BF-0B60-3C19-BC87-91916D7F3D78}"/>
                  </a:ext>
                </a:extLst>
              </p:cNvPr>
              <p:cNvSpPr/>
              <p:nvPr/>
            </p:nvSpPr>
            <p:spPr>
              <a:xfrm>
                <a:off x="3074875" y="3626375"/>
                <a:ext cx="1011575" cy="928175"/>
              </a:xfrm>
              <a:custGeom>
                <a:avLst/>
                <a:gdLst/>
                <a:ahLst/>
                <a:cxnLst/>
                <a:rect l="l" t="t" r="r" b="b"/>
                <a:pathLst>
                  <a:path w="40463" h="37127" extrusionOk="0">
                    <a:moveTo>
                      <a:pt x="26986" y="0"/>
                    </a:moveTo>
                    <a:cubicBezTo>
                      <a:pt x="26876" y="496"/>
                      <a:pt x="26493" y="969"/>
                      <a:pt x="25931" y="969"/>
                    </a:cubicBezTo>
                    <a:cubicBezTo>
                      <a:pt x="25813" y="969"/>
                      <a:pt x="25686" y="948"/>
                      <a:pt x="25552" y="901"/>
                    </a:cubicBezTo>
                    <a:cubicBezTo>
                      <a:pt x="25485" y="901"/>
                      <a:pt x="25452" y="868"/>
                      <a:pt x="25385" y="834"/>
                    </a:cubicBezTo>
                    <a:cubicBezTo>
                      <a:pt x="23550" y="8006"/>
                      <a:pt x="18880" y="13577"/>
                      <a:pt x="15111" y="17113"/>
                    </a:cubicBezTo>
                    <a:cubicBezTo>
                      <a:pt x="10608" y="21282"/>
                      <a:pt x="5437" y="24518"/>
                      <a:pt x="200" y="27553"/>
                    </a:cubicBezTo>
                    <a:cubicBezTo>
                      <a:pt x="968" y="28054"/>
                      <a:pt x="767" y="29221"/>
                      <a:pt x="0" y="29555"/>
                    </a:cubicBezTo>
                    <a:lnTo>
                      <a:pt x="12109" y="37027"/>
                    </a:lnTo>
                    <a:cubicBezTo>
                      <a:pt x="12438" y="36596"/>
                      <a:pt x="12942" y="36300"/>
                      <a:pt x="13545" y="36300"/>
                    </a:cubicBezTo>
                    <a:cubicBezTo>
                      <a:pt x="13735" y="36300"/>
                      <a:pt x="13936" y="36329"/>
                      <a:pt x="14144" y="36393"/>
                    </a:cubicBezTo>
                    <a:cubicBezTo>
                      <a:pt x="14644" y="36560"/>
                      <a:pt x="14978" y="36793"/>
                      <a:pt x="15211" y="37127"/>
                    </a:cubicBezTo>
                    <a:cubicBezTo>
                      <a:pt x="23384" y="32757"/>
                      <a:pt x="30455" y="26419"/>
                      <a:pt x="35692" y="18747"/>
                    </a:cubicBezTo>
                    <a:cubicBezTo>
                      <a:pt x="38494" y="14711"/>
                      <a:pt x="39995" y="11208"/>
                      <a:pt x="40462" y="7873"/>
                    </a:cubicBezTo>
                    <a:lnTo>
                      <a:pt x="40462" y="7873"/>
                    </a:lnTo>
                    <a:cubicBezTo>
                      <a:pt x="40401" y="7885"/>
                      <a:pt x="40331" y="7893"/>
                      <a:pt x="40257" y="7893"/>
                    </a:cubicBezTo>
                    <a:cubicBezTo>
                      <a:pt x="40129" y="7893"/>
                      <a:pt x="39989" y="7869"/>
                      <a:pt x="39862" y="7806"/>
                    </a:cubicBezTo>
                    <a:cubicBezTo>
                      <a:pt x="38895" y="7539"/>
                      <a:pt x="38895" y="6505"/>
                      <a:pt x="39395" y="5905"/>
                    </a:cubicBezTo>
                    <a:lnTo>
                      <a:pt x="269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583;p38">
                <a:extLst>
                  <a:ext uri="{FF2B5EF4-FFF2-40B4-BE49-F238E27FC236}">
                    <a16:creationId xmlns:a16="http://schemas.microsoft.com/office/drawing/2014/main" id="{9BA288EE-7275-C1D2-5763-B913FC531C34}"/>
                  </a:ext>
                </a:extLst>
              </p:cNvPr>
              <p:cNvSpPr/>
              <p:nvPr/>
            </p:nvSpPr>
            <p:spPr>
              <a:xfrm>
                <a:off x="3075700" y="3625525"/>
                <a:ext cx="844800" cy="834800"/>
              </a:xfrm>
              <a:custGeom>
                <a:avLst/>
                <a:gdLst/>
                <a:ahLst/>
                <a:cxnLst/>
                <a:rect l="l" t="t" r="r" b="b"/>
                <a:pathLst>
                  <a:path w="33792" h="33392" extrusionOk="0">
                    <a:moveTo>
                      <a:pt x="26986" y="1"/>
                    </a:moveTo>
                    <a:cubicBezTo>
                      <a:pt x="26875" y="531"/>
                      <a:pt x="26483" y="991"/>
                      <a:pt x="25910" y="991"/>
                    </a:cubicBezTo>
                    <a:cubicBezTo>
                      <a:pt x="25797" y="991"/>
                      <a:pt x="25678" y="973"/>
                      <a:pt x="25552" y="935"/>
                    </a:cubicBezTo>
                    <a:cubicBezTo>
                      <a:pt x="25485" y="935"/>
                      <a:pt x="25452" y="902"/>
                      <a:pt x="25385" y="835"/>
                    </a:cubicBezTo>
                    <a:cubicBezTo>
                      <a:pt x="23551" y="8007"/>
                      <a:pt x="18881" y="13611"/>
                      <a:pt x="15111" y="17147"/>
                    </a:cubicBezTo>
                    <a:cubicBezTo>
                      <a:pt x="10608" y="21316"/>
                      <a:pt x="5438" y="24519"/>
                      <a:pt x="201" y="27587"/>
                    </a:cubicBezTo>
                    <a:cubicBezTo>
                      <a:pt x="968" y="28088"/>
                      <a:pt x="768" y="29255"/>
                      <a:pt x="1" y="29589"/>
                    </a:cubicBezTo>
                    <a:lnTo>
                      <a:pt x="6138" y="33392"/>
                    </a:lnTo>
                    <a:cubicBezTo>
                      <a:pt x="6272" y="33225"/>
                      <a:pt x="6438" y="33058"/>
                      <a:pt x="6639" y="32925"/>
                    </a:cubicBezTo>
                    <a:cubicBezTo>
                      <a:pt x="12243" y="29389"/>
                      <a:pt x="19081" y="26420"/>
                      <a:pt x="23417" y="21416"/>
                    </a:cubicBezTo>
                    <a:cubicBezTo>
                      <a:pt x="27987" y="16113"/>
                      <a:pt x="31356" y="11543"/>
                      <a:pt x="33791" y="3270"/>
                    </a:cubicBezTo>
                    <a:lnTo>
                      <a:pt x="26986" y="1"/>
                    </a:lnTo>
                    <a:close/>
                  </a:path>
                </a:pathLst>
              </a:custGeom>
              <a:solidFill>
                <a:srgbClr val="52A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584;p38">
                <a:extLst>
                  <a:ext uri="{FF2B5EF4-FFF2-40B4-BE49-F238E27FC236}">
                    <a16:creationId xmlns:a16="http://schemas.microsoft.com/office/drawing/2014/main" id="{4F1A4713-7186-F77B-50B1-D8E969426ABA}"/>
                  </a:ext>
                </a:extLst>
              </p:cNvPr>
              <p:cNvSpPr/>
              <p:nvPr/>
            </p:nvSpPr>
            <p:spPr>
              <a:xfrm>
                <a:off x="3758700" y="3852850"/>
                <a:ext cx="107600" cy="95725"/>
              </a:xfrm>
              <a:custGeom>
                <a:avLst/>
                <a:gdLst/>
                <a:ahLst/>
                <a:cxnLst/>
                <a:rect l="l" t="t" r="r" b="b"/>
                <a:pathLst>
                  <a:path w="4304" h="3829" extrusionOk="0">
                    <a:moveTo>
                      <a:pt x="2141" y="1"/>
                    </a:moveTo>
                    <a:cubicBezTo>
                      <a:pt x="1306" y="1"/>
                      <a:pt x="546" y="530"/>
                      <a:pt x="300" y="1349"/>
                    </a:cubicBezTo>
                    <a:cubicBezTo>
                      <a:pt x="0" y="2383"/>
                      <a:pt x="600" y="3450"/>
                      <a:pt x="1601" y="3751"/>
                    </a:cubicBezTo>
                    <a:cubicBezTo>
                      <a:pt x="1782" y="3803"/>
                      <a:pt x="1965" y="3828"/>
                      <a:pt x="2143" y="3828"/>
                    </a:cubicBezTo>
                    <a:cubicBezTo>
                      <a:pt x="2986" y="3828"/>
                      <a:pt x="3755" y="3275"/>
                      <a:pt x="4003" y="2450"/>
                    </a:cubicBezTo>
                    <a:cubicBezTo>
                      <a:pt x="4303" y="1416"/>
                      <a:pt x="3703" y="381"/>
                      <a:pt x="2702" y="81"/>
                    </a:cubicBezTo>
                    <a:cubicBezTo>
                      <a:pt x="2515" y="27"/>
                      <a:pt x="2326" y="1"/>
                      <a:pt x="2141"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585;p38">
                <a:extLst>
                  <a:ext uri="{FF2B5EF4-FFF2-40B4-BE49-F238E27FC236}">
                    <a16:creationId xmlns:a16="http://schemas.microsoft.com/office/drawing/2014/main" id="{5A57D9DD-64BD-C911-D593-B597C9053A10}"/>
                  </a:ext>
                </a:extLst>
              </p:cNvPr>
              <p:cNvSpPr/>
              <p:nvPr/>
            </p:nvSpPr>
            <p:spPr>
              <a:xfrm>
                <a:off x="3856775" y="3829700"/>
                <a:ext cx="110550" cy="170900"/>
              </a:xfrm>
              <a:custGeom>
                <a:avLst/>
                <a:gdLst/>
                <a:ahLst/>
                <a:cxnLst/>
                <a:rect l="l" t="t" r="r" b="b"/>
                <a:pathLst>
                  <a:path w="4422" h="6836" extrusionOk="0">
                    <a:moveTo>
                      <a:pt x="4127" y="1"/>
                    </a:moveTo>
                    <a:cubicBezTo>
                      <a:pt x="4018" y="1"/>
                      <a:pt x="3911" y="64"/>
                      <a:pt x="3883" y="207"/>
                    </a:cubicBezTo>
                    <a:cubicBezTo>
                      <a:pt x="3249" y="2608"/>
                      <a:pt x="2048" y="4710"/>
                      <a:pt x="213" y="6411"/>
                    </a:cubicBezTo>
                    <a:cubicBezTo>
                      <a:pt x="1" y="6571"/>
                      <a:pt x="212" y="6836"/>
                      <a:pt x="407" y="6836"/>
                    </a:cubicBezTo>
                    <a:cubicBezTo>
                      <a:pt x="457" y="6836"/>
                      <a:pt x="506" y="6819"/>
                      <a:pt x="547" y="6778"/>
                    </a:cubicBezTo>
                    <a:cubicBezTo>
                      <a:pt x="2415" y="5043"/>
                      <a:pt x="3749" y="2809"/>
                      <a:pt x="4383" y="307"/>
                    </a:cubicBezTo>
                    <a:cubicBezTo>
                      <a:pt x="4421" y="115"/>
                      <a:pt x="4273" y="1"/>
                      <a:pt x="4127"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586;p38">
                <a:extLst>
                  <a:ext uri="{FF2B5EF4-FFF2-40B4-BE49-F238E27FC236}">
                    <a16:creationId xmlns:a16="http://schemas.microsoft.com/office/drawing/2014/main" id="{DA17DF8E-2132-7A17-861E-79DD13786EFE}"/>
                  </a:ext>
                </a:extLst>
              </p:cNvPr>
              <p:cNvSpPr/>
              <p:nvPr/>
            </p:nvSpPr>
            <p:spPr>
              <a:xfrm>
                <a:off x="3880975" y="3851700"/>
                <a:ext cx="110575" cy="170600"/>
              </a:xfrm>
              <a:custGeom>
                <a:avLst/>
                <a:gdLst/>
                <a:ahLst/>
                <a:cxnLst/>
                <a:rect l="l" t="t" r="r" b="b"/>
                <a:pathLst>
                  <a:path w="4423" h="6824" extrusionOk="0">
                    <a:moveTo>
                      <a:pt x="4109" y="1"/>
                    </a:moveTo>
                    <a:cubicBezTo>
                      <a:pt x="4007" y="1"/>
                      <a:pt x="3909" y="59"/>
                      <a:pt x="3882" y="194"/>
                    </a:cubicBezTo>
                    <a:cubicBezTo>
                      <a:pt x="3248" y="2596"/>
                      <a:pt x="2047" y="4697"/>
                      <a:pt x="213" y="6398"/>
                    </a:cubicBezTo>
                    <a:cubicBezTo>
                      <a:pt x="0" y="6558"/>
                      <a:pt x="190" y="6823"/>
                      <a:pt x="394" y="6823"/>
                    </a:cubicBezTo>
                    <a:cubicBezTo>
                      <a:pt x="446" y="6823"/>
                      <a:pt x="499" y="6806"/>
                      <a:pt x="546" y="6765"/>
                    </a:cubicBezTo>
                    <a:cubicBezTo>
                      <a:pt x="2448" y="4997"/>
                      <a:pt x="3749" y="2829"/>
                      <a:pt x="4382" y="327"/>
                    </a:cubicBezTo>
                    <a:cubicBezTo>
                      <a:pt x="4422" y="128"/>
                      <a:pt x="4260" y="1"/>
                      <a:pt x="4109"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587;p38">
                <a:extLst>
                  <a:ext uri="{FF2B5EF4-FFF2-40B4-BE49-F238E27FC236}">
                    <a16:creationId xmlns:a16="http://schemas.microsoft.com/office/drawing/2014/main" id="{27319AA5-3346-A413-32EC-BC62DF5B37D6}"/>
                  </a:ext>
                </a:extLst>
              </p:cNvPr>
              <p:cNvSpPr/>
              <p:nvPr/>
            </p:nvSpPr>
            <p:spPr>
              <a:xfrm>
                <a:off x="3449300" y="4001425"/>
                <a:ext cx="382800" cy="305675"/>
              </a:xfrm>
              <a:custGeom>
                <a:avLst/>
                <a:gdLst/>
                <a:ahLst/>
                <a:cxnLst/>
                <a:rect l="l" t="t" r="r" b="b"/>
                <a:pathLst>
                  <a:path w="15312" h="12227" extrusionOk="0">
                    <a:moveTo>
                      <a:pt x="6405" y="0"/>
                    </a:moveTo>
                    <a:cubicBezTo>
                      <a:pt x="4440" y="0"/>
                      <a:pt x="2662" y="819"/>
                      <a:pt x="1668" y="2377"/>
                    </a:cubicBezTo>
                    <a:cubicBezTo>
                      <a:pt x="1" y="5046"/>
                      <a:pt x="1335" y="8882"/>
                      <a:pt x="4637" y="10950"/>
                    </a:cubicBezTo>
                    <a:cubicBezTo>
                      <a:pt x="6011" y="11811"/>
                      <a:pt x="7507" y="12227"/>
                      <a:pt x="8907" y="12227"/>
                    </a:cubicBezTo>
                    <a:cubicBezTo>
                      <a:pt x="10872" y="12227"/>
                      <a:pt x="12650" y="11408"/>
                      <a:pt x="13644" y="9849"/>
                    </a:cubicBezTo>
                    <a:cubicBezTo>
                      <a:pt x="15311" y="7181"/>
                      <a:pt x="13977" y="3345"/>
                      <a:pt x="10675" y="1277"/>
                    </a:cubicBezTo>
                    <a:cubicBezTo>
                      <a:pt x="9301" y="416"/>
                      <a:pt x="7805" y="0"/>
                      <a:pt x="6405" y="0"/>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588;p38">
                <a:extLst>
                  <a:ext uri="{FF2B5EF4-FFF2-40B4-BE49-F238E27FC236}">
                    <a16:creationId xmlns:a16="http://schemas.microsoft.com/office/drawing/2014/main" id="{C2BB7FFC-EBE7-4FD7-DDD3-E312B94B40A3}"/>
                  </a:ext>
                </a:extLst>
              </p:cNvPr>
              <p:cNvSpPr/>
              <p:nvPr/>
            </p:nvSpPr>
            <p:spPr>
              <a:xfrm>
                <a:off x="3466825" y="4015900"/>
                <a:ext cx="346100" cy="277725"/>
              </a:xfrm>
              <a:custGeom>
                <a:avLst/>
                <a:gdLst/>
                <a:ahLst/>
                <a:cxnLst/>
                <a:rect l="l" t="t" r="r" b="b"/>
                <a:pathLst>
                  <a:path w="13844" h="11109" extrusionOk="0">
                    <a:moveTo>
                      <a:pt x="5856" y="258"/>
                    </a:moveTo>
                    <a:cubicBezTo>
                      <a:pt x="6462" y="258"/>
                      <a:pt x="7087" y="348"/>
                      <a:pt x="7706" y="531"/>
                    </a:cubicBezTo>
                    <a:cubicBezTo>
                      <a:pt x="8339" y="698"/>
                      <a:pt x="8973" y="998"/>
                      <a:pt x="9540" y="1365"/>
                    </a:cubicBezTo>
                    <a:cubicBezTo>
                      <a:pt x="12409" y="3166"/>
                      <a:pt x="13576" y="6502"/>
                      <a:pt x="12142" y="8803"/>
                    </a:cubicBezTo>
                    <a:cubicBezTo>
                      <a:pt x="11306" y="10165"/>
                      <a:pt x="9767" y="10868"/>
                      <a:pt x="8060" y="10868"/>
                    </a:cubicBezTo>
                    <a:cubicBezTo>
                      <a:pt x="6840" y="10868"/>
                      <a:pt x="5533" y="10508"/>
                      <a:pt x="4336" y="9771"/>
                    </a:cubicBezTo>
                    <a:cubicBezTo>
                      <a:pt x="1468" y="7970"/>
                      <a:pt x="300" y="4634"/>
                      <a:pt x="1768" y="2332"/>
                    </a:cubicBezTo>
                    <a:cubicBezTo>
                      <a:pt x="2581" y="977"/>
                      <a:pt x="4141" y="258"/>
                      <a:pt x="5856" y="258"/>
                    </a:cubicBezTo>
                    <a:close/>
                    <a:moveTo>
                      <a:pt x="5798" y="0"/>
                    </a:moveTo>
                    <a:cubicBezTo>
                      <a:pt x="4002" y="0"/>
                      <a:pt x="2380" y="740"/>
                      <a:pt x="1501" y="2165"/>
                    </a:cubicBezTo>
                    <a:cubicBezTo>
                      <a:pt x="0" y="4600"/>
                      <a:pt x="1168" y="8070"/>
                      <a:pt x="4170" y="9971"/>
                    </a:cubicBezTo>
                    <a:cubicBezTo>
                      <a:pt x="4803" y="10371"/>
                      <a:pt x="5437" y="10638"/>
                      <a:pt x="6104" y="10838"/>
                    </a:cubicBezTo>
                    <a:cubicBezTo>
                      <a:pt x="6749" y="11019"/>
                      <a:pt x="7396" y="11108"/>
                      <a:pt x="8022" y="11108"/>
                    </a:cubicBezTo>
                    <a:cubicBezTo>
                      <a:pt x="9824" y="11108"/>
                      <a:pt x="11451" y="10364"/>
                      <a:pt x="12342" y="8904"/>
                    </a:cubicBezTo>
                    <a:cubicBezTo>
                      <a:pt x="13843" y="6502"/>
                      <a:pt x="12676" y="2999"/>
                      <a:pt x="9674" y="1131"/>
                    </a:cubicBezTo>
                    <a:cubicBezTo>
                      <a:pt x="8429" y="371"/>
                      <a:pt x="7070" y="0"/>
                      <a:pt x="5798" y="0"/>
                    </a:cubicBezTo>
                    <a:close/>
                  </a:path>
                </a:pathLst>
              </a:custGeom>
              <a:solidFill>
                <a:srgbClr val="92C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589;p38">
                <a:extLst>
                  <a:ext uri="{FF2B5EF4-FFF2-40B4-BE49-F238E27FC236}">
                    <a16:creationId xmlns:a16="http://schemas.microsoft.com/office/drawing/2014/main" id="{C0469A32-C1F3-E78B-44EA-280D95CC1531}"/>
                  </a:ext>
                </a:extLst>
              </p:cNvPr>
              <p:cNvSpPr/>
              <p:nvPr/>
            </p:nvSpPr>
            <p:spPr>
              <a:xfrm>
                <a:off x="3546875" y="4056675"/>
                <a:ext cx="199325" cy="173025"/>
              </a:xfrm>
              <a:custGeom>
                <a:avLst/>
                <a:gdLst/>
                <a:ahLst/>
                <a:cxnLst/>
                <a:rect l="l" t="t" r="r" b="b"/>
                <a:pathLst>
                  <a:path w="7973" h="6921" extrusionOk="0">
                    <a:moveTo>
                      <a:pt x="1501" y="2002"/>
                    </a:moveTo>
                    <a:lnTo>
                      <a:pt x="2836" y="3070"/>
                    </a:lnTo>
                    <a:cubicBezTo>
                      <a:pt x="2602" y="3203"/>
                      <a:pt x="2402" y="3303"/>
                      <a:pt x="2169" y="3303"/>
                    </a:cubicBezTo>
                    <a:cubicBezTo>
                      <a:pt x="2142" y="3308"/>
                      <a:pt x="2115" y="3310"/>
                      <a:pt x="2088" y="3310"/>
                    </a:cubicBezTo>
                    <a:cubicBezTo>
                      <a:pt x="1915" y="3310"/>
                      <a:pt x="1746" y="3223"/>
                      <a:pt x="1601" y="3136"/>
                    </a:cubicBezTo>
                    <a:cubicBezTo>
                      <a:pt x="1435" y="3003"/>
                      <a:pt x="1335" y="2836"/>
                      <a:pt x="1335" y="2636"/>
                    </a:cubicBezTo>
                    <a:cubicBezTo>
                      <a:pt x="1335" y="2402"/>
                      <a:pt x="1401" y="2202"/>
                      <a:pt x="1501" y="2002"/>
                    </a:cubicBezTo>
                    <a:close/>
                    <a:moveTo>
                      <a:pt x="5667" y="3149"/>
                    </a:moveTo>
                    <a:cubicBezTo>
                      <a:pt x="5857" y="3149"/>
                      <a:pt x="6014" y="3239"/>
                      <a:pt x="6171" y="3370"/>
                    </a:cubicBezTo>
                    <a:cubicBezTo>
                      <a:pt x="6405" y="3537"/>
                      <a:pt x="6505" y="3737"/>
                      <a:pt x="6505" y="3970"/>
                    </a:cubicBezTo>
                    <a:cubicBezTo>
                      <a:pt x="6505" y="4170"/>
                      <a:pt x="6438" y="4404"/>
                      <a:pt x="6305" y="4671"/>
                    </a:cubicBezTo>
                    <a:lnTo>
                      <a:pt x="4770" y="3370"/>
                    </a:lnTo>
                    <a:cubicBezTo>
                      <a:pt x="5004" y="3236"/>
                      <a:pt x="5271" y="3203"/>
                      <a:pt x="5504" y="3170"/>
                    </a:cubicBezTo>
                    <a:cubicBezTo>
                      <a:pt x="5561" y="3155"/>
                      <a:pt x="5615" y="3149"/>
                      <a:pt x="5667" y="3149"/>
                    </a:cubicBezTo>
                    <a:close/>
                    <a:moveTo>
                      <a:pt x="667" y="1"/>
                    </a:moveTo>
                    <a:lnTo>
                      <a:pt x="0" y="801"/>
                    </a:lnTo>
                    <a:lnTo>
                      <a:pt x="768" y="1402"/>
                    </a:lnTo>
                    <a:cubicBezTo>
                      <a:pt x="434" y="1902"/>
                      <a:pt x="267" y="2469"/>
                      <a:pt x="301" y="2903"/>
                    </a:cubicBezTo>
                    <a:cubicBezTo>
                      <a:pt x="301" y="3370"/>
                      <a:pt x="501" y="3803"/>
                      <a:pt x="901" y="4070"/>
                    </a:cubicBezTo>
                    <a:cubicBezTo>
                      <a:pt x="1101" y="4237"/>
                      <a:pt x="1335" y="4404"/>
                      <a:pt x="1601" y="4471"/>
                    </a:cubicBezTo>
                    <a:cubicBezTo>
                      <a:pt x="1767" y="4494"/>
                      <a:pt x="1948" y="4518"/>
                      <a:pt x="2123" y="4518"/>
                    </a:cubicBezTo>
                    <a:cubicBezTo>
                      <a:pt x="2196" y="4518"/>
                      <a:pt x="2267" y="4514"/>
                      <a:pt x="2335" y="4504"/>
                    </a:cubicBezTo>
                    <a:cubicBezTo>
                      <a:pt x="2569" y="4471"/>
                      <a:pt x="2802" y="4404"/>
                      <a:pt x="3069" y="4304"/>
                    </a:cubicBezTo>
                    <a:cubicBezTo>
                      <a:pt x="3303" y="4204"/>
                      <a:pt x="3503" y="4070"/>
                      <a:pt x="3770" y="3970"/>
                    </a:cubicBezTo>
                    <a:lnTo>
                      <a:pt x="5638" y="5538"/>
                    </a:lnTo>
                    <a:cubicBezTo>
                      <a:pt x="5382" y="5726"/>
                      <a:pt x="5108" y="5817"/>
                      <a:pt x="4817" y="5817"/>
                    </a:cubicBezTo>
                    <a:cubicBezTo>
                      <a:pt x="4539" y="5817"/>
                      <a:pt x="4246" y="5734"/>
                      <a:pt x="3936" y="5571"/>
                    </a:cubicBezTo>
                    <a:lnTo>
                      <a:pt x="3403" y="6505"/>
                    </a:lnTo>
                    <a:cubicBezTo>
                      <a:pt x="3829" y="6761"/>
                      <a:pt x="4256" y="6920"/>
                      <a:pt x="4703" y="6920"/>
                    </a:cubicBezTo>
                    <a:cubicBezTo>
                      <a:pt x="4780" y="6920"/>
                      <a:pt x="4858" y="6915"/>
                      <a:pt x="4937" y="6906"/>
                    </a:cubicBezTo>
                    <a:cubicBezTo>
                      <a:pt x="5471" y="6872"/>
                      <a:pt x="5971" y="6639"/>
                      <a:pt x="6472" y="6172"/>
                    </a:cubicBezTo>
                    <a:lnTo>
                      <a:pt x="7306" y="6739"/>
                    </a:lnTo>
                    <a:lnTo>
                      <a:pt x="7973" y="5972"/>
                    </a:lnTo>
                    <a:lnTo>
                      <a:pt x="7239" y="5338"/>
                    </a:lnTo>
                    <a:cubicBezTo>
                      <a:pt x="7406" y="5038"/>
                      <a:pt x="7506" y="4804"/>
                      <a:pt x="7606" y="4504"/>
                    </a:cubicBezTo>
                    <a:cubicBezTo>
                      <a:pt x="7672" y="4204"/>
                      <a:pt x="7739" y="3970"/>
                      <a:pt x="7672" y="3703"/>
                    </a:cubicBezTo>
                    <a:cubicBezTo>
                      <a:pt x="7639" y="3470"/>
                      <a:pt x="7606" y="3203"/>
                      <a:pt x="7472" y="3003"/>
                    </a:cubicBezTo>
                    <a:cubicBezTo>
                      <a:pt x="7339" y="2803"/>
                      <a:pt x="7239" y="2636"/>
                      <a:pt x="7005" y="2469"/>
                    </a:cubicBezTo>
                    <a:cubicBezTo>
                      <a:pt x="6772" y="2236"/>
                      <a:pt x="6472" y="2069"/>
                      <a:pt x="6238" y="2035"/>
                    </a:cubicBezTo>
                    <a:cubicBezTo>
                      <a:pt x="6049" y="2012"/>
                      <a:pt x="5877" y="1988"/>
                      <a:pt x="5687" y="1988"/>
                    </a:cubicBezTo>
                    <a:cubicBezTo>
                      <a:pt x="5608" y="1988"/>
                      <a:pt x="5525" y="1992"/>
                      <a:pt x="5438" y="2002"/>
                    </a:cubicBezTo>
                    <a:cubicBezTo>
                      <a:pt x="5137" y="2035"/>
                      <a:pt x="4904" y="2069"/>
                      <a:pt x="4637" y="2202"/>
                    </a:cubicBezTo>
                    <a:lnTo>
                      <a:pt x="3903" y="2569"/>
                    </a:lnTo>
                    <a:lnTo>
                      <a:pt x="2269" y="1235"/>
                    </a:lnTo>
                    <a:cubicBezTo>
                      <a:pt x="2481" y="1129"/>
                      <a:pt x="2687" y="1071"/>
                      <a:pt x="2902" y="1071"/>
                    </a:cubicBezTo>
                    <a:cubicBezTo>
                      <a:pt x="3158" y="1071"/>
                      <a:pt x="3428" y="1153"/>
                      <a:pt x="3736" y="1335"/>
                    </a:cubicBezTo>
                    <a:lnTo>
                      <a:pt x="4303" y="401"/>
                    </a:lnTo>
                    <a:cubicBezTo>
                      <a:pt x="4103" y="301"/>
                      <a:pt x="3903" y="167"/>
                      <a:pt x="3636" y="67"/>
                    </a:cubicBezTo>
                    <a:cubicBezTo>
                      <a:pt x="3403" y="34"/>
                      <a:pt x="3136" y="1"/>
                      <a:pt x="2902" y="1"/>
                    </a:cubicBezTo>
                    <a:cubicBezTo>
                      <a:pt x="2636" y="1"/>
                      <a:pt x="2402" y="34"/>
                      <a:pt x="2135" y="167"/>
                    </a:cubicBezTo>
                    <a:cubicBezTo>
                      <a:pt x="1902" y="301"/>
                      <a:pt x="1668" y="401"/>
                      <a:pt x="1435" y="634"/>
                    </a:cubicBezTo>
                    <a:lnTo>
                      <a:pt x="667" y="1"/>
                    </a:lnTo>
                    <a:close/>
                  </a:path>
                </a:pathLst>
              </a:custGeom>
              <a:solidFill>
                <a:srgbClr val="0095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590;p38">
                <a:extLst>
                  <a:ext uri="{FF2B5EF4-FFF2-40B4-BE49-F238E27FC236}">
                    <a16:creationId xmlns:a16="http://schemas.microsoft.com/office/drawing/2014/main" id="{47B89CAC-CC29-FEE7-4985-7B8CEB6E7C42}"/>
                  </a:ext>
                </a:extLst>
              </p:cNvPr>
              <p:cNvSpPr/>
              <p:nvPr/>
            </p:nvSpPr>
            <p:spPr>
              <a:xfrm>
                <a:off x="2957275" y="3539650"/>
                <a:ext cx="1088300" cy="1050775"/>
              </a:xfrm>
              <a:custGeom>
                <a:avLst/>
                <a:gdLst/>
                <a:ahLst/>
                <a:cxnLst/>
                <a:rect l="l" t="t" r="r" b="b"/>
                <a:pathLst>
                  <a:path w="43532" h="42031" extrusionOk="0">
                    <a:moveTo>
                      <a:pt x="25853" y="0"/>
                    </a:moveTo>
                    <a:cubicBezTo>
                      <a:pt x="25486" y="7239"/>
                      <a:pt x="21750" y="13977"/>
                      <a:pt x="16880" y="19347"/>
                    </a:cubicBezTo>
                    <a:cubicBezTo>
                      <a:pt x="12009" y="24685"/>
                      <a:pt x="6005" y="28854"/>
                      <a:pt x="1" y="32990"/>
                    </a:cubicBezTo>
                    <a:lnTo>
                      <a:pt x="18047" y="42030"/>
                    </a:lnTo>
                    <a:cubicBezTo>
                      <a:pt x="26820" y="36827"/>
                      <a:pt x="34192" y="29254"/>
                      <a:pt x="39229" y="20381"/>
                    </a:cubicBezTo>
                    <a:cubicBezTo>
                      <a:pt x="41664" y="16145"/>
                      <a:pt x="43532" y="11375"/>
                      <a:pt x="43098" y="6538"/>
                    </a:cubicBezTo>
                    <a:lnTo>
                      <a:pt x="25853" y="0"/>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591;p38">
                <a:extLst>
                  <a:ext uri="{FF2B5EF4-FFF2-40B4-BE49-F238E27FC236}">
                    <a16:creationId xmlns:a16="http://schemas.microsoft.com/office/drawing/2014/main" id="{57F62E30-2918-5589-6AB3-054D802E287A}"/>
                  </a:ext>
                </a:extLst>
              </p:cNvPr>
              <p:cNvSpPr/>
              <p:nvPr/>
            </p:nvSpPr>
            <p:spPr>
              <a:xfrm>
                <a:off x="3049025" y="3587175"/>
                <a:ext cx="962375" cy="954050"/>
              </a:xfrm>
              <a:custGeom>
                <a:avLst/>
                <a:gdLst/>
                <a:ahLst/>
                <a:cxnLst/>
                <a:rect l="l" t="t" r="r" b="b"/>
                <a:pathLst>
                  <a:path w="38495" h="38162" extrusionOk="0">
                    <a:moveTo>
                      <a:pt x="24418" y="1"/>
                    </a:moveTo>
                    <a:cubicBezTo>
                      <a:pt x="24359" y="561"/>
                      <a:pt x="23986" y="1096"/>
                      <a:pt x="23346" y="1096"/>
                    </a:cubicBezTo>
                    <a:cubicBezTo>
                      <a:pt x="23263" y="1096"/>
                      <a:pt x="23175" y="1087"/>
                      <a:pt x="23083" y="1068"/>
                    </a:cubicBezTo>
                    <a:cubicBezTo>
                      <a:pt x="23017" y="1068"/>
                      <a:pt x="22983" y="1001"/>
                      <a:pt x="22916" y="1001"/>
                    </a:cubicBezTo>
                    <a:cubicBezTo>
                      <a:pt x="21716" y="8307"/>
                      <a:pt x="17546" y="14277"/>
                      <a:pt x="14010" y="18114"/>
                    </a:cubicBezTo>
                    <a:cubicBezTo>
                      <a:pt x="9874" y="22617"/>
                      <a:pt x="5004" y="26286"/>
                      <a:pt x="33" y="29755"/>
                    </a:cubicBezTo>
                    <a:cubicBezTo>
                      <a:pt x="834" y="30155"/>
                      <a:pt x="701" y="31356"/>
                      <a:pt x="0" y="31757"/>
                    </a:cubicBezTo>
                    <a:lnTo>
                      <a:pt x="12676" y="38161"/>
                    </a:lnTo>
                    <a:cubicBezTo>
                      <a:pt x="13008" y="37690"/>
                      <a:pt x="13525" y="37311"/>
                      <a:pt x="14226" y="37311"/>
                    </a:cubicBezTo>
                    <a:cubicBezTo>
                      <a:pt x="14369" y="37311"/>
                      <a:pt x="14519" y="37327"/>
                      <a:pt x="14677" y="37361"/>
                    </a:cubicBezTo>
                    <a:cubicBezTo>
                      <a:pt x="15178" y="37494"/>
                      <a:pt x="15545" y="37694"/>
                      <a:pt x="15811" y="38028"/>
                    </a:cubicBezTo>
                    <a:cubicBezTo>
                      <a:pt x="23550" y="32991"/>
                      <a:pt x="30055" y="26119"/>
                      <a:pt x="34658" y="18013"/>
                    </a:cubicBezTo>
                    <a:cubicBezTo>
                      <a:pt x="37093" y="13744"/>
                      <a:pt x="38327" y="10108"/>
                      <a:pt x="38494" y="6739"/>
                    </a:cubicBezTo>
                    <a:lnTo>
                      <a:pt x="38494" y="6739"/>
                    </a:lnTo>
                    <a:cubicBezTo>
                      <a:pt x="38376" y="6762"/>
                      <a:pt x="38225" y="6786"/>
                      <a:pt x="38076" y="6786"/>
                    </a:cubicBezTo>
                    <a:cubicBezTo>
                      <a:pt x="38014" y="6786"/>
                      <a:pt x="37952" y="6782"/>
                      <a:pt x="37894" y="6772"/>
                    </a:cubicBezTo>
                    <a:cubicBezTo>
                      <a:pt x="36926" y="6572"/>
                      <a:pt x="36826" y="5505"/>
                      <a:pt x="37260" y="4904"/>
                    </a:cubicBezTo>
                    <a:lnTo>
                      <a:pt x="244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592;p38">
                <a:extLst>
                  <a:ext uri="{FF2B5EF4-FFF2-40B4-BE49-F238E27FC236}">
                    <a16:creationId xmlns:a16="http://schemas.microsoft.com/office/drawing/2014/main" id="{E2943331-9A13-4810-DE5E-D24244BB9392}"/>
                  </a:ext>
                </a:extLst>
              </p:cNvPr>
              <p:cNvSpPr/>
              <p:nvPr/>
            </p:nvSpPr>
            <p:spPr>
              <a:xfrm>
                <a:off x="3692800" y="3807000"/>
                <a:ext cx="104275" cy="95725"/>
              </a:xfrm>
              <a:custGeom>
                <a:avLst/>
                <a:gdLst/>
                <a:ahLst/>
                <a:cxnLst/>
                <a:rect l="l" t="t" r="r" b="b"/>
                <a:pathLst>
                  <a:path w="4171" h="3829" extrusionOk="0">
                    <a:moveTo>
                      <a:pt x="2052" y="1"/>
                    </a:moveTo>
                    <a:cubicBezTo>
                      <a:pt x="1171" y="1"/>
                      <a:pt x="374" y="621"/>
                      <a:pt x="201" y="1515"/>
                    </a:cubicBezTo>
                    <a:cubicBezTo>
                      <a:pt x="1" y="2549"/>
                      <a:pt x="668" y="3583"/>
                      <a:pt x="1702" y="3783"/>
                    </a:cubicBezTo>
                    <a:cubicBezTo>
                      <a:pt x="1837" y="3814"/>
                      <a:pt x="1971" y="3828"/>
                      <a:pt x="2103" y="3828"/>
                    </a:cubicBezTo>
                    <a:cubicBezTo>
                      <a:pt x="2984" y="3828"/>
                      <a:pt x="3767" y="3181"/>
                      <a:pt x="3970" y="2282"/>
                    </a:cubicBezTo>
                    <a:cubicBezTo>
                      <a:pt x="4170" y="1248"/>
                      <a:pt x="3503" y="247"/>
                      <a:pt x="2469" y="47"/>
                    </a:cubicBezTo>
                    <a:cubicBezTo>
                      <a:pt x="2330" y="16"/>
                      <a:pt x="2190" y="1"/>
                      <a:pt x="2052"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593;p38">
                <a:extLst>
                  <a:ext uri="{FF2B5EF4-FFF2-40B4-BE49-F238E27FC236}">
                    <a16:creationId xmlns:a16="http://schemas.microsoft.com/office/drawing/2014/main" id="{79D38373-3694-F003-CC8B-2D8FB170F05B}"/>
                  </a:ext>
                </a:extLst>
              </p:cNvPr>
              <p:cNvSpPr/>
              <p:nvPr/>
            </p:nvSpPr>
            <p:spPr>
              <a:xfrm>
                <a:off x="3796675" y="3773000"/>
                <a:ext cx="95950" cy="178575"/>
              </a:xfrm>
              <a:custGeom>
                <a:avLst/>
                <a:gdLst/>
                <a:ahLst/>
                <a:cxnLst/>
                <a:rect l="l" t="t" r="r" b="b"/>
                <a:pathLst>
                  <a:path w="3838" h="7143" extrusionOk="0">
                    <a:moveTo>
                      <a:pt x="3538" y="1"/>
                    </a:moveTo>
                    <a:cubicBezTo>
                      <a:pt x="3431" y="1"/>
                      <a:pt x="3332" y="64"/>
                      <a:pt x="3318" y="206"/>
                    </a:cubicBezTo>
                    <a:cubicBezTo>
                      <a:pt x="2918" y="2675"/>
                      <a:pt x="1850" y="4876"/>
                      <a:pt x="149" y="6711"/>
                    </a:cubicBezTo>
                    <a:cubicBezTo>
                      <a:pt x="1" y="6909"/>
                      <a:pt x="163" y="7143"/>
                      <a:pt x="339" y="7143"/>
                    </a:cubicBezTo>
                    <a:cubicBezTo>
                      <a:pt x="401" y="7143"/>
                      <a:pt x="464" y="7114"/>
                      <a:pt x="516" y="7045"/>
                    </a:cubicBezTo>
                    <a:cubicBezTo>
                      <a:pt x="2317" y="5143"/>
                      <a:pt x="3418" y="2875"/>
                      <a:pt x="3818" y="306"/>
                    </a:cubicBezTo>
                    <a:cubicBezTo>
                      <a:pt x="3837" y="115"/>
                      <a:pt x="3681" y="1"/>
                      <a:pt x="3538"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594;p38">
                <a:extLst>
                  <a:ext uri="{FF2B5EF4-FFF2-40B4-BE49-F238E27FC236}">
                    <a16:creationId xmlns:a16="http://schemas.microsoft.com/office/drawing/2014/main" id="{B846DADB-2BB6-FC91-5AEC-07A0F87D75BC}"/>
                  </a:ext>
                </a:extLst>
              </p:cNvPr>
              <p:cNvSpPr/>
              <p:nvPr/>
            </p:nvSpPr>
            <p:spPr>
              <a:xfrm>
                <a:off x="3822425" y="3792675"/>
                <a:ext cx="96475" cy="178450"/>
              </a:xfrm>
              <a:custGeom>
                <a:avLst/>
                <a:gdLst/>
                <a:ahLst/>
                <a:cxnLst/>
                <a:rect l="l" t="t" r="r" b="b"/>
                <a:pathLst>
                  <a:path w="3859" h="7138" extrusionOk="0">
                    <a:moveTo>
                      <a:pt x="3571" y="1"/>
                    </a:moveTo>
                    <a:cubicBezTo>
                      <a:pt x="3453" y="1"/>
                      <a:pt x="3337" y="70"/>
                      <a:pt x="3322" y="220"/>
                    </a:cubicBezTo>
                    <a:cubicBezTo>
                      <a:pt x="2922" y="2688"/>
                      <a:pt x="1888" y="4890"/>
                      <a:pt x="153" y="6725"/>
                    </a:cubicBezTo>
                    <a:cubicBezTo>
                      <a:pt x="1" y="6902"/>
                      <a:pt x="176" y="7138"/>
                      <a:pt x="372" y="7138"/>
                    </a:cubicBezTo>
                    <a:cubicBezTo>
                      <a:pt x="434" y="7138"/>
                      <a:pt x="497" y="7114"/>
                      <a:pt x="553" y="7058"/>
                    </a:cubicBezTo>
                    <a:cubicBezTo>
                      <a:pt x="2321" y="5123"/>
                      <a:pt x="3422" y="2855"/>
                      <a:pt x="3822" y="287"/>
                    </a:cubicBezTo>
                    <a:cubicBezTo>
                      <a:pt x="3859" y="103"/>
                      <a:pt x="3714" y="1"/>
                      <a:pt x="357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595;p38">
                <a:extLst>
                  <a:ext uri="{FF2B5EF4-FFF2-40B4-BE49-F238E27FC236}">
                    <a16:creationId xmlns:a16="http://schemas.microsoft.com/office/drawing/2014/main" id="{A2DABA46-87A8-6240-842A-02535916D84E}"/>
                  </a:ext>
                </a:extLst>
              </p:cNvPr>
              <p:cNvSpPr/>
              <p:nvPr/>
            </p:nvSpPr>
            <p:spPr>
              <a:xfrm>
                <a:off x="3402600" y="3973450"/>
                <a:ext cx="385300" cy="300750"/>
              </a:xfrm>
              <a:custGeom>
                <a:avLst/>
                <a:gdLst/>
                <a:ahLst/>
                <a:cxnLst/>
                <a:rect l="l" t="t" r="r" b="b"/>
                <a:pathLst>
                  <a:path w="15412" h="12030" extrusionOk="0">
                    <a:moveTo>
                      <a:pt x="6574" y="0"/>
                    </a:moveTo>
                    <a:cubicBezTo>
                      <a:pt x="4353" y="0"/>
                      <a:pt x="2360" y="989"/>
                      <a:pt x="1435" y="2796"/>
                    </a:cubicBezTo>
                    <a:cubicBezTo>
                      <a:pt x="1" y="5598"/>
                      <a:pt x="1635" y="9301"/>
                      <a:pt x="5104" y="11102"/>
                    </a:cubicBezTo>
                    <a:cubicBezTo>
                      <a:pt x="6324" y="11730"/>
                      <a:pt x="7616" y="12029"/>
                      <a:pt x="8838" y="12029"/>
                    </a:cubicBezTo>
                    <a:cubicBezTo>
                      <a:pt x="11059" y="12029"/>
                      <a:pt x="13052" y="11041"/>
                      <a:pt x="13977" y="9234"/>
                    </a:cubicBezTo>
                    <a:cubicBezTo>
                      <a:pt x="15412" y="6432"/>
                      <a:pt x="13777" y="2729"/>
                      <a:pt x="10308" y="928"/>
                    </a:cubicBezTo>
                    <a:cubicBezTo>
                      <a:pt x="9088" y="300"/>
                      <a:pt x="7796" y="0"/>
                      <a:pt x="657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596;p38">
                <a:extLst>
                  <a:ext uri="{FF2B5EF4-FFF2-40B4-BE49-F238E27FC236}">
                    <a16:creationId xmlns:a16="http://schemas.microsoft.com/office/drawing/2014/main" id="{4D35B62B-695E-1899-F528-6AA3607BCA1C}"/>
                  </a:ext>
                </a:extLst>
              </p:cNvPr>
              <p:cNvSpPr/>
              <p:nvPr/>
            </p:nvSpPr>
            <p:spPr>
              <a:xfrm>
                <a:off x="3420125" y="3986925"/>
                <a:ext cx="350275" cy="273700"/>
              </a:xfrm>
              <a:custGeom>
                <a:avLst/>
                <a:gdLst/>
                <a:ahLst/>
                <a:cxnLst/>
                <a:rect l="l" t="t" r="r" b="b"/>
                <a:pathLst>
                  <a:path w="14011" h="10948" extrusionOk="0">
                    <a:moveTo>
                      <a:pt x="5943" y="280"/>
                    </a:moveTo>
                    <a:cubicBezTo>
                      <a:pt x="6399" y="280"/>
                      <a:pt x="6867" y="327"/>
                      <a:pt x="7339" y="422"/>
                    </a:cubicBezTo>
                    <a:cubicBezTo>
                      <a:pt x="8006" y="522"/>
                      <a:pt x="8640" y="756"/>
                      <a:pt x="9240" y="1089"/>
                    </a:cubicBezTo>
                    <a:cubicBezTo>
                      <a:pt x="12275" y="2624"/>
                      <a:pt x="13710" y="5860"/>
                      <a:pt x="12476" y="8295"/>
                    </a:cubicBezTo>
                    <a:cubicBezTo>
                      <a:pt x="11662" y="9836"/>
                      <a:pt x="9942" y="10690"/>
                      <a:pt x="8020" y="10690"/>
                    </a:cubicBezTo>
                    <a:cubicBezTo>
                      <a:pt x="6948" y="10690"/>
                      <a:pt x="5812" y="10424"/>
                      <a:pt x="4737" y="9862"/>
                    </a:cubicBezTo>
                    <a:cubicBezTo>
                      <a:pt x="1701" y="8328"/>
                      <a:pt x="300" y="5092"/>
                      <a:pt x="1534" y="2657"/>
                    </a:cubicBezTo>
                    <a:cubicBezTo>
                      <a:pt x="2317" y="1119"/>
                      <a:pt x="4016" y="280"/>
                      <a:pt x="5943" y="280"/>
                    </a:cubicBezTo>
                    <a:close/>
                    <a:moveTo>
                      <a:pt x="5989" y="1"/>
                    </a:moveTo>
                    <a:cubicBezTo>
                      <a:pt x="3974" y="1"/>
                      <a:pt x="2174" y="887"/>
                      <a:pt x="1334" y="2524"/>
                    </a:cubicBezTo>
                    <a:cubicBezTo>
                      <a:pt x="0" y="5092"/>
                      <a:pt x="1501" y="8461"/>
                      <a:pt x="4637" y="10096"/>
                    </a:cubicBezTo>
                    <a:cubicBezTo>
                      <a:pt x="5237" y="10429"/>
                      <a:pt x="5904" y="10663"/>
                      <a:pt x="6571" y="10796"/>
                    </a:cubicBezTo>
                    <a:cubicBezTo>
                      <a:pt x="7058" y="10897"/>
                      <a:pt x="7542" y="10947"/>
                      <a:pt x="8014" y="10947"/>
                    </a:cubicBezTo>
                    <a:cubicBezTo>
                      <a:pt x="10035" y="10947"/>
                      <a:pt x="11838" y="10038"/>
                      <a:pt x="12676" y="8361"/>
                    </a:cubicBezTo>
                    <a:cubicBezTo>
                      <a:pt x="14010" y="5826"/>
                      <a:pt x="12509" y="2457"/>
                      <a:pt x="9373" y="823"/>
                    </a:cubicBezTo>
                    <a:cubicBezTo>
                      <a:pt x="8263" y="267"/>
                      <a:pt x="7093" y="1"/>
                      <a:pt x="59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597;p38">
                <a:extLst>
                  <a:ext uri="{FF2B5EF4-FFF2-40B4-BE49-F238E27FC236}">
                    <a16:creationId xmlns:a16="http://schemas.microsoft.com/office/drawing/2014/main" id="{8CD14565-8077-9749-C24A-94DCB2399CAE}"/>
                  </a:ext>
                </a:extLst>
              </p:cNvPr>
              <p:cNvSpPr/>
              <p:nvPr/>
            </p:nvSpPr>
            <p:spPr>
              <a:xfrm>
                <a:off x="3495175" y="4027975"/>
                <a:ext cx="206825" cy="168100"/>
              </a:xfrm>
              <a:custGeom>
                <a:avLst/>
                <a:gdLst/>
                <a:ahLst/>
                <a:cxnLst/>
                <a:rect l="l" t="t" r="r" b="b"/>
                <a:pathLst>
                  <a:path w="8273" h="6724" extrusionOk="0">
                    <a:moveTo>
                      <a:pt x="1635" y="2116"/>
                    </a:moveTo>
                    <a:lnTo>
                      <a:pt x="3036" y="3117"/>
                    </a:lnTo>
                    <a:cubicBezTo>
                      <a:pt x="2802" y="3217"/>
                      <a:pt x="2569" y="3317"/>
                      <a:pt x="2369" y="3350"/>
                    </a:cubicBezTo>
                    <a:cubicBezTo>
                      <a:pt x="2321" y="3358"/>
                      <a:pt x="2274" y="3362"/>
                      <a:pt x="2227" y="3362"/>
                    </a:cubicBezTo>
                    <a:cubicBezTo>
                      <a:pt x="2076" y="3362"/>
                      <a:pt x="1929" y="3319"/>
                      <a:pt x="1801" y="3217"/>
                    </a:cubicBezTo>
                    <a:cubicBezTo>
                      <a:pt x="1635" y="3117"/>
                      <a:pt x="1535" y="2950"/>
                      <a:pt x="1501" y="2716"/>
                    </a:cubicBezTo>
                    <a:cubicBezTo>
                      <a:pt x="1468" y="2550"/>
                      <a:pt x="1501" y="2350"/>
                      <a:pt x="1635" y="2116"/>
                    </a:cubicBezTo>
                    <a:close/>
                    <a:moveTo>
                      <a:pt x="5848" y="2872"/>
                    </a:moveTo>
                    <a:cubicBezTo>
                      <a:pt x="6021" y="2872"/>
                      <a:pt x="6216" y="2921"/>
                      <a:pt x="6371" y="3050"/>
                    </a:cubicBezTo>
                    <a:cubicBezTo>
                      <a:pt x="6638" y="3217"/>
                      <a:pt x="6738" y="3384"/>
                      <a:pt x="6738" y="3650"/>
                    </a:cubicBezTo>
                    <a:cubicBezTo>
                      <a:pt x="6805" y="3851"/>
                      <a:pt x="6738" y="4117"/>
                      <a:pt x="6638" y="4351"/>
                    </a:cubicBezTo>
                    <a:lnTo>
                      <a:pt x="4970" y="3183"/>
                    </a:lnTo>
                    <a:cubicBezTo>
                      <a:pt x="5204" y="3017"/>
                      <a:pt x="5471" y="2950"/>
                      <a:pt x="5704" y="2883"/>
                    </a:cubicBezTo>
                    <a:cubicBezTo>
                      <a:pt x="5749" y="2876"/>
                      <a:pt x="5798" y="2872"/>
                      <a:pt x="5848" y="2872"/>
                    </a:cubicBezTo>
                    <a:close/>
                    <a:moveTo>
                      <a:pt x="3008" y="1"/>
                    </a:moveTo>
                    <a:cubicBezTo>
                      <a:pt x="2939" y="1"/>
                      <a:pt x="2871" y="5"/>
                      <a:pt x="2802" y="15"/>
                    </a:cubicBezTo>
                    <a:cubicBezTo>
                      <a:pt x="2535" y="15"/>
                      <a:pt x="2268" y="115"/>
                      <a:pt x="2035" y="215"/>
                    </a:cubicBezTo>
                    <a:cubicBezTo>
                      <a:pt x="1835" y="348"/>
                      <a:pt x="1568" y="515"/>
                      <a:pt x="1368" y="715"/>
                    </a:cubicBezTo>
                    <a:lnTo>
                      <a:pt x="567" y="181"/>
                    </a:lnTo>
                    <a:lnTo>
                      <a:pt x="0" y="1015"/>
                    </a:lnTo>
                    <a:lnTo>
                      <a:pt x="767" y="1549"/>
                    </a:lnTo>
                    <a:cubicBezTo>
                      <a:pt x="501" y="2116"/>
                      <a:pt x="367" y="2650"/>
                      <a:pt x="434" y="3117"/>
                    </a:cubicBezTo>
                    <a:cubicBezTo>
                      <a:pt x="534" y="3617"/>
                      <a:pt x="767" y="3951"/>
                      <a:pt x="1168" y="4218"/>
                    </a:cubicBezTo>
                    <a:cubicBezTo>
                      <a:pt x="1401" y="4384"/>
                      <a:pt x="1668" y="4518"/>
                      <a:pt x="1902" y="4551"/>
                    </a:cubicBezTo>
                    <a:cubicBezTo>
                      <a:pt x="2035" y="4584"/>
                      <a:pt x="2160" y="4601"/>
                      <a:pt x="2285" y="4601"/>
                    </a:cubicBezTo>
                    <a:cubicBezTo>
                      <a:pt x="2410" y="4601"/>
                      <a:pt x="2535" y="4584"/>
                      <a:pt x="2669" y="4551"/>
                    </a:cubicBezTo>
                    <a:cubicBezTo>
                      <a:pt x="2902" y="4484"/>
                      <a:pt x="3102" y="4384"/>
                      <a:pt x="3369" y="4284"/>
                    </a:cubicBezTo>
                    <a:cubicBezTo>
                      <a:pt x="3569" y="4151"/>
                      <a:pt x="3836" y="3984"/>
                      <a:pt x="4036" y="3851"/>
                    </a:cubicBezTo>
                    <a:lnTo>
                      <a:pt x="6038" y="5285"/>
                    </a:lnTo>
                    <a:cubicBezTo>
                      <a:pt x="5769" y="5515"/>
                      <a:pt x="5467" y="5624"/>
                      <a:pt x="5132" y="5624"/>
                    </a:cubicBezTo>
                    <a:cubicBezTo>
                      <a:pt x="4885" y="5624"/>
                      <a:pt x="4620" y="5565"/>
                      <a:pt x="4337" y="5452"/>
                    </a:cubicBezTo>
                    <a:lnTo>
                      <a:pt x="3836" y="6386"/>
                    </a:lnTo>
                    <a:cubicBezTo>
                      <a:pt x="4212" y="6611"/>
                      <a:pt x="4606" y="6724"/>
                      <a:pt x="5004" y="6724"/>
                    </a:cubicBezTo>
                    <a:cubicBezTo>
                      <a:pt x="5137" y="6724"/>
                      <a:pt x="5271" y="6711"/>
                      <a:pt x="5404" y="6686"/>
                    </a:cubicBezTo>
                    <a:cubicBezTo>
                      <a:pt x="5971" y="6553"/>
                      <a:pt x="6405" y="6319"/>
                      <a:pt x="6872" y="5819"/>
                    </a:cubicBezTo>
                    <a:lnTo>
                      <a:pt x="7706" y="6386"/>
                    </a:lnTo>
                    <a:lnTo>
                      <a:pt x="8273" y="5552"/>
                    </a:lnTo>
                    <a:lnTo>
                      <a:pt x="7506" y="5018"/>
                    </a:lnTo>
                    <a:cubicBezTo>
                      <a:pt x="7606" y="4718"/>
                      <a:pt x="7739" y="4451"/>
                      <a:pt x="7772" y="4151"/>
                    </a:cubicBezTo>
                    <a:cubicBezTo>
                      <a:pt x="7839" y="3851"/>
                      <a:pt x="7839" y="3617"/>
                      <a:pt x="7772" y="3350"/>
                    </a:cubicBezTo>
                    <a:cubicBezTo>
                      <a:pt x="7739" y="3117"/>
                      <a:pt x="7672" y="2883"/>
                      <a:pt x="7539" y="2683"/>
                    </a:cubicBezTo>
                    <a:cubicBezTo>
                      <a:pt x="7405" y="2516"/>
                      <a:pt x="7239" y="2316"/>
                      <a:pt x="7039" y="2183"/>
                    </a:cubicBezTo>
                    <a:cubicBezTo>
                      <a:pt x="6738" y="1983"/>
                      <a:pt x="6505" y="1849"/>
                      <a:pt x="6205" y="1816"/>
                    </a:cubicBezTo>
                    <a:cubicBezTo>
                      <a:pt x="6126" y="1806"/>
                      <a:pt x="6048" y="1802"/>
                      <a:pt x="5970" y="1802"/>
                    </a:cubicBezTo>
                    <a:cubicBezTo>
                      <a:pt x="5781" y="1802"/>
                      <a:pt x="5593" y="1826"/>
                      <a:pt x="5404" y="1849"/>
                    </a:cubicBezTo>
                    <a:cubicBezTo>
                      <a:pt x="5171" y="1949"/>
                      <a:pt x="4904" y="2016"/>
                      <a:pt x="4670" y="2149"/>
                    </a:cubicBezTo>
                    <a:cubicBezTo>
                      <a:pt x="4403" y="2283"/>
                      <a:pt x="4170" y="2383"/>
                      <a:pt x="3936" y="2550"/>
                    </a:cubicBezTo>
                    <a:lnTo>
                      <a:pt x="2235" y="1349"/>
                    </a:lnTo>
                    <a:cubicBezTo>
                      <a:pt x="2464" y="1190"/>
                      <a:pt x="2711" y="1106"/>
                      <a:pt x="2972" y="1106"/>
                    </a:cubicBezTo>
                    <a:cubicBezTo>
                      <a:pt x="3206" y="1106"/>
                      <a:pt x="3451" y="1174"/>
                      <a:pt x="3703" y="1315"/>
                    </a:cubicBezTo>
                    <a:lnTo>
                      <a:pt x="4237" y="348"/>
                    </a:lnTo>
                    <a:cubicBezTo>
                      <a:pt x="4003" y="215"/>
                      <a:pt x="3803" y="115"/>
                      <a:pt x="3536" y="48"/>
                    </a:cubicBezTo>
                    <a:cubicBezTo>
                      <a:pt x="3347" y="24"/>
                      <a:pt x="3175" y="1"/>
                      <a:pt x="3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1" name="Google Shape;598;p38">
              <a:extLst>
                <a:ext uri="{FF2B5EF4-FFF2-40B4-BE49-F238E27FC236}">
                  <a16:creationId xmlns:a16="http://schemas.microsoft.com/office/drawing/2014/main" id="{506D51A4-920C-FFF8-913B-0E3F5A305A52}"/>
                </a:ext>
              </a:extLst>
            </p:cNvPr>
            <p:cNvGrpSpPr/>
            <p:nvPr/>
          </p:nvGrpSpPr>
          <p:grpSpPr>
            <a:xfrm>
              <a:off x="5811117" y="2088569"/>
              <a:ext cx="1867395" cy="2662812"/>
              <a:chOff x="5811117" y="2088569"/>
              <a:chExt cx="1867395" cy="2662812"/>
            </a:xfrm>
          </p:grpSpPr>
          <p:grpSp>
            <p:nvGrpSpPr>
              <p:cNvPr id="1371" name="Google Shape;599;p38">
                <a:extLst>
                  <a:ext uri="{FF2B5EF4-FFF2-40B4-BE49-F238E27FC236}">
                    <a16:creationId xmlns:a16="http://schemas.microsoft.com/office/drawing/2014/main" id="{54BE4C42-1D06-0AFC-FDDB-9EB78AEEDB24}"/>
                  </a:ext>
                </a:extLst>
              </p:cNvPr>
              <p:cNvGrpSpPr/>
              <p:nvPr/>
            </p:nvGrpSpPr>
            <p:grpSpPr>
              <a:xfrm>
                <a:off x="5811117" y="2088569"/>
                <a:ext cx="1867395" cy="2662812"/>
                <a:chOff x="2040800" y="2586750"/>
                <a:chExt cx="1530275" cy="2182275"/>
              </a:xfrm>
            </p:grpSpPr>
            <p:sp>
              <p:nvSpPr>
                <p:cNvPr id="1373" name="Google Shape;600;p38">
                  <a:extLst>
                    <a:ext uri="{FF2B5EF4-FFF2-40B4-BE49-F238E27FC236}">
                      <a16:creationId xmlns:a16="http://schemas.microsoft.com/office/drawing/2014/main" id="{FFA8DD7B-ED03-9C95-6D7E-762712FB0E9A}"/>
                    </a:ext>
                  </a:extLst>
                </p:cNvPr>
                <p:cNvSpPr/>
                <p:nvPr/>
              </p:nvSpPr>
              <p:spPr>
                <a:xfrm>
                  <a:off x="2040800" y="2586750"/>
                  <a:ext cx="1530275" cy="2182275"/>
                </a:xfrm>
                <a:custGeom>
                  <a:avLst/>
                  <a:gdLst/>
                  <a:ahLst/>
                  <a:cxnLst/>
                  <a:rect l="l" t="t" r="r" b="b"/>
                  <a:pathLst>
                    <a:path w="61211" h="87291" extrusionOk="0">
                      <a:moveTo>
                        <a:pt x="30843" y="0"/>
                      </a:moveTo>
                      <a:cubicBezTo>
                        <a:pt x="30043" y="0"/>
                        <a:pt x="29293" y="545"/>
                        <a:pt x="28721" y="1090"/>
                      </a:cubicBezTo>
                      <a:cubicBezTo>
                        <a:pt x="26152" y="3491"/>
                        <a:pt x="24585" y="7027"/>
                        <a:pt x="21482" y="8662"/>
                      </a:cubicBezTo>
                      <a:cubicBezTo>
                        <a:pt x="21349" y="7494"/>
                        <a:pt x="21816" y="6360"/>
                        <a:pt x="21983" y="5193"/>
                      </a:cubicBezTo>
                      <a:cubicBezTo>
                        <a:pt x="22238" y="3376"/>
                        <a:pt x="20984" y="1874"/>
                        <a:pt x="19407" y="1874"/>
                      </a:cubicBezTo>
                      <a:cubicBezTo>
                        <a:pt x="18928" y="1874"/>
                        <a:pt x="18419" y="2013"/>
                        <a:pt x="17913" y="2324"/>
                      </a:cubicBezTo>
                      <a:cubicBezTo>
                        <a:pt x="16579" y="3158"/>
                        <a:pt x="15712" y="4826"/>
                        <a:pt x="15511" y="6360"/>
                      </a:cubicBezTo>
                      <a:cubicBezTo>
                        <a:pt x="15411" y="7194"/>
                        <a:pt x="15411" y="8028"/>
                        <a:pt x="14677" y="8528"/>
                      </a:cubicBezTo>
                      <a:cubicBezTo>
                        <a:pt x="14010" y="8962"/>
                        <a:pt x="13143" y="9029"/>
                        <a:pt x="12409" y="9329"/>
                      </a:cubicBezTo>
                      <a:cubicBezTo>
                        <a:pt x="12209" y="9429"/>
                        <a:pt x="11909" y="9496"/>
                        <a:pt x="11842" y="9763"/>
                      </a:cubicBezTo>
                      <a:cubicBezTo>
                        <a:pt x="11742" y="9963"/>
                        <a:pt x="11842" y="10263"/>
                        <a:pt x="11976" y="10496"/>
                      </a:cubicBezTo>
                      <a:cubicBezTo>
                        <a:pt x="12876" y="12364"/>
                        <a:pt x="22983" y="17868"/>
                        <a:pt x="24918" y="22805"/>
                      </a:cubicBezTo>
                      <a:lnTo>
                        <a:pt x="22750" y="23873"/>
                      </a:lnTo>
                      <a:cubicBezTo>
                        <a:pt x="15044" y="29110"/>
                        <a:pt x="8840" y="36615"/>
                        <a:pt x="5071" y="45288"/>
                      </a:cubicBezTo>
                      <a:cubicBezTo>
                        <a:pt x="1335" y="53961"/>
                        <a:pt x="0" y="63768"/>
                        <a:pt x="1335" y="73141"/>
                      </a:cubicBezTo>
                      <a:cubicBezTo>
                        <a:pt x="1568" y="74976"/>
                        <a:pt x="1968" y="76710"/>
                        <a:pt x="2302" y="78512"/>
                      </a:cubicBezTo>
                      <a:cubicBezTo>
                        <a:pt x="2669" y="80447"/>
                        <a:pt x="2836" y="82848"/>
                        <a:pt x="1201" y="83849"/>
                      </a:cubicBezTo>
                      <a:cubicBezTo>
                        <a:pt x="1824" y="84305"/>
                        <a:pt x="2532" y="84449"/>
                        <a:pt x="3284" y="84449"/>
                      </a:cubicBezTo>
                      <a:cubicBezTo>
                        <a:pt x="4588" y="84449"/>
                        <a:pt x="6026" y="84015"/>
                        <a:pt x="7385" y="84015"/>
                      </a:cubicBezTo>
                      <a:cubicBezTo>
                        <a:pt x="7594" y="84015"/>
                        <a:pt x="7801" y="84025"/>
                        <a:pt x="8006" y="84049"/>
                      </a:cubicBezTo>
                      <a:cubicBezTo>
                        <a:pt x="8933" y="84169"/>
                        <a:pt x="9994" y="84985"/>
                        <a:pt x="10924" y="84985"/>
                      </a:cubicBezTo>
                      <a:cubicBezTo>
                        <a:pt x="11032" y="84985"/>
                        <a:pt x="11138" y="84974"/>
                        <a:pt x="11242" y="84950"/>
                      </a:cubicBezTo>
                      <a:cubicBezTo>
                        <a:pt x="11537" y="84871"/>
                        <a:pt x="11855" y="84837"/>
                        <a:pt x="12188" y="84837"/>
                      </a:cubicBezTo>
                      <a:cubicBezTo>
                        <a:pt x="14259" y="84837"/>
                        <a:pt x="16937" y="86168"/>
                        <a:pt x="18747" y="86484"/>
                      </a:cubicBezTo>
                      <a:cubicBezTo>
                        <a:pt x="21582" y="86985"/>
                        <a:pt x="24518" y="87218"/>
                        <a:pt x="27387" y="87285"/>
                      </a:cubicBezTo>
                      <a:cubicBezTo>
                        <a:pt x="27698" y="87288"/>
                        <a:pt x="28009" y="87290"/>
                        <a:pt x="28320" y="87290"/>
                      </a:cubicBezTo>
                      <a:cubicBezTo>
                        <a:pt x="33773" y="87290"/>
                        <a:pt x="39169" y="86750"/>
                        <a:pt x="44565" y="86151"/>
                      </a:cubicBezTo>
                      <a:cubicBezTo>
                        <a:pt x="46433" y="85984"/>
                        <a:pt x="48335" y="85784"/>
                        <a:pt x="50069" y="85117"/>
                      </a:cubicBezTo>
                      <a:cubicBezTo>
                        <a:pt x="51103" y="84716"/>
                        <a:pt x="52104" y="84183"/>
                        <a:pt x="53205" y="84049"/>
                      </a:cubicBezTo>
                      <a:cubicBezTo>
                        <a:pt x="53405" y="84026"/>
                        <a:pt x="53608" y="84016"/>
                        <a:pt x="53812" y="84016"/>
                      </a:cubicBezTo>
                      <a:cubicBezTo>
                        <a:pt x="55172" y="84016"/>
                        <a:pt x="56604" y="84464"/>
                        <a:pt x="57912" y="84464"/>
                      </a:cubicBezTo>
                      <a:cubicBezTo>
                        <a:pt x="58664" y="84464"/>
                        <a:pt x="59376" y="84316"/>
                        <a:pt x="60010" y="83849"/>
                      </a:cubicBezTo>
                      <a:cubicBezTo>
                        <a:pt x="58375" y="82848"/>
                        <a:pt x="58542" y="80447"/>
                        <a:pt x="58909" y="78512"/>
                      </a:cubicBezTo>
                      <a:cubicBezTo>
                        <a:pt x="59243" y="76710"/>
                        <a:pt x="59643" y="74943"/>
                        <a:pt x="59876" y="73141"/>
                      </a:cubicBezTo>
                      <a:cubicBezTo>
                        <a:pt x="61211" y="63701"/>
                        <a:pt x="60410" y="53694"/>
                        <a:pt x="56140" y="45288"/>
                      </a:cubicBezTo>
                      <a:cubicBezTo>
                        <a:pt x="48735" y="30878"/>
                        <a:pt x="35893" y="23906"/>
                        <a:pt x="35893" y="23839"/>
                      </a:cubicBezTo>
                      <a:cubicBezTo>
                        <a:pt x="35059" y="21104"/>
                        <a:pt x="37093" y="18302"/>
                        <a:pt x="39095" y="16234"/>
                      </a:cubicBezTo>
                      <a:cubicBezTo>
                        <a:pt x="41663" y="13565"/>
                        <a:pt x="44365" y="10997"/>
                        <a:pt x="47234" y="8662"/>
                      </a:cubicBezTo>
                      <a:cubicBezTo>
                        <a:pt x="46856" y="8463"/>
                        <a:pt x="46468" y="8384"/>
                        <a:pt x="46072" y="8384"/>
                      </a:cubicBezTo>
                      <a:cubicBezTo>
                        <a:pt x="44513" y="8384"/>
                        <a:pt x="42835" y="9613"/>
                        <a:pt x="41166" y="9613"/>
                      </a:cubicBezTo>
                      <a:cubicBezTo>
                        <a:pt x="41054" y="9613"/>
                        <a:pt x="40942" y="9608"/>
                        <a:pt x="40829" y="9596"/>
                      </a:cubicBezTo>
                      <a:cubicBezTo>
                        <a:pt x="39996" y="9496"/>
                        <a:pt x="39195" y="8995"/>
                        <a:pt x="38494" y="8495"/>
                      </a:cubicBezTo>
                      <a:cubicBezTo>
                        <a:pt x="36159" y="6794"/>
                        <a:pt x="34225" y="4492"/>
                        <a:pt x="32924" y="1890"/>
                      </a:cubicBezTo>
                      <a:cubicBezTo>
                        <a:pt x="32557" y="1123"/>
                        <a:pt x="32257" y="356"/>
                        <a:pt x="31389" y="89"/>
                      </a:cubicBezTo>
                      <a:cubicBezTo>
                        <a:pt x="31206" y="28"/>
                        <a:pt x="31023" y="0"/>
                        <a:pt x="30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601;p38">
                  <a:extLst>
                    <a:ext uri="{FF2B5EF4-FFF2-40B4-BE49-F238E27FC236}">
                      <a16:creationId xmlns:a16="http://schemas.microsoft.com/office/drawing/2014/main" id="{A503EBFB-156B-9F4A-BA58-67342D0D3275}"/>
                    </a:ext>
                  </a:extLst>
                </p:cNvPr>
                <p:cNvSpPr/>
                <p:nvPr/>
              </p:nvSpPr>
              <p:spPr>
                <a:xfrm>
                  <a:off x="2335175" y="2809950"/>
                  <a:ext cx="342775" cy="342775"/>
                </a:xfrm>
                <a:custGeom>
                  <a:avLst/>
                  <a:gdLst/>
                  <a:ahLst/>
                  <a:cxnLst/>
                  <a:rect l="l" t="t" r="r" b="b"/>
                  <a:pathLst>
                    <a:path w="13711" h="13711" extrusionOk="0">
                      <a:moveTo>
                        <a:pt x="2002" y="1"/>
                      </a:moveTo>
                      <a:lnTo>
                        <a:pt x="2002" y="1"/>
                      </a:lnTo>
                      <a:cubicBezTo>
                        <a:pt x="1535" y="134"/>
                        <a:pt x="1101" y="234"/>
                        <a:pt x="701" y="368"/>
                      </a:cubicBezTo>
                      <a:cubicBezTo>
                        <a:pt x="434" y="468"/>
                        <a:pt x="201" y="568"/>
                        <a:pt x="100" y="801"/>
                      </a:cubicBezTo>
                      <a:cubicBezTo>
                        <a:pt x="0" y="1035"/>
                        <a:pt x="100" y="1335"/>
                        <a:pt x="234" y="1535"/>
                      </a:cubicBezTo>
                      <a:cubicBezTo>
                        <a:pt x="1101" y="3470"/>
                        <a:pt x="10908" y="8807"/>
                        <a:pt x="13076" y="13710"/>
                      </a:cubicBezTo>
                      <a:cubicBezTo>
                        <a:pt x="13277" y="13644"/>
                        <a:pt x="13477" y="13577"/>
                        <a:pt x="13710" y="13510"/>
                      </a:cubicBezTo>
                      <a:cubicBezTo>
                        <a:pt x="13677" y="13344"/>
                        <a:pt x="13677" y="13177"/>
                        <a:pt x="13610" y="13010"/>
                      </a:cubicBezTo>
                      <a:cubicBezTo>
                        <a:pt x="13543" y="12510"/>
                        <a:pt x="13243" y="11876"/>
                        <a:pt x="13010" y="11476"/>
                      </a:cubicBezTo>
                      <a:cubicBezTo>
                        <a:pt x="12409" y="10375"/>
                        <a:pt x="11575" y="9407"/>
                        <a:pt x="10675" y="8573"/>
                      </a:cubicBezTo>
                      <a:cubicBezTo>
                        <a:pt x="9040" y="7072"/>
                        <a:pt x="7172" y="5705"/>
                        <a:pt x="5271" y="4504"/>
                      </a:cubicBezTo>
                      <a:cubicBezTo>
                        <a:pt x="4070" y="3737"/>
                        <a:pt x="2035" y="3070"/>
                        <a:pt x="1368" y="1735"/>
                      </a:cubicBezTo>
                      <a:cubicBezTo>
                        <a:pt x="934" y="901"/>
                        <a:pt x="1435" y="468"/>
                        <a:pt x="20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602;p38">
                  <a:extLst>
                    <a:ext uri="{FF2B5EF4-FFF2-40B4-BE49-F238E27FC236}">
                      <a16:creationId xmlns:a16="http://schemas.microsoft.com/office/drawing/2014/main" id="{E6916D77-ACE3-14FB-FD17-4CED7F113642}"/>
                    </a:ext>
                  </a:extLst>
                </p:cNvPr>
                <p:cNvSpPr/>
                <p:nvPr/>
              </p:nvSpPr>
              <p:spPr>
                <a:xfrm>
                  <a:off x="2757600" y="2587575"/>
                  <a:ext cx="105850" cy="602675"/>
                </a:xfrm>
                <a:custGeom>
                  <a:avLst/>
                  <a:gdLst/>
                  <a:ahLst/>
                  <a:cxnLst/>
                  <a:rect l="l" t="t" r="r" b="b"/>
                  <a:pathLst>
                    <a:path w="4234" h="24107" extrusionOk="0">
                      <a:moveTo>
                        <a:pt x="2138" y="1"/>
                      </a:moveTo>
                      <a:cubicBezTo>
                        <a:pt x="1337" y="1"/>
                        <a:pt x="587" y="545"/>
                        <a:pt x="15" y="1090"/>
                      </a:cubicBezTo>
                      <a:cubicBezTo>
                        <a:pt x="5" y="1101"/>
                        <a:pt x="1" y="1105"/>
                        <a:pt x="2" y="1105"/>
                      </a:cubicBezTo>
                      <a:cubicBezTo>
                        <a:pt x="18" y="1105"/>
                        <a:pt x="592" y="636"/>
                        <a:pt x="1017" y="636"/>
                      </a:cubicBezTo>
                      <a:cubicBezTo>
                        <a:pt x="1226" y="636"/>
                        <a:pt x="1398" y="750"/>
                        <a:pt x="1450" y="1090"/>
                      </a:cubicBezTo>
                      <a:cubicBezTo>
                        <a:pt x="1717" y="2725"/>
                        <a:pt x="1316" y="12598"/>
                        <a:pt x="1483" y="24107"/>
                      </a:cubicBezTo>
                      <a:cubicBezTo>
                        <a:pt x="2150" y="8062"/>
                        <a:pt x="2951" y="1924"/>
                        <a:pt x="2984" y="1424"/>
                      </a:cubicBezTo>
                      <a:cubicBezTo>
                        <a:pt x="2984" y="952"/>
                        <a:pt x="3080" y="783"/>
                        <a:pt x="3219" y="783"/>
                      </a:cubicBezTo>
                      <a:cubicBezTo>
                        <a:pt x="3577" y="783"/>
                        <a:pt x="4222" y="1921"/>
                        <a:pt x="4232" y="1921"/>
                      </a:cubicBezTo>
                      <a:cubicBezTo>
                        <a:pt x="4233" y="1921"/>
                        <a:pt x="4229" y="1911"/>
                        <a:pt x="4218" y="1891"/>
                      </a:cubicBezTo>
                      <a:cubicBezTo>
                        <a:pt x="3852" y="1123"/>
                        <a:pt x="3551" y="356"/>
                        <a:pt x="2684" y="89"/>
                      </a:cubicBezTo>
                      <a:cubicBezTo>
                        <a:pt x="2500" y="28"/>
                        <a:pt x="2318" y="1"/>
                        <a:pt x="2138"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603;p38">
                  <a:extLst>
                    <a:ext uri="{FF2B5EF4-FFF2-40B4-BE49-F238E27FC236}">
                      <a16:creationId xmlns:a16="http://schemas.microsoft.com/office/drawing/2014/main" id="{8D486A01-F2F7-8470-713F-A6723CB81D5C}"/>
                    </a:ext>
                  </a:extLst>
                </p:cNvPr>
                <p:cNvSpPr/>
                <p:nvPr/>
              </p:nvSpPr>
              <p:spPr>
                <a:xfrm>
                  <a:off x="2887225" y="2796250"/>
                  <a:ext cx="333600" cy="379000"/>
                </a:xfrm>
                <a:custGeom>
                  <a:avLst/>
                  <a:gdLst/>
                  <a:ahLst/>
                  <a:cxnLst/>
                  <a:rect l="l" t="t" r="r" b="b"/>
                  <a:pathLst>
                    <a:path w="13344" h="15160" extrusionOk="0">
                      <a:moveTo>
                        <a:pt x="12213" y="1"/>
                      </a:moveTo>
                      <a:cubicBezTo>
                        <a:pt x="10686" y="1"/>
                        <a:pt x="8980" y="1229"/>
                        <a:pt x="7301" y="1229"/>
                      </a:cubicBezTo>
                      <a:cubicBezTo>
                        <a:pt x="7202" y="1229"/>
                        <a:pt x="7104" y="1225"/>
                        <a:pt x="7006" y="1216"/>
                      </a:cubicBezTo>
                      <a:cubicBezTo>
                        <a:pt x="4804" y="3184"/>
                        <a:pt x="2669" y="5385"/>
                        <a:pt x="1368" y="8054"/>
                      </a:cubicBezTo>
                      <a:cubicBezTo>
                        <a:pt x="601" y="9755"/>
                        <a:pt x="1" y="11957"/>
                        <a:pt x="635" y="13825"/>
                      </a:cubicBezTo>
                      <a:cubicBezTo>
                        <a:pt x="868" y="14559"/>
                        <a:pt x="1335" y="14926"/>
                        <a:pt x="1902" y="15159"/>
                      </a:cubicBezTo>
                      <a:cubicBezTo>
                        <a:pt x="1302" y="12491"/>
                        <a:pt x="3236" y="9822"/>
                        <a:pt x="5205" y="7821"/>
                      </a:cubicBezTo>
                      <a:cubicBezTo>
                        <a:pt x="7740" y="5152"/>
                        <a:pt x="10508" y="2617"/>
                        <a:pt x="13344" y="282"/>
                      </a:cubicBezTo>
                      <a:cubicBezTo>
                        <a:pt x="12981" y="81"/>
                        <a:pt x="12603" y="1"/>
                        <a:pt x="12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604;p38">
                  <a:extLst>
                    <a:ext uri="{FF2B5EF4-FFF2-40B4-BE49-F238E27FC236}">
                      <a16:creationId xmlns:a16="http://schemas.microsoft.com/office/drawing/2014/main" id="{EE175DD3-C6AF-0D00-59F0-92E47121EE91}"/>
                    </a:ext>
                  </a:extLst>
                </p:cNvPr>
                <p:cNvSpPr/>
                <p:nvPr/>
              </p:nvSpPr>
              <p:spPr>
                <a:xfrm>
                  <a:off x="2428575" y="2633600"/>
                  <a:ext cx="291900" cy="537475"/>
                </a:xfrm>
                <a:custGeom>
                  <a:avLst/>
                  <a:gdLst/>
                  <a:ahLst/>
                  <a:cxnLst/>
                  <a:rect l="l" t="t" r="r" b="b"/>
                  <a:pathLst>
                    <a:path w="11676" h="21499" extrusionOk="0">
                      <a:moveTo>
                        <a:pt x="3938" y="0"/>
                      </a:moveTo>
                      <a:cubicBezTo>
                        <a:pt x="3460" y="0"/>
                        <a:pt x="2949" y="139"/>
                        <a:pt x="2435" y="450"/>
                      </a:cubicBezTo>
                      <a:cubicBezTo>
                        <a:pt x="1101" y="1284"/>
                        <a:pt x="167" y="2952"/>
                        <a:pt x="0" y="4486"/>
                      </a:cubicBezTo>
                      <a:cubicBezTo>
                        <a:pt x="0" y="4496"/>
                        <a:pt x="1" y="4501"/>
                        <a:pt x="3" y="4501"/>
                      </a:cubicBezTo>
                      <a:cubicBezTo>
                        <a:pt x="11" y="4501"/>
                        <a:pt x="44" y="4351"/>
                        <a:pt x="100" y="4153"/>
                      </a:cubicBezTo>
                      <a:cubicBezTo>
                        <a:pt x="234" y="3702"/>
                        <a:pt x="634" y="3477"/>
                        <a:pt x="1034" y="3477"/>
                      </a:cubicBezTo>
                      <a:cubicBezTo>
                        <a:pt x="1435" y="3477"/>
                        <a:pt x="1835" y="3702"/>
                        <a:pt x="1968" y="4153"/>
                      </a:cubicBezTo>
                      <a:cubicBezTo>
                        <a:pt x="4103" y="11458"/>
                        <a:pt x="11308" y="21031"/>
                        <a:pt x="11675" y="21498"/>
                      </a:cubicBezTo>
                      <a:cubicBezTo>
                        <a:pt x="11675" y="21465"/>
                        <a:pt x="6305" y="10891"/>
                        <a:pt x="5971" y="6788"/>
                      </a:cubicBezTo>
                      <a:cubicBezTo>
                        <a:pt x="5871" y="5620"/>
                        <a:pt x="6305" y="4486"/>
                        <a:pt x="6472" y="3319"/>
                      </a:cubicBezTo>
                      <a:cubicBezTo>
                        <a:pt x="6727" y="1502"/>
                        <a:pt x="5512" y="0"/>
                        <a:pt x="3938"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605;p38">
                  <a:extLst>
                    <a:ext uri="{FF2B5EF4-FFF2-40B4-BE49-F238E27FC236}">
                      <a16:creationId xmlns:a16="http://schemas.microsoft.com/office/drawing/2014/main" id="{696A65B0-A92C-9530-8944-2D16E8843EDE}"/>
                    </a:ext>
                  </a:extLst>
                </p:cNvPr>
                <p:cNvSpPr/>
                <p:nvPr/>
              </p:nvSpPr>
              <p:spPr>
                <a:xfrm>
                  <a:off x="2611200" y="3125825"/>
                  <a:ext cx="345275" cy="76925"/>
                </a:xfrm>
                <a:custGeom>
                  <a:avLst/>
                  <a:gdLst/>
                  <a:ahLst/>
                  <a:cxnLst/>
                  <a:rect l="l" t="t" r="r" b="b"/>
                  <a:pathLst>
                    <a:path w="13811" h="3077" extrusionOk="0">
                      <a:moveTo>
                        <a:pt x="12815" y="0"/>
                      </a:moveTo>
                      <a:cubicBezTo>
                        <a:pt x="12757" y="0"/>
                        <a:pt x="12699" y="13"/>
                        <a:pt x="12643" y="41"/>
                      </a:cubicBezTo>
                      <a:cubicBezTo>
                        <a:pt x="10842" y="742"/>
                        <a:pt x="8874" y="1042"/>
                        <a:pt x="6906" y="1042"/>
                      </a:cubicBezTo>
                      <a:cubicBezTo>
                        <a:pt x="4971" y="1042"/>
                        <a:pt x="2969" y="775"/>
                        <a:pt x="1168" y="141"/>
                      </a:cubicBezTo>
                      <a:cubicBezTo>
                        <a:pt x="1123" y="130"/>
                        <a:pt x="1079" y="125"/>
                        <a:pt x="1035" y="125"/>
                      </a:cubicBezTo>
                      <a:cubicBezTo>
                        <a:pt x="688" y="125"/>
                        <a:pt x="378" y="461"/>
                        <a:pt x="201" y="875"/>
                      </a:cubicBezTo>
                      <a:cubicBezTo>
                        <a:pt x="1" y="1309"/>
                        <a:pt x="34" y="1876"/>
                        <a:pt x="434" y="2076"/>
                      </a:cubicBezTo>
                      <a:cubicBezTo>
                        <a:pt x="2569" y="2810"/>
                        <a:pt x="4737" y="3077"/>
                        <a:pt x="6906" y="3077"/>
                      </a:cubicBezTo>
                      <a:cubicBezTo>
                        <a:pt x="9074" y="3044"/>
                        <a:pt x="11242" y="2743"/>
                        <a:pt x="13343" y="1909"/>
                      </a:cubicBezTo>
                      <a:cubicBezTo>
                        <a:pt x="13744" y="1709"/>
                        <a:pt x="13810" y="1176"/>
                        <a:pt x="13577" y="709"/>
                      </a:cubicBezTo>
                      <a:cubicBezTo>
                        <a:pt x="13410" y="320"/>
                        <a:pt x="13105" y="0"/>
                        <a:pt x="128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2" name="Google Shape;606;p38">
                <a:extLst>
                  <a:ext uri="{FF2B5EF4-FFF2-40B4-BE49-F238E27FC236}">
                    <a16:creationId xmlns:a16="http://schemas.microsoft.com/office/drawing/2014/main" id="{BCFFABCF-7E65-7DF5-E166-FDB39580294F}"/>
                  </a:ext>
                </a:extLst>
              </p:cNvPr>
              <p:cNvSpPr/>
              <p:nvPr/>
            </p:nvSpPr>
            <p:spPr>
              <a:xfrm>
                <a:off x="6516578" y="3491660"/>
                <a:ext cx="456473" cy="596035"/>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 name="Google Shape;607;p38">
              <a:extLst>
                <a:ext uri="{FF2B5EF4-FFF2-40B4-BE49-F238E27FC236}">
                  <a16:creationId xmlns:a16="http://schemas.microsoft.com/office/drawing/2014/main" id="{B6A2E16C-20A3-B8DE-598F-FA2DC72967B0}"/>
                </a:ext>
              </a:extLst>
            </p:cNvPr>
            <p:cNvGrpSpPr/>
            <p:nvPr/>
          </p:nvGrpSpPr>
          <p:grpSpPr>
            <a:xfrm>
              <a:off x="4578176" y="3267583"/>
              <a:ext cx="1319352" cy="1356866"/>
              <a:chOff x="608005" y="2953350"/>
              <a:chExt cx="1600572" cy="1646083"/>
            </a:xfrm>
          </p:grpSpPr>
          <p:sp>
            <p:nvSpPr>
              <p:cNvPr id="1273" name="Google Shape;608;p38">
                <a:extLst>
                  <a:ext uri="{FF2B5EF4-FFF2-40B4-BE49-F238E27FC236}">
                    <a16:creationId xmlns:a16="http://schemas.microsoft.com/office/drawing/2014/main" id="{AC453945-8AEE-0BB7-E9DC-00CA7BC90B8A}"/>
                  </a:ext>
                </a:extLst>
              </p:cNvPr>
              <p:cNvSpPr/>
              <p:nvPr/>
            </p:nvSpPr>
            <p:spPr>
              <a:xfrm>
                <a:off x="870178" y="295335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609;p38">
                <a:extLst>
                  <a:ext uri="{FF2B5EF4-FFF2-40B4-BE49-F238E27FC236}">
                    <a16:creationId xmlns:a16="http://schemas.microsoft.com/office/drawing/2014/main" id="{4F7893AE-1077-F45D-649C-B0CAB23F8BA5}"/>
                  </a:ext>
                </a:extLst>
              </p:cNvPr>
              <p:cNvSpPr/>
              <p:nvPr/>
            </p:nvSpPr>
            <p:spPr>
              <a:xfrm>
                <a:off x="2100494"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610;p38">
                <a:extLst>
                  <a:ext uri="{FF2B5EF4-FFF2-40B4-BE49-F238E27FC236}">
                    <a16:creationId xmlns:a16="http://schemas.microsoft.com/office/drawing/2014/main" id="{8274AC2A-CEB8-27CC-24D5-EF7D57BB6111}"/>
                  </a:ext>
                </a:extLst>
              </p:cNvPr>
              <p:cNvSpPr/>
              <p:nvPr/>
            </p:nvSpPr>
            <p:spPr>
              <a:xfrm>
                <a:off x="970353" y="4506705"/>
                <a:ext cx="46854" cy="73994"/>
              </a:xfrm>
              <a:custGeom>
                <a:avLst/>
                <a:gdLst/>
                <a:ahLst/>
                <a:cxnLst/>
                <a:rect l="l" t="t" r="r" b="b"/>
                <a:pathLst>
                  <a:path w="1521" h="2402" extrusionOk="0">
                    <a:moveTo>
                      <a:pt x="700" y="0"/>
                    </a:moveTo>
                    <a:cubicBezTo>
                      <a:pt x="609" y="0"/>
                      <a:pt x="487" y="0"/>
                      <a:pt x="366" y="31"/>
                    </a:cubicBezTo>
                    <a:cubicBezTo>
                      <a:pt x="274" y="61"/>
                      <a:pt x="153" y="91"/>
                      <a:pt x="1" y="152"/>
                    </a:cubicBezTo>
                    <a:lnTo>
                      <a:pt x="1" y="456"/>
                    </a:lnTo>
                    <a:cubicBezTo>
                      <a:pt x="153" y="395"/>
                      <a:pt x="274" y="335"/>
                      <a:pt x="366" y="304"/>
                    </a:cubicBezTo>
                    <a:cubicBezTo>
                      <a:pt x="487" y="274"/>
                      <a:pt x="609" y="243"/>
                      <a:pt x="700" y="243"/>
                    </a:cubicBezTo>
                    <a:cubicBezTo>
                      <a:pt x="852" y="243"/>
                      <a:pt x="943" y="304"/>
                      <a:pt x="1034" y="365"/>
                    </a:cubicBezTo>
                    <a:cubicBezTo>
                      <a:pt x="1125" y="456"/>
                      <a:pt x="1186" y="547"/>
                      <a:pt x="1186" y="699"/>
                    </a:cubicBezTo>
                    <a:cubicBezTo>
                      <a:pt x="1186" y="760"/>
                      <a:pt x="1156" y="851"/>
                      <a:pt x="1125" y="912"/>
                    </a:cubicBezTo>
                    <a:cubicBezTo>
                      <a:pt x="1065" y="1003"/>
                      <a:pt x="1004" y="1094"/>
                      <a:pt x="913" y="1216"/>
                    </a:cubicBezTo>
                    <a:cubicBezTo>
                      <a:pt x="852" y="1277"/>
                      <a:pt x="700" y="1429"/>
                      <a:pt x="487" y="1642"/>
                    </a:cubicBezTo>
                    <a:cubicBezTo>
                      <a:pt x="274" y="1854"/>
                      <a:pt x="122" y="2006"/>
                      <a:pt x="1" y="2128"/>
                    </a:cubicBezTo>
                    <a:lnTo>
                      <a:pt x="1" y="2402"/>
                    </a:lnTo>
                    <a:lnTo>
                      <a:pt x="1521" y="2402"/>
                    </a:lnTo>
                    <a:lnTo>
                      <a:pt x="1521" y="2128"/>
                    </a:lnTo>
                    <a:lnTo>
                      <a:pt x="396" y="2128"/>
                    </a:lnTo>
                    <a:cubicBezTo>
                      <a:pt x="639" y="1885"/>
                      <a:pt x="852" y="1672"/>
                      <a:pt x="1004" y="1520"/>
                    </a:cubicBezTo>
                    <a:cubicBezTo>
                      <a:pt x="1125" y="1368"/>
                      <a:pt x="1217" y="1277"/>
                      <a:pt x="1247" y="1246"/>
                    </a:cubicBezTo>
                    <a:cubicBezTo>
                      <a:pt x="1338" y="1125"/>
                      <a:pt x="1399" y="1034"/>
                      <a:pt x="1429" y="943"/>
                    </a:cubicBezTo>
                    <a:cubicBezTo>
                      <a:pt x="1490" y="851"/>
                      <a:pt x="1490" y="760"/>
                      <a:pt x="1490" y="669"/>
                    </a:cubicBezTo>
                    <a:cubicBezTo>
                      <a:pt x="1490" y="456"/>
                      <a:pt x="1429" y="304"/>
                      <a:pt x="1277" y="183"/>
                    </a:cubicBezTo>
                    <a:cubicBezTo>
                      <a:pt x="1125" y="61"/>
                      <a:pt x="943" y="0"/>
                      <a:pt x="700"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611;p38">
                <a:extLst>
                  <a:ext uri="{FF2B5EF4-FFF2-40B4-BE49-F238E27FC236}">
                    <a16:creationId xmlns:a16="http://schemas.microsoft.com/office/drawing/2014/main" id="{5805361D-E468-4D7A-ED9D-AA28DE90C41B}"/>
                  </a:ext>
                </a:extLst>
              </p:cNvPr>
              <p:cNvSpPr/>
              <p:nvPr/>
            </p:nvSpPr>
            <p:spPr>
              <a:xfrm>
                <a:off x="1034025" y="4506705"/>
                <a:ext cx="50613" cy="75873"/>
              </a:xfrm>
              <a:custGeom>
                <a:avLst/>
                <a:gdLst/>
                <a:ahLst/>
                <a:cxnLst/>
                <a:rect l="l" t="t" r="r" b="b"/>
                <a:pathLst>
                  <a:path w="1643"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214" y="304"/>
                    </a:cubicBezTo>
                    <a:cubicBezTo>
                      <a:pt x="62" y="517"/>
                      <a:pt x="1" y="821"/>
                      <a:pt x="1" y="1216"/>
                    </a:cubicBezTo>
                    <a:cubicBezTo>
                      <a:pt x="1" y="1611"/>
                      <a:pt x="62" y="1946"/>
                      <a:pt x="214" y="2158"/>
                    </a:cubicBezTo>
                    <a:cubicBezTo>
                      <a:pt x="335" y="2341"/>
                      <a:pt x="548" y="2462"/>
                      <a:pt x="821" y="2462"/>
                    </a:cubicBezTo>
                    <a:cubicBezTo>
                      <a:pt x="1095" y="2462"/>
                      <a:pt x="1277" y="2341"/>
                      <a:pt x="1429" y="2158"/>
                    </a:cubicBezTo>
                    <a:cubicBezTo>
                      <a:pt x="1581" y="1946"/>
                      <a:pt x="1642" y="1611"/>
                      <a:pt x="1642" y="1216"/>
                    </a:cubicBezTo>
                    <a:cubicBezTo>
                      <a:pt x="1642" y="821"/>
                      <a:pt x="1581" y="517"/>
                      <a:pt x="1429" y="304"/>
                    </a:cubicBezTo>
                    <a:cubicBezTo>
                      <a:pt x="1277" y="91"/>
                      <a:pt x="1095"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612;p38">
                <a:extLst>
                  <a:ext uri="{FF2B5EF4-FFF2-40B4-BE49-F238E27FC236}">
                    <a16:creationId xmlns:a16="http://schemas.microsoft.com/office/drawing/2014/main" id="{BDD51965-D2A2-642D-32B4-3C18FCBBF7C5}"/>
                  </a:ext>
                </a:extLst>
              </p:cNvPr>
              <p:cNvSpPr/>
              <p:nvPr/>
            </p:nvSpPr>
            <p:spPr>
              <a:xfrm>
                <a:off x="1098652" y="4506705"/>
                <a:ext cx="46824" cy="73994"/>
              </a:xfrm>
              <a:custGeom>
                <a:avLst/>
                <a:gdLst/>
                <a:ahLst/>
                <a:cxnLst/>
                <a:rect l="l" t="t" r="r" b="b"/>
                <a:pathLst>
                  <a:path w="1520" h="2402" extrusionOk="0">
                    <a:moveTo>
                      <a:pt x="699" y="0"/>
                    </a:moveTo>
                    <a:cubicBezTo>
                      <a:pt x="608" y="0"/>
                      <a:pt x="486" y="0"/>
                      <a:pt x="365" y="31"/>
                    </a:cubicBezTo>
                    <a:cubicBezTo>
                      <a:pt x="274" y="61"/>
                      <a:pt x="152" y="91"/>
                      <a:pt x="0" y="152"/>
                    </a:cubicBezTo>
                    <a:lnTo>
                      <a:pt x="0" y="456"/>
                    </a:lnTo>
                    <a:cubicBezTo>
                      <a:pt x="152" y="395"/>
                      <a:pt x="274" y="335"/>
                      <a:pt x="365" y="304"/>
                    </a:cubicBezTo>
                    <a:cubicBezTo>
                      <a:pt x="486" y="274"/>
                      <a:pt x="608" y="243"/>
                      <a:pt x="699" y="243"/>
                    </a:cubicBezTo>
                    <a:cubicBezTo>
                      <a:pt x="851" y="243"/>
                      <a:pt x="942" y="304"/>
                      <a:pt x="1033" y="365"/>
                    </a:cubicBezTo>
                    <a:cubicBezTo>
                      <a:pt x="1125" y="456"/>
                      <a:pt x="1185" y="547"/>
                      <a:pt x="1185" y="699"/>
                    </a:cubicBezTo>
                    <a:cubicBezTo>
                      <a:pt x="1185" y="760"/>
                      <a:pt x="1155" y="851"/>
                      <a:pt x="1125" y="912"/>
                    </a:cubicBezTo>
                    <a:cubicBezTo>
                      <a:pt x="1064" y="1003"/>
                      <a:pt x="1003" y="1094"/>
                      <a:pt x="912" y="1216"/>
                    </a:cubicBezTo>
                    <a:cubicBezTo>
                      <a:pt x="851" y="1277"/>
                      <a:pt x="699" y="1429"/>
                      <a:pt x="486" y="1642"/>
                    </a:cubicBezTo>
                    <a:cubicBezTo>
                      <a:pt x="274" y="1854"/>
                      <a:pt x="122" y="2006"/>
                      <a:pt x="0" y="2128"/>
                    </a:cubicBezTo>
                    <a:lnTo>
                      <a:pt x="0" y="2402"/>
                    </a:lnTo>
                    <a:lnTo>
                      <a:pt x="1520" y="2402"/>
                    </a:lnTo>
                    <a:lnTo>
                      <a:pt x="1520" y="2128"/>
                    </a:lnTo>
                    <a:lnTo>
                      <a:pt x="395" y="2128"/>
                    </a:lnTo>
                    <a:cubicBezTo>
                      <a:pt x="638" y="1885"/>
                      <a:pt x="851" y="1672"/>
                      <a:pt x="1003" y="1520"/>
                    </a:cubicBezTo>
                    <a:cubicBezTo>
                      <a:pt x="1125" y="1368"/>
                      <a:pt x="1216" y="1277"/>
                      <a:pt x="1246" y="1246"/>
                    </a:cubicBezTo>
                    <a:cubicBezTo>
                      <a:pt x="1337" y="1125"/>
                      <a:pt x="1398" y="1034"/>
                      <a:pt x="1459" y="943"/>
                    </a:cubicBezTo>
                    <a:cubicBezTo>
                      <a:pt x="1489" y="851"/>
                      <a:pt x="1489" y="760"/>
                      <a:pt x="1489" y="669"/>
                    </a:cubicBezTo>
                    <a:cubicBezTo>
                      <a:pt x="1489" y="456"/>
                      <a:pt x="1429" y="304"/>
                      <a:pt x="1277" y="183"/>
                    </a:cubicBezTo>
                    <a:cubicBezTo>
                      <a:pt x="1125" y="61"/>
                      <a:pt x="942" y="0"/>
                      <a:pt x="699"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613;p38">
                <a:extLst>
                  <a:ext uri="{FF2B5EF4-FFF2-40B4-BE49-F238E27FC236}">
                    <a16:creationId xmlns:a16="http://schemas.microsoft.com/office/drawing/2014/main" id="{8C8DFB48-C2D6-FB34-6155-DE00FFD9D7E1}"/>
                  </a:ext>
                </a:extLst>
              </p:cNvPr>
              <p:cNvSpPr/>
              <p:nvPr/>
            </p:nvSpPr>
            <p:spPr>
              <a:xfrm>
                <a:off x="1162294" y="4506705"/>
                <a:ext cx="50613" cy="75873"/>
              </a:xfrm>
              <a:custGeom>
                <a:avLst/>
                <a:gdLst/>
                <a:ahLst/>
                <a:cxnLst/>
                <a:rect l="l" t="t" r="r" b="b"/>
                <a:pathLst>
                  <a:path w="1643" h="2463" extrusionOk="0">
                    <a:moveTo>
                      <a:pt x="822" y="243"/>
                    </a:moveTo>
                    <a:cubicBezTo>
                      <a:pt x="974" y="243"/>
                      <a:pt x="1095" y="335"/>
                      <a:pt x="1186" y="487"/>
                    </a:cubicBezTo>
                    <a:cubicBezTo>
                      <a:pt x="1278" y="639"/>
                      <a:pt x="1308" y="882"/>
                      <a:pt x="1308" y="1216"/>
                    </a:cubicBezTo>
                    <a:cubicBezTo>
                      <a:pt x="1308" y="1550"/>
                      <a:pt x="1278" y="1794"/>
                      <a:pt x="1186" y="1976"/>
                    </a:cubicBezTo>
                    <a:cubicBezTo>
                      <a:pt x="1095" y="2128"/>
                      <a:pt x="974" y="2219"/>
                      <a:pt x="822" y="2219"/>
                    </a:cubicBezTo>
                    <a:cubicBezTo>
                      <a:pt x="639" y="2219"/>
                      <a:pt x="518" y="2128"/>
                      <a:pt x="426" y="1976"/>
                    </a:cubicBezTo>
                    <a:cubicBezTo>
                      <a:pt x="366" y="1794"/>
                      <a:pt x="305" y="1550"/>
                      <a:pt x="305" y="1216"/>
                    </a:cubicBezTo>
                    <a:cubicBezTo>
                      <a:pt x="305" y="882"/>
                      <a:pt x="366" y="639"/>
                      <a:pt x="426" y="487"/>
                    </a:cubicBezTo>
                    <a:cubicBezTo>
                      <a:pt x="518" y="335"/>
                      <a:pt x="639" y="243"/>
                      <a:pt x="822" y="243"/>
                    </a:cubicBezTo>
                    <a:close/>
                    <a:moveTo>
                      <a:pt x="822" y="0"/>
                    </a:moveTo>
                    <a:cubicBezTo>
                      <a:pt x="548" y="0"/>
                      <a:pt x="335" y="91"/>
                      <a:pt x="214" y="304"/>
                    </a:cubicBezTo>
                    <a:cubicBezTo>
                      <a:pt x="62" y="517"/>
                      <a:pt x="1" y="821"/>
                      <a:pt x="1" y="1216"/>
                    </a:cubicBezTo>
                    <a:cubicBezTo>
                      <a:pt x="1" y="1611"/>
                      <a:pt x="62" y="1946"/>
                      <a:pt x="214" y="2158"/>
                    </a:cubicBezTo>
                    <a:cubicBezTo>
                      <a:pt x="335" y="2341"/>
                      <a:pt x="548" y="2462"/>
                      <a:pt x="822" y="2462"/>
                    </a:cubicBezTo>
                    <a:cubicBezTo>
                      <a:pt x="1095" y="2462"/>
                      <a:pt x="1278" y="2341"/>
                      <a:pt x="1430" y="2158"/>
                    </a:cubicBezTo>
                    <a:cubicBezTo>
                      <a:pt x="1582" y="1946"/>
                      <a:pt x="1642" y="1611"/>
                      <a:pt x="1642" y="1216"/>
                    </a:cubicBezTo>
                    <a:cubicBezTo>
                      <a:pt x="1642" y="821"/>
                      <a:pt x="1582" y="517"/>
                      <a:pt x="1430" y="304"/>
                    </a:cubicBezTo>
                    <a:cubicBezTo>
                      <a:pt x="1278" y="91"/>
                      <a:pt x="1095" y="0"/>
                      <a:pt x="822"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614;p38">
                <a:extLst>
                  <a:ext uri="{FF2B5EF4-FFF2-40B4-BE49-F238E27FC236}">
                    <a16:creationId xmlns:a16="http://schemas.microsoft.com/office/drawing/2014/main" id="{9A2D73C4-4406-6863-E0CF-20A102CCDF3C}"/>
                  </a:ext>
                </a:extLst>
              </p:cNvPr>
              <p:cNvSpPr/>
              <p:nvPr/>
            </p:nvSpPr>
            <p:spPr>
              <a:xfrm>
                <a:off x="1256862" y="4549769"/>
                <a:ext cx="26246" cy="7516"/>
              </a:xfrm>
              <a:custGeom>
                <a:avLst/>
                <a:gdLst/>
                <a:ahLst/>
                <a:cxnLst/>
                <a:rect l="l" t="t" r="r" b="b"/>
                <a:pathLst>
                  <a:path w="852" h="244" extrusionOk="0">
                    <a:moveTo>
                      <a:pt x="1" y="0"/>
                    </a:moveTo>
                    <a:lnTo>
                      <a:pt x="1" y="244"/>
                    </a:lnTo>
                    <a:lnTo>
                      <a:pt x="852" y="244"/>
                    </a:lnTo>
                    <a:lnTo>
                      <a:pt x="852" y="0"/>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615;p38">
                <a:extLst>
                  <a:ext uri="{FF2B5EF4-FFF2-40B4-BE49-F238E27FC236}">
                    <a16:creationId xmlns:a16="http://schemas.microsoft.com/office/drawing/2014/main" id="{5954400F-E455-9EC3-A46D-4767811CA70C}"/>
                  </a:ext>
                </a:extLst>
              </p:cNvPr>
              <p:cNvSpPr/>
              <p:nvPr/>
            </p:nvSpPr>
            <p:spPr>
              <a:xfrm>
                <a:off x="1327096" y="4506705"/>
                <a:ext cx="50582" cy="75873"/>
              </a:xfrm>
              <a:custGeom>
                <a:avLst/>
                <a:gdLst/>
                <a:ahLst/>
                <a:cxnLst/>
                <a:rect l="l" t="t" r="r" b="b"/>
                <a:pathLst>
                  <a:path w="1642"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183" y="304"/>
                    </a:cubicBezTo>
                    <a:cubicBezTo>
                      <a:pt x="61" y="517"/>
                      <a:pt x="1" y="821"/>
                      <a:pt x="1" y="1216"/>
                    </a:cubicBezTo>
                    <a:cubicBezTo>
                      <a:pt x="1" y="1611"/>
                      <a:pt x="61" y="1946"/>
                      <a:pt x="183" y="2158"/>
                    </a:cubicBezTo>
                    <a:cubicBezTo>
                      <a:pt x="335" y="2341"/>
                      <a:pt x="548" y="2462"/>
                      <a:pt x="821" y="2462"/>
                    </a:cubicBezTo>
                    <a:cubicBezTo>
                      <a:pt x="1064" y="2462"/>
                      <a:pt x="1277" y="2341"/>
                      <a:pt x="1429" y="2158"/>
                    </a:cubicBezTo>
                    <a:cubicBezTo>
                      <a:pt x="1551" y="1946"/>
                      <a:pt x="1642" y="1611"/>
                      <a:pt x="1642" y="1216"/>
                    </a:cubicBezTo>
                    <a:cubicBezTo>
                      <a:pt x="1642" y="821"/>
                      <a:pt x="1551" y="517"/>
                      <a:pt x="1429" y="304"/>
                    </a:cubicBezTo>
                    <a:cubicBezTo>
                      <a:pt x="1277" y="91"/>
                      <a:pt x="1064"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616;p38">
                <a:extLst>
                  <a:ext uri="{FF2B5EF4-FFF2-40B4-BE49-F238E27FC236}">
                    <a16:creationId xmlns:a16="http://schemas.microsoft.com/office/drawing/2014/main" id="{851CE0E1-E840-7174-C627-AC3B1389D77E}"/>
                  </a:ext>
                </a:extLst>
              </p:cNvPr>
              <p:cNvSpPr/>
              <p:nvPr/>
            </p:nvSpPr>
            <p:spPr>
              <a:xfrm>
                <a:off x="1392647" y="4507629"/>
                <a:ext cx="46854" cy="73069"/>
              </a:xfrm>
              <a:custGeom>
                <a:avLst/>
                <a:gdLst/>
                <a:ahLst/>
                <a:cxnLst/>
                <a:rect l="l" t="t" r="r" b="b"/>
                <a:pathLst>
                  <a:path w="1521" h="2372" extrusionOk="0">
                    <a:moveTo>
                      <a:pt x="0" y="1"/>
                    </a:moveTo>
                    <a:lnTo>
                      <a:pt x="0" y="274"/>
                    </a:lnTo>
                    <a:lnTo>
                      <a:pt x="1125" y="274"/>
                    </a:lnTo>
                    <a:lnTo>
                      <a:pt x="335" y="2372"/>
                    </a:lnTo>
                    <a:lnTo>
                      <a:pt x="669" y="2372"/>
                    </a:lnTo>
                    <a:lnTo>
                      <a:pt x="1520" y="122"/>
                    </a:lnTo>
                    <a:lnTo>
                      <a:pt x="1520" y="1"/>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617;p38">
                <a:extLst>
                  <a:ext uri="{FF2B5EF4-FFF2-40B4-BE49-F238E27FC236}">
                    <a16:creationId xmlns:a16="http://schemas.microsoft.com/office/drawing/2014/main" id="{F0A11F2D-F68E-C39A-3ED1-6D561E5CA493}"/>
                  </a:ext>
                </a:extLst>
              </p:cNvPr>
              <p:cNvSpPr/>
              <p:nvPr/>
            </p:nvSpPr>
            <p:spPr>
              <a:xfrm>
                <a:off x="773731" y="4358753"/>
                <a:ext cx="1262235" cy="240679"/>
              </a:xfrm>
              <a:custGeom>
                <a:avLst/>
                <a:gdLst/>
                <a:ahLst/>
                <a:cxnLst/>
                <a:rect l="l" t="t" r="r" b="b"/>
                <a:pathLst>
                  <a:path w="40975" h="7813" extrusionOk="0">
                    <a:moveTo>
                      <a:pt x="1" y="1"/>
                    </a:moveTo>
                    <a:lnTo>
                      <a:pt x="1" y="7812"/>
                    </a:lnTo>
                    <a:lnTo>
                      <a:pt x="40974" y="7812"/>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618;p38">
                <a:extLst>
                  <a:ext uri="{FF2B5EF4-FFF2-40B4-BE49-F238E27FC236}">
                    <a16:creationId xmlns:a16="http://schemas.microsoft.com/office/drawing/2014/main" id="{01D9E497-2C19-8E48-B3B0-7D192DED3255}"/>
                  </a:ext>
                </a:extLst>
              </p:cNvPr>
              <p:cNvSpPr/>
              <p:nvPr/>
            </p:nvSpPr>
            <p:spPr>
              <a:xfrm>
                <a:off x="7737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619;p38">
                <a:extLst>
                  <a:ext uri="{FF2B5EF4-FFF2-40B4-BE49-F238E27FC236}">
                    <a16:creationId xmlns:a16="http://schemas.microsoft.com/office/drawing/2014/main" id="{80648CAA-C3DB-3CCE-19E1-6B79A22F7264}"/>
                  </a:ext>
                </a:extLst>
              </p:cNvPr>
              <p:cNvSpPr/>
              <p:nvPr/>
            </p:nvSpPr>
            <p:spPr>
              <a:xfrm>
                <a:off x="885149"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620;p38">
                <a:extLst>
                  <a:ext uri="{FF2B5EF4-FFF2-40B4-BE49-F238E27FC236}">
                    <a16:creationId xmlns:a16="http://schemas.microsoft.com/office/drawing/2014/main" id="{1A77EDBC-5137-0010-E17F-38A26AF92AD8}"/>
                  </a:ext>
                </a:extLst>
              </p:cNvPr>
              <p:cNvSpPr/>
              <p:nvPr/>
            </p:nvSpPr>
            <p:spPr>
              <a:xfrm>
                <a:off x="997523" y="4358753"/>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621;p38">
                <a:extLst>
                  <a:ext uri="{FF2B5EF4-FFF2-40B4-BE49-F238E27FC236}">
                    <a16:creationId xmlns:a16="http://schemas.microsoft.com/office/drawing/2014/main" id="{F28E2A8A-0929-CD95-D18E-51F7B2B5D305}"/>
                  </a:ext>
                </a:extLst>
              </p:cNvPr>
              <p:cNvSpPr/>
              <p:nvPr/>
            </p:nvSpPr>
            <p:spPr>
              <a:xfrm>
                <a:off x="1108941"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622;p38">
                <a:extLst>
                  <a:ext uri="{FF2B5EF4-FFF2-40B4-BE49-F238E27FC236}">
                    <a16:creationId xmlns:a16="http://schemas.microsoft.com/office/drawing/2014/main" id="{01DAB8E0-BB09-93AE-5719-A6B5C39924D3}"/>
                  </a:ext>
                </a:extLst>
              </p:cNvPr>
              <p:cNvSpPr/>
              <p:nvPr/>
            </p:nvSpPr>
            <p:spPr>
              <a:xfrm>
                <a:off x="122128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623;p38">
                <a:extLst>
                  <a:ext uri="{FF2B5EF4-FFF2-40B4-BE49-F238E27FC236}">
                    <a16:creationId xmlns:a16="http://schemas.microsoft.com/office/drawing/2014/main" id="{41FC4C1D-A1B5-8A76-C114-D570B1404E4A}"/>
                  </a:ext>
                </a:extLst>
              </p:cNvPr>
              <p:cNvSpPr/>
              <p:nvPr/>
            </p:nvSpPr>
            <p:spPr>
              <a:xfrm>
                <a:off x="1332702" y="4358753"/>
                <a:ext cx="61856" cy="240679"/>
              </a:xfrm>
              <a:custGeom>
                <a:avLst/>
                <a:gdLst/>
                <a:ahLst/>
                <a:cxnLst/>
                <a:rect l="l" t="t" r="r" b="b"/>
                <a:pathLst>
                  <a:path w="2008"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624;p38">
                <a:extLst>
                  <a:ext uri="{FF2B5EF4-FFF2-40B4-BE49-F238E27FC236}">
                    <a16:creationId xmlns:a16="http://schemas.microsoft.com/office/drawing/2014/main" id="{5F0E9CF5-228B-1964-5E56-9C1BB325974A}"/>
                  </a:ext>
                </a:extLst>
              </p:cNvPr>
              <p:cNvSpPr/>
              <p:nvPr/>
            </p:nvSpPr>
            <p:spPr>
              <a:xfrm>
                <a:off x="1445075"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625;p38">
                <a:extLst>
                  <a:ext uri="{FF2B5EF4-FFF2-40B4-BE49-F238E27FC236}">
                    <a16:creationId xmlns:a16="http://schemas.microsoft.com/office/drawing/2014/main" id="{9317530F-29E8-1270-D2FB-8D28DFB4C0AE}"/>
                  </a:ext>
                </a:extLst>
              </p:cNvPr>
              <p:cNvSpPr/>
              <p:nvPr/>
            </p:nvSpPr>
            <p:spPr>
              <a:xfrm>
                <a:off x="155649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626;p38">
                <a:extLst>
                  <a:ext uri="{FF2B5EF4-FFF2-40B4-BE49-F238E27FC236}">
                    <a16:creationId xmlns:a16="http://schemas.microsoft.com/office/drawing/2014/main" id="{D0BE0764-D040-20F9-FCA8-855EE114F349}"/>
                  </a:ext>
                </a:extLst>
              </p:cNvPr>
              <p:cNvSpPr/>
              <p:nvPr/>
            </p:nvSpPr>
            <p:spPr>
              <a:xfrm>
                <a:off x="1668867"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627;p38">
                <a:extLst>
                  <a:ext uri="{FF2B5EF4-FFF2-40B4-BE49-F238E27FC236}">
                    <a16:creationId xmlns:a16="http://schemas.microsoft.com/office/drawing/2014/main" id="{67FCF1A2-C833-4D8A-3809-489295B964AF}"/>
                  </a:ext>
                </a:extLst>
              </p:cNvPr>
              <p:cNvSpPr/>
              <p:nvPr/>
            </p:nvSpPr>
            <p:spPr>
              <a:xfrm>
                <a:off x="17793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628;p38">
                <a:extLst>
                  <a:ext uri="{FF2B5EF4-FFF2-40B4-BE49-F238E27FC236}">
                    <a16:creationId xmlns:a16="http://schemas.microsoft.com/office/drawing/2014/main" id="{4EC0AACE-9120-4B98-A55C-AEDE01323ADB}"/>
                  </a:ext>
                </a:extLst>
              </p:cNvPr>
              <p:cNvSpPr/>
              <p:nvPr/>
            </p:nvSpPr>
            <p:spPr>
              <a:xfrm>
                <a:off x="1891704"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629;p38">
                <a:extLst>
                  <a:ext uri="{FF2B5EF4-FFF2-40B4-BE49-F238E27FC236}">
                    <a16:creationId xmlns:a16="http://schemas.microsoft.com/office/drawing/2014/main" id="{AC0678F9-440E-5728-D2CC-FC91547DDB2B}"/>
                  </a:ext>
                </a:extLst>
              </p:cNvPr>
              <p:cNvSpPr/>
              <p:nvPr/>
            </p:nvSpPr>
            <p:spPr>
              <a:xfrm>
                <a:off x="2003123"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630;p38">
                <a:extLst>
                  <a:ext uri="{FF2B5EF4-FFF2-40B4-BE49-F238E27FC236}">
                    <a16:creationId xmlns:a16="http://schemas.microsoft.com/office/drawing/2014/main" id="{D87DF09C-3916-3AAE-AC28-379BCDF99415}"/>
                  </a:ext>
                </a:extLst>
              </p:cNvPr>
              <p:cNvSpPr/>
              <p:nvPr/>
            </p:nvSpPr>
            <p:spPr>
              <a:xfrm>
                <a:off x="615490" y="4129355"/>
                <a:ext cx="1261280" cy="240679"/>
              </a:xfrm>
              <a:custGeom>
                <a:avLst/>
                <a:gdLst/>
                <a:ahLst/>
                <a:cxnLst/>
                <a:rect l="l" t="t" r="r" b="b"/>
                <a:pathLst>
                  <a:path w="40944" h="7813" extrusionOk="0">
                    <a:moveTo>
                      <a:pt x="1" y="1"/>
                    </a:moveTo>
                    <a:lnTo>
                      <a:pt x="1"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631;p38">
                <a:extLst>
                  <a:ext uri="{FF2B5EF4-FFF2-40B4-BE49-F238E27FC236}">
                    <a16:creationId xmlns:a16="http://schemas.microsoft.com/office/drawing/2014/main" id="{A0D1F757-4BF0-A36F-F3EE-DB01B4C99C55}"/>
                  </a:ext>
                </a:extLst>
              </p:cNvPr>
              <p:cNvSpPr/>
              <p:nvPr/>
            </p:nvSpPr>
            <p:spPr>
              <a:xfrm>
                <a:off x="615490"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632;p38">
                <a:extLst>
                  <a:ext uri="{FF2B5EF4-FFF2-40B4-BE49-F238E27FC236}">
                    <a16:creationId xmlns:a16="http://schemas.microsoft.com/office/drawing/2014/main" id="{73EE9007-D5DA-5CC8-0B30-DCE3EC4E66BD}"/>
                  </a:ext>
                </a:extLst>
              </p:cNvPr>
              <p:cNvSpPr/>
              <p:nvPr/>
            </p:nvSpPr>
            <p:spPr>
              <a:xfrm>
                <a:off x="726908"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633;p38">
                <a:extLst>
                  <a:ext uri="{FF2B5EF4-FFF2-40B4-BE49-F238E27FC236}">
                    <a16:creationId xmlns:a16="http://schemas.microsoft.com/office/drawing/2014/main" id="{80DAA3D0-2470-CAEF-BF5F-C38F3DF7FDE4}"/>
                  </a:ext>
                </a:extLst>
              </p:cNvPr>
              <p:cNvSpPr/>
              <p:nvPr/>
            </p:nvSpPr>
            <p:spPr>
              <a:xfrm>
                <a:off x="838358"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634;p38">
                <a:extLst>
                  <a:ext uri="{FF2B5EF4-FFF2-40B4-BE49-F238E27FC236}">
                    <a16:creationId xmlns:a16="http://schemas.microsoft.com/office/drawing/2014/main" id="{5746AD51-FBF9-139E-8BF6-3295F0E09B8A}"/>
                  </a:ext>
                </a:extLst>
              </p:cNvPr>
              <p:cNvSpPr/>
              <p:nvPr/>
            </p:nvSpPr>
            <p:spPr>
              <a:xfrm>
                <a:off x="950700"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635;p38">
                <a:extLst>
                  <a:ext uri="{FF2B5EF4-FFF2-40B4-BE49-F238E27FC236}">
                    <a16:creationId xmlns:a16="http://schemas.microsoft.com/office/drawing/2014/main" id="{753178D9-428F-828F-ABA3-5A2349DA4A07}"/>
                  </a:ext>
                </a:extLst>
              </p:cNvPr>
              <p:cNvSpPr/>
              <p:nvPr/>
            </p:nvSpPr>
            <p:spPr>
              <a:xfrm>
                <a:off x="1062119"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636;p38">
                <a:extLst>
                  <a:ext uri="{FF2B5EF4-FFF2-40B4-BE49-F238E27FC236}">
                    <a16:creationId xmlns:a16="http://schemas.microsoft.com/office/drawing/2014/main" id="{2AC3D94B-CFE9-3440-31C5-D63E7AC2CDC1}"/>
                  </a:ext>
                </a:extLst>
              </p:cNvPr>
              <p:cNvSpPr/>
              <p:nvPr/>
            </p:nvSpPr>
            <p:spPr>
              <a:xfrm>
                <a:off x="1174492"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637;p38">
                <a:extLst>
                  <a:ext uri="{FF2B5EF4-FFF2-40B4-BE49-F238E27FC236}">
                    <a16:creationId xmlns:a16="http://schemas.microsoft.com/office/drawing/2014/main" id="{FF3C4D87-A4FA-A63B-25C1-4F21231458B3}"/>
                  </a:ext>
                </a:extLst>
              </p:cNvPr>
              <p:cNvSpPr/>
              <p:nvPr/>
            </p:nvSpPr>
            <p:spPr>
              <a:xfrm>
                <a:off x="1285911"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638;p38">
                <a:extLst>
                  <a:ext uri="{FF2B5EF4-FFF2-40B4-BE49-F238E27FC236}">
                    <a16:creationId xmlns:a16="http://schemas.microsoft.com/office/drawing/2014/main" id="{24977DE0-5AC4-74A3-EFD7-952478A4F5A4}"/>
                  </a:ext>
                </a:extLst>
              </p:cNvPr>
              <p:cNvSpPr/>
              <p:nvPr/>
            </p:nvSpPr>
            <p:spPr>
              <a:xfrm>
                <a:off x="1398253"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639;p38">
                <a:extLst>
                  <a:ext uri="{FF2B5EF4-FFF2-40B4-BE49-F238E27FC236}">
                    <a16:creationId xmlns:a16="http://schemas.microsoft.com/office/drawing/2014/main" id="{17A6EC33-F2A4-D967-3CEA-58B9C7BC869C}"/>
                  </a:ext>
                </a:extLst>
              </p:cNvPr>
              <p:cNvSpPr/>
              <p:nvPr/>
            </p:nvSpPr>
            <p:spPr>
              <a:xfrm>
                <a:off x="1509672"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640;p38">
                <a:extLst>
                  <a:ext uri="{FF2B5EF4-FFF2-40B4-BE49-F238E27FC236}">
                    <a16:creationId xmlns:a16="http://schemas.microsoft.com/office/drawing/2014/main" id="{DA712E31-87F3-8EB8-1323-9462327699A3}"/>
                  </a:ext>
                </a:extLst>
              </p:cNvPr>
              <p:cNvSpPr/>
              <p:nvPr/>
            </p:nvSpPr>
            <p:spPr>
              <a:xfrm>
                <a:off x="1622045"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641;p38">
                <a:extLst>
                  <a:ext uri="{FF2B5EF4-FFF2-40B4-BE49-F238E27FC236}">
                    <a16:creationId xmlns:a16="http://schemas.microsoft.com/office/drawing/2014/main" id="{7139B769-379A-BF3E-C56E-0427CEB0B0BF}"/>
                  </a:ext>
                </a:extLst>
              </p:cNvPr>
              <p:cNvSpPr/>
              <p:nvPr/>
            </p:nvSpPr>
            <p:spPr>
              <a:xfrm>
                <a:off x="1732509"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642;p38">
                <a:extLst>
                  <a:ext uri="{FF2B5EF4-FFF2-40B4-BE49-F238E27FC236}">
                    <a16:creationId xmlns:a16="http://schemas.microsoft.com/office/drawing/2014/main" id="{105C8A01-DBF5-8848-C397-1F576B69264E}"/>
                  </a:ext>
                </a:extLst>
              </p:cNvPr>
              <p:cNvSpPr/>
              <p:nvPr/>
            </p:nvSpPr>
            <p:spPr>
              <a:xfrm>
                <a:off x="1844882" y="4129355"/>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643;p38">
                <a:extLst>
                  <a:ext uri="{FF2B5EF4-FFF2-40B4-BE49-F238E27FC236}">
                    <a16:creationId xmlns:a16="http://schemas.microsoft.com/office/drawing/2014/main" id="{65468ABB-F5AE-F251-2536-5F2A1E590975}"/>
                  </a:ext>
                </a:extLst>
              </p:cNvPr>
              <p:cNvSpPr/>
              <p:nvPr/>
            </p:nvSpPr>
            <p:spPr>
              <a:xfrm>
                <a:off x="925410" y="3889669"/>
                <a:ext cx="1261280" cy="240679"/>
              </a:xfrm>
              <a:custGeom>
                <a:avLst/>
                <a:gdLst/>
                <a:ahLst/>
                <a:cxnLst/>
                <a:rect l="l" t="t" r="r" b="b"/>
                <a:pathLst>
                  <a:path w="40944" h="7813" extrusionOk="0">
                    <a:moveTo>
                      <a:pt x="1" y="1"/>
                    </a:moveTo>
                    <a:lnTo>
                      <a:pt x="1" y="7812"/>
                    </a:lnTo>
                    <a:lnTo>
                      <a:pt x="40944" y="7812"/>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644;p38">
                <a:extLst>
                  <a:ext uri="{FF2B5EF4-FFF2-40B4-BE49-F238E27FC236}">
                    <a16:creationId xmlns:a16="http://schemas.microsoft.com/office/drawing/2014/main" id="{F3811D96-D40A-4B55-310C-52B9EA33959B}"/>
                  </a:ext>
                </a:extLst>
              </p:cNvPr>
              <p:cNvSpPr/>
              <p:nvPr/>
            </p:nvSpPr>
            <p:spPr>
              <a:xfrm>
                <a:off x="925410"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645;p38">
                <a:extLst>
                  <a:ext uri="{FF2B5EF4-FFF2-40B4-BE49-F238E27FC236}">
                    <a16:creationId xmlns:a16="http://schemas.microsoft.com/office/drawing/2014/main" id="{D12B85CA-B3D1-2B53-7D5C-95AF15D9BB72}"/>
                  </a:ext>
                </a:extLst>
              </p:cNvPr>
              <p:cNvSpPr/>
              <p:nvPr/>
            </p:nvSpPr>
            <p:spPr>
              <a:xfrm>
                <a:off x="1037784"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646;p38">
                <a:extLst>
                  <a:ext uri="{FF2B5EF4-FFF2-40B4-BE49-F238E27FC236}">
                    <a16:creationId xmlns:a16="http://schemas.microsoft.com/office/drawing/2014/main" id="{DC981DDF-DA83-1050-D8C8-27B5795E6A1E}"/>
                  </a:ext>
                </a:extLst>
              </p:cNvPr>
              <p:cNvSpPr/>
              <p:nvPr/>
            </p:nvSpPr>
            <p:spPr>
              <a:xfrm>
                <a:off x="1148278"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647;p38">
                <a:extLst>
                  <a:ext uri="{FF2B5EF4-FFF2-40B4-BE49-F238E27FC236}">
                    <a16:creationId xmlns:a16="http://schemas.microsoft.com/office/drawing/2014/main" id="{ADC93595-CE88-F3EC-6379-14AE63FB8222}"/>
                  </a:ext>
                </a:extLst>
              </p:cNvPr>
              <p:cNvSpPr/>
              <p:nvPr/>
            </p:nvSpPr>
            <p:spPr>
              <a:xfrm>
                <a:off x="1261545"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648;p38">
                <a:extLst>
                  <a:ext uri="{FF2B5EF4-FFF2-40B4-BE49-F238E27FC236}">
                    <a16:creationId xmlns:a16="http://schemas.microsoft.com/office/drawing/2014/main" id="{2686C795-C061-7FEF-364D-0A4098F5B924}"/>
                  </a:ext>
                </a:extLst>
              </p:cNvPr>
              <p:cNvSpPr/>
              <p:nvPr/>
            </p:nvSpPr>
            <p:spPr>
              <a:xfrm>
                <a:off x="1372039" y="3889669"/>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649;p38">
                <a:extLst>
                  <a:ext uri="{FF2B5EF4-FFF2-40B4-BE49-F238E27FC236}">
                    <a16:creationId xmlns:a16="http://schemas.microsoft.com/office/drawing/2014/main" id="{22D11BF4-84EF-D213-CFFD-D11098271DE6}"/>
                  </a:ext>
                </a:extLst>
              </p:cNvPr>
              <p:cNvSpPr/>
              <p:nvPr/>
            </p:nvSpPr>
            <p:spPr>
              <a:xfrm>
                <a:off x="1484412"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650;p38">
                <a:extLst>
                  <a:ext uri="{FF2B5EF4-FFF2-40B4-BE49-F238E27FC236}">
                    <a16:creationId xmlns:a16="http://schemas.microsoft.com/office/drawing/2014/main" id="{A99D5D57-C185-5E9D-4EF8-8D3AB7EAC9AF}"/>
                  </a:ext>
                </a:extLst>
              </p:cNvPr>
              <p:cNvSpPr/>
              <p:nvPr/>
            </p:nvSpPr>
            <p:spPr>
              <a:xfrm>
                <a:off x="1595831"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651;p38">
                <a:extLst>
                  <a:ext uri="{FF2B5EF4-FFF2-40B4-BE49-F238E27FC236}">
                    <a16:creationId xmlns:a16="http://schemas.microsoft.com/office/drawing/2014/main" id="{C2A5A0C7-91DE-0A99-D9F5-B8F742D1C73D}"/>
                  </a:ext>
                </a:extLst>
              </p:cNvPr>
              <p:cNvSpPr/>
              <p:nvPr/>
            </p:nvSpPr>
            <p:spPr>
              <a:xfrm>
                <a:off x="1708173"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652;p38">
                <a:extLst>
                  <a:ext uri="{FF2B5EF4-FFF2-40B4-BE49-F238E27FC236}">
                    <a16:creationId xmlns:a16="http://schemas.microsoft.com/office/drawing/2014/main" id="{38C6D805-A5F2-2E9F-D3A1-18D1FDE6D475}"/>
                  </a:ext>
                </a:extLst>
              </p:cNvPr>
              <p:cNvSpPr/>
              <p:nvPr/>
            </p:nvSpPr>
            <p:spPr>
              <a:xfrm>
                <a:off x="1819592"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653;p38">
                <a:extLst>
                  <a:ext uri="{FF2B5EF4-FFF2-40B4-BE49-F238E27FC236}">
                    <a16:creationId xmlns:a16="http://schemas.microsoft.com/office/drawing/2014/main" id="{12893532-07CF-215C-28C1-B79B3D3C3BF0}"/>
                  </a:ext>
                </a:extLst>
              </p:cNvPr>
              <p:cNvSpPr/>
              <p:nvPr/>
            </p:nvSpPr>
            <p:spPr>
              <a:xfrm>
                <a:off x="1931965"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654;p38">
                <a:extLst>
                  <a:ext uri="{FF2B5EF4-FFF2-40B4-BE49-F238E27FC236}">
                    <a16:creationId xmlns:a16="http://schemas.microsoft.com/office/drawing/2014/main" id="{901E93C6-B388-4AAD-F460-6BB8216AEC84}"/>
                  </a:ext>
                </a:extLst>
              </p:cNvPr>
              <p:cNvSpPr/>
              <p:nvPr/>
            </p:nvSpPr>
            <p:spPr>
              <a:xfrm>
                <a:off x="2044308"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655;p38">
                <a:extLst>
                  <a:ext uri="{FF2B5EF4-FFF2-40B4-BE49-F238E27FC236}">
                    <a16:creationId xmlns:a16="http://schemas.microsoft.com/office/drawing/2014/main" id="{2EA17E10-89BF-6C2B-CB5A-09ACF57A6FD5}"/>
                  </a:ext>
                </a:extLst>
              </p:cNvPr>
              <p:cNvSpPr/>
              <p:nvPr/>
            </p:nvSpPr>
            <p:spPr>
              <a:xfrm>
                <a:off x="836479" y="3656544"/>
                <a:ext cx="1261280" cy="240649"/>
              </a:xfrm>
              <a:custGeom>
                <a:avLst/>
                <a:gdLst/>
                <a:ahLst/>
                <a:cxnLst/>
                <a:rect l="l" t="t" r="r" b="b"/>
                <a:pathLst>
                  <a:path w="40944" h="7812" extrusionOk="0">
                    <a:moveTo>
                      <a:pt x="0" y="0"/>
                    </a:moveTo>
                    <a:lnTo>
                      <a:pt x="0" y="7812"/>
                    </a:lnTo>
                    <a:lnTo>
                      <a:pt x="40943" y="7812"/>
                    </a:lnTo>
                    <a:lnTo>
                      <a:pt x="40943"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656;p38">
                <a:extLst>
                  <a:ext uri="{FF2B5EF4-FFF2-40B4-BE49-F238E27FC236}">
                    <a16:creationId xmlns:a16="http://schemas.microsoft.com/office/drawing/2014/main" id="{96EFC2DA-43CC-E17C-3C32-7F2A5D3D44EC}"/>
                  </a:ext>
                </a:extLst>
              </p:cNvPr>
              <p:cNvSpPr/>
              <p:nvPr/>
            </p:nvSpPr>
            <p:spPr>
              <a:xfrm>
                <a:off x="836479"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657;p38">
                <a:extLst>
                  <a:ext uri="{FF2B5EF4-FFF2-40B4-BE49-F238E27FC236}">
                    <a16:creationId xmlns:a16="http://schemas.microsoft.com/office/drawing/2014/main" id="{8E81362E-05D0-2D1D-C0D7-5BB7605F9429}"/>
                  </a:ext>
                </a:extLst>
              </p:cNvPr>
              <p:cNvSpPr/>
              <p:nvPr/>
            </p:nvSpPr>
            <p:spPr>
              <a:xfrm>
                <a:off x="947897"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658;p38">
                <a:extLst>
                  <a:ext uri="{FF2B5EF4-FFF2-40B4-BE49-F238E27FC236}">
                    <a16:creationId xmlns:a16="http://schemas.microsoft.com/office/drawing/2014/main" id="{164FA615-0765-30A5-29F4-E7BD21EA73DB}"/>
                  </a:ext>
                </a:extLst>
              </p:cNvPr>
              <p:cNvSpPr/>
              <p:nvPr/>
            </p:nvSpPr>
            <p:spPr>
              <a:xfrm>
                <a:off x="1060240"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659;p38">
                <a:extLst>
                  <a:ext uri="{FF2B5EF4-FFF2-40B4-BE49-F238E27FC236}">
                    <a16:creationId xmlns:a16="http://schemas.microsoft.com/office/drawing/2014/main" id="{2F2C2449-5AB7-1DD4-59CA-87A746F8DDF7}"/>
                  </a:ext>
                </a:extLst>
              </p:cNvPr>
              <p:cNvSpPr/>
              <p:nvPr/>
            </p:nvSpPr>
            <p:spPr>
              <a:xfrm>
                <a:off x="117073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660;p38">
                <a:extLst>
                  <a:ext uri="{FF2B5EF4-FFF2-40B4-BE49-F238E27FC236}">
                    <a16:creationId xmlns:a16="http://schemas.microsoft.com/office/drawing/2014/main" id="{E585A2BE-1648-798C-1779-565B5FBE0A0C}"/>
                  </a:ext>
                </a:extLst>
              </p:cNvPr>
              <p:cNvSpPr/>
              <p:nvPr/>
            </p:nvSpPr>
            <p:spPr>
              <a:xfrm>
                <a:off x="1283077" y="3656544"/>
                <a:ext cx="61856" cy="240649"/>
              </a:xfrm>
              <a:custGeom>
                <a:avLst/>
                <a:gdLst/>
                <a:ahLst/>
                <a:cxnLst/>
                <a:rect l="l" t="t" r="r" b="b"/>
                <a:pathLst>
                  <a:path w="2008"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661;p38">
                <a:extLst>
                  <a:ext uri="{FF2B5EF4-FFF2-40B4-BE49-F238E27FC236}">
                    <a16:creationId xmlns:a16="http://schemas.microsoft.com/office/drawing/2014/main" id="{B6F4A88C-BACD-BA19-3085-D3EFBA4CB57C}"/>
                  </a:ext>
                </a:extLst>
              </p:cNvPr>
              <p:cNvSpPr/>
              <p:nvPr/>
            </p:nvSpPr>
            <p:spPr>
              <a:xfrm>
                <a:off x="1394526"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662;p38">
                <a:extLst>
                  <a:ext uri="{FF2B5EF4-FFF2-40B4-BE49-F238E27FC236}">
                    <a16:creationId xmlns:a16="http://schemas.microsoft.com/office/drawing/2014/main" id="{78EA9BCF-0CC3-89D9-F59B-5B372EAE39E1}"/>
                  </a:ext>
                </a:extLst>
              </p:cNvPr>
              <p:cNvSpPr/>
              <p:nvPr/>
            </p:nvSpPr>
            <p:spPr>
              <a:xfrm>
                <a:off x="1506868"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663;p38">
                <a:extLst>
                  <a:ext uri="{FF2B5EF4-FFF2-40B4-BE49-F238E27FC236}">
                    <a16:creationId xmlns:a16="http://schemas.microsoft.com/office/drawing/2014/main" id="{AE1DE56E-DD01-B23F-97D8-E47C3035FA1D}"/>
                  </a:ext>
                </a:extLst>
              </p:cNvPr>
              <p:cNvSpPr/>
              <p:nvPr/>
            </p:nvSpPr>
            <p:spPr>
              <a:xfrm>
                <a:off x="1618287"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664;p38">
                <a:extLst>
                  <a:ext uri="{FF2B5EF4-FFF2-40B4-BE49-F238E27FC236}">
                    <a16:creationId xmlns:a16="http://schemas.microsoft.com/office/drawing/2014/main" id="{2BFE7A1F-8CFB-ED5E-D647-2E1B9267DBE0}"/>
                  </a:ext>
                </a:extLst>
              </p:cNvPr>
              <p:cNvSpPr/>
              <p:nvPr/>
            </p:nvSpPr>
            <p:spPr>
              <a:xfrm>
                <a:off x="1730660"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665;p38">
                <a:extLst>
                  <a:ext uri="{FF2B5EF4-FFF2-40B4-BE49-F238E27FC236}">
                    <a16:creationId xmlns:a16="http://schemas.microsoft.com/office/drawing/2014/main" id="{6EB8FA95-AEE5-2C23-E64B-24257FE9620D}"/>
                  </a:ext>
                </a:extLst>
              </p:cNvPr>
              <p:cNvSpPr/>
              <p:nvPr/>
            </p:nvSpPr>
            <p:spPr>
              <a:xfrm>
                <a:off x="184112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666;p38">
                <a:extLst>
                  <a:ext uri="{FF2B5EF4-FFF2-40B4-BE49-F238E27FC236}">
                    <a16:creationId xmlns:a16="http://schemas.microsoft.com/office/drawing/2014/main" id="{38F44B76-EB82-99AD-3CBB-5201FCD167DF}"/>
                  </a:ext>
                </a:extLst>
              </p:cNvPr>
              <p:cNvSpPr/>
              <p:nvPr/>
            </p:nvSpPr>
            <p:spPr>
              <a:xfrm>
                <a:off x="1954421"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667;p38">
                <a:extLst>
                  <a:ext uri="{FF2B5EF4-FFF2-40B4-BE49-F238E27FC236}">
                    <a16:creationId xmlns:a16="http://schemas.microsoft.com/office/drawing/2014/main" id="{4EB53672-91F5-DD35-489A-E27C840B42C3}"/>
                  </a:ext>
                </a:extLst>
              </p:cNvPr>
              <p:cNvSpPr/>
              <p:nvPr/>
            </p:nvSpPr>
            <p:spPr>
              <a:xfrm>
                <a:off x="2064916" y="3656544"/>
                <a:ext cx="62750" cy="240649"/>
              </a:xfrm>
              <a:custGeom>
                <a:avLst/>
                <a:gdLst/>
                <a:ahLst/>
                <a:cxnLst/>
                <a:rect l="l" t="t" r="r" b="b"/>
                <a:pathLst>
                  <a:path w="2037" h="7812" extrusionOk="0">
                    <a:moveTo>
                      <a:pt x="0" y="0"/>
                    </a:moveTo>
                    <a:lnTo>
                      <a:pt x="0"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668;p38">
                <a:extLst>
                  <a:ext uri="{FF2B5EF4-FFF2-40B4-BE49-F238E27FC236}">
                    <a16:creationId xmlns:a16="http://schemas.microsoft.com/office/drawing/2014/main" id="{66B34DB2-9B6D-20F8-48AE-ABA7A2C2E657}"/>
                  </a:ext>
                </a:extLst>
              </p:cNvPr>
              <p:cNvSpPr/>
              <p:nvPr/>
            </p:nvSpPr>
            <p:spPr>
              <a:xfrm>
                <a:off x="697891" y="342246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669;p38">
                <a:extLst>
                  <a:ext uri="{FF2B5EF4-FFF2-40B4-BE49-F238E27FC236}">
                    <a16:creationId xmlns:a16="http://schemas.microsoft.com/office/drawing/2014/main" id="{63C7A20E-4F87-B120-D741-052E1983B091}"/>
                  </a:ext>
                </a:extLst>
              </p:cNvPr>
              <p:cNvSpPr/>
              <p:nvPr/>
            </p:nvSpPr>
            <p:spPr>
              <a:xfrm>
                <a:off x="697891"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670;p38">
                <a:extLst>
                  <a:ext uri="{FF2B5EF4-FFF2-40B4-BE49-F238E27FC236}">
                    <a16:creationId xmlns:a16="http://schemas.microsoft.com/office/drawing/2014/main" id="{61AC2D31-EC3F-1795-AB2F-FEFF35EA4314}"/>
                  </a:ext>
                </a:extLst>
              </p:cNvPr>
              <p:cNvSpPr/>
              <p:nvPr/>
            </p:nvSpPr>
            <p:spPr>
              <a:xfrm>
                <a:off x="809309"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671;p38">
                <a:extLst>
                  <a:ext uri="{FF2B5EF4-FFF2-40B4-BE49-F238E27FC236}">
                    <a16:creationId xmlns:a16="http://schemas.microsoft.com/office/drawing/2014/main" id="{9F6A1161-D1BB-0E7F-2362-C73F1C1A3C7D}"/>
                  </a:ext>
                </a:extLst>
              </p:cNvPr>
              <p:cNvSpPr/>
              <p:nvPr/>
            </p:nvSpPr>
            <p:spPr>
              <a:xfrm>
                <a:off x="921683"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672;p38">
                <a:extLst>
                  <a:ext uri="{FF2B5EF4-FFF2-40B4-BE49-F238E27FC236}">
                    <a16:creationId xmlns:a16="http://schemas.microsoft.com/office/drawing/2014/main" id="{42923FA9-E4C6-6671-7209-A54B696C3739}"/>
                  </a:ext>
                </a:extLst>
              </p:cNvPr>
              <p:cNvSpPr/>
              <p:nvPr/>
            </p:nvSpPr>
            <p:spPr>
              <a:xfrm>
                <a:off x="1033101"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673;p38">
                <a:extLst>
                  <a:ext uri="{FF2B5EF4-FFF2-40B4-BE49-F238E27FC236}">
                    <a16:creationId xmlns:a16="http://schemas.microsoft.com/office/drawing/2014/main" id="{C9CCA8C6-BCAF-F8F0-D0E8-E2B6EFA80786}"/>
                  </a:ext>
                </a:extLst>
              </p:cNvPr>
              <p:cNvSpPr/>
              <p:nvPr/>
            </p:nvSpPr>
            <p:spPr>
              <a:xfrm>
                <a:off x="1145444"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674;p38">
                <a:extLst>
                  <a:ext uri="{FF2B5EF4-FFF2-40B4-BE49-F238E27FC236}">
                    <a16:creationId xmlns:a16="http://schemas.microsoft.com/office/drawing/2014/main" id="{F3176898-6FE1-9DF8-4BEA-AE2EC4921F90}"/>
                  </a:ext>
                </a:extLst>
              </p:cNvPr>
              <p:cNvSpPr/>
              <p:nvPr/>
            </p:nvSpPr>
            <p:spPr>
              <a:xfrm>
                <a:off x="1257817"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675;p38">
                <a:extLst>
                  <a:ext uri="{FF2B5EF4-FFF2-40B4-BE49-F238E27FC236}">
                    <a16:creationId xmlns:a16="http://schemas.microsoft.com/office/drawing/2014/main" id="{E62D183C-81F4-52AE-E8ED-2D28BE9F3ECF}"/>
                  </a:ext>
                </a:extLst>
              </p:cNvPr>
              <p:cNvSpPr/>
              <p:nvPr/>
            </p:nvSpPr>
            <p:spPr>
              <a:xfrm>
                <a:off x="1369236" y="342246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676;p38">
                <a:extLst>
                  <a:ext uri="{FF2B5EF4-FFF2-40B4-BE49-F238E27FC236}">
                    <a16:creationId xmlns:a16="http://schemas.microsoft.com/office/drawing/2014/main" id="{5767B994-1FA7-A829-651C-DAD667AE95F6}"/>
                  </a:ext>
                </a:extLst>
              </p:cNvPr>
              <p:cNvSpPr/>
              <p:nvPr/>
            </p:nvSpPr>
            <p:spPr>
              <a:xfrm>
                <a:off x="1481578"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677;p38">
                <a:extLst>
                  <a:ext uri="{FF2B5EF4-FFF2-40B4-BE49-F238E27FC236}">
                    <a16:creationId xmlns:a16="http://schemas.microsoft.com/office/drawing/2014/main" id="{04E91D5C-2815-6B20-3B13-8999CB575CE3}"/>
                  </a:ext>
                </a:extLst>
              </p:cNvPr>
              <p:cNvSpPr/>
              <p:nvPr/>
            </p:nvSpPr>
            <p:spPr>
              <a:xfrm>
                <a:off x="1592073" y="342246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678;p38">
                <a:extLst>
                  <a:ext uri="{FF2B5EF4-FFF2-40B4-BE49-F238E27FC236}">
                    <a16:creationId xmlns:a16="http://schemas.microsoft.com/office/drawing/2014/main" id="{4C0810DF-9EA6-F0D9-FE2A-EE9DF83AEE8D}"/>
                  </a:ext>
                </a:extLst>
              </p:cNvPr>
              <p:cNvSpPr/>
              <p:nvPr/>
            </p:nvSpPr>
            <p:spPr>
              <a:xfrm>
                <a:off x="1704446"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679;p38">
                <a:extLst>
                  <a:ext uri="{FF2B5EF4-FFF2-40B4-BE49-F238E27FC236}">
                    <a16:creationId xmlns:a16="http://schemas.microsoft.com/office/drawing/2014/main" id="{0D76C238-7DDD-39CF-FC83-56C2A40A8B8C}"/>
                  </a:ext>
                </a:extLst>
              </p:cNvPr>
              <p:cNvSpPr/>
              <p:nvPr/>
            </p:nvSpPr>
            <p:spPr>
              <a:xfrm>
                <a:off x="1815864"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680;p38">
                <a:extLst>
                  <a:ext uri="{FF2B5EF4-FFF2-40B4-BE49-F238E27FC236}">
                    <a16:creationId xmlns:a16="http://schemas.microsoft.com/office/drawing/2014/main" id="{BA1CC68C-7CB3-C3D5-DABB-028644C82C8D}"/>
                  </a:ext>
                </a:extLst>
              </p:cNvPr>
              <p:cNvSpPr/>
              <p:nvPr/>
            </p:nvSpPr>
            <p:spPr>
              <a:xfrm>
                <a:off x="1928207"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681;p38">
                <a:extLst>
                  <a:ext uri="{FF2B5EF4-FFF2-40B4-BE49-F238E27FC236}">
                    <a16:creationId xmlns:a16="http://schemas.microsoft.com/office/drawing/2014/main" id="{4E825C18-BED7-FC87-D9E9-0CD76672C209}"/>
                  </a:ext>
                </a:extLst>
              </p:cNvPr>
              <p:cNvSpPr/>
              <p:nvPr/>
            </p:nvSpPr>
            <p:spPr>
              <a:xfrm>
                <a:off x="870178"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682;p38">
                <a:extLst>
                  <a:ext uri="{FF2B5EF4-FFF2-40B4-BE49-F238E27FC236}">
                    <a16:creationId xmlns:a16="http://schemas.microsoft.com/office/drawing/2014/main" id="{F15BB864-2CD3-717F-09E2-6141C37AE7AE}"/>
                  </a:ext>
                </a:extLst>
              </p:cNvPr>
              <p:cNvSpPr/>
              <p:nvPr/>
            </p:nvSpPr>
            <p:spPr>
              <a:xfrm>
                <a:off x="9825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683;p38">
                <a:extLst>
                  <a:ext uri="{FF2B5EF4-FFF2-40B4-BE49-F238E27FC236}">
                    <a16:creationId xmlns:a16="http://schemas.microsoft.com/office/drawing/2014/main" id="{A1BDFB5A-CB2D-4E96-5427-4453F9D8D3BD}"/>
                  </a:ext>
                </a:extLst>
              </p:cNvPr>
              <p:cNvSpPr/>
              <p:nvPr/>
            </p:nvSpPr>
            <p:spPr>
              <a:xfrm>
                <a:off x="1093970" y="295335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684;p38">
                <a:extLst>
                  <a:ext uri="{FF2B5EF4-FFF2-40B4-BE49-F238E27FC236}">
                    <a16:creationId xmlns:a16="http://schemas.microsoft.com/office/drawing/2014/main" id="{292B703B-DBDB-27CA-7DB6-0AFE6269A69D}"/>
                  </a:ext>
                </a:extLst>
              </p:cNvPr>
              <p:cNvSpPr/>
              <p:nvPr/>
            </p:nvSpPr>
            <p:spPr>
              <a:xfrm>
                <a:off x="120631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685;p38">
                <a:extLst>
                  <a:ext uri="{FF2B5EF4-FFF2-40B4-BE49-F238E27FC236}">
                    <a16:creationId xmlns:a16="http://schemas.microsoft.com/office/drawing/2014/main" id="{6376B8D5-739E-E400-6595-1832BBB69162}"/>
                  </a:ext>
                </a:extLst>
              </p:cNvPr>
              <p:cNvSpPr/>
              <p:nvPr/>
            </p:nvSpPr>
            <p:spPr>
              <a:xfrm>
                <a:off x="1317731"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686;p38">
                <a:extLst>
                  <a:ext uri="{FF2B5EF4-FFF2-40B4-BE49-F238E27FC236}">
                    <a16:creationId xmlns:a16="http://schemas.microsoft.com/office/drawing/2014/main" id="{8D3F9057-77F8-4154-BBD5-13E5CC88A48D}"/>
                  </a:ext>
                </a:extLst>
              </p:cNvPr>
              <p:cNvSpPr/>
              <p:nvPr/>
            </p:nvSpPr>
            <p:spPr>
              <a:xfrm>
                <a:off x="1429150" y="295335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687;p38">
                <a:extLst>
                  <a:ext uri="{FF2B5EF4-FFF2-40B4-BE49-F238E27FC236}">
                    <a16:creationId xmlns:a16="http://schemas.microsoft.com/office/drawing/2014/main" id="{4FE9FFBD-7238-9B63-06C3-576E50D03970}"/>
                  </a:ext>
                </a:extLst>
              </p:cNvPr>
              <p:cNvSpPr/>
              <p:nvPr/>
            </p:nvSpPr>
            <p:spPr>
              <a:xfrm>
                <a:off x="1540568"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688;p38">
                <a:extLst>
                  <a:ext uri="{FF2B5EF4-FFF2-40B4-BE49-F238E27FC236}">
                    <a16:creationId xmlns:a16="http://schemas.microsoft.com/office/drawing/2014/main" id="{F9BDEF7E-C53E-A563-42C2-36AF07308A1C}"/>
                  </a:ext>
                </a:extLst>
              </p:cNvPr>
              <p:cNvSpPr/>
              <p:nvPr/>
            </p:nvSpPr>
            <p:spPr>
              <a:xfrm>
                <a:off x="1652942" y="295335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689;p38">
                <a:extLst>
                  <a:ext uri="{FF2B5EF4-FFF2-40B4-BE49-F238E27FC236}">
                    <a16:creationId xmlns:a16="http://schemas.microsoft.com/office/drawing/2014/main" id="{98371C66-4139-AE59-CCEE-7D2456E0B13E}"/>
                  </a:ext>
                </a:extLst>
              </p:cNvPr>
              <p:cNvSpPr/>
              <p:nvPr/>
            </p:nvSpPr>
            <p:spPr>
              <a:xfrm>
                <a:off x="1764360"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690;p38">
                <a:extLst>
                  <a:ext uri="{FF2B5EF4-FFF2-40B4-BE49-F238E27FC236}">
                    <a16:creationId xmlns:a16="http://schemas.microsoft.com/office/drawing/2014/main" id="{08A7266F-D354-826C-7A8A-2923B11F8CCD}"/>
                  </a:ext>
                </a:extLst>
              </p:cNvPr>
              <p:cNvSpPr/>
              <p:nvPr/>
            </p:nvSpPr>
            <p:spPr>
              <a:xfrm>
                <a:off x="187670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691;p38">
                <a:extLst>
                  <a:ext uri="{FF2B5EF4-FFF2-40B4-BE49-F238E27FC236}">
                    <a16:creationId xmlns:a16="http://schemas.microsoft.com/office/drawing/2014/main" id="{4F9AB212-53DF-A1E8-ABF0-D316CE062DC9}"/>
                  </a:ext>
                </a:extLst>
              </p:cNvPr>
              <p:cNvSpPr/>
              <p:nvPr/>
            </p:nvSpPr>
            <p:spPr>
              <a:xfrm>
                <a:off x="19881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692;p38">
                <a:extLst>
                  <a:ext uri="{FF2B5EF4-FFF2-40B4-BE49-F238E27FC236}">
                    <a16:creationId xmlns:a16="http://schemas.microsoft.com/office/drawing/2014/main" id="{49687A16-65A5-6F04-6B7A-A84677AA9964}"/>
                  </a:ext>
                </a:extLst>
              </p:cNvPr>
              <p:cNvSpPr/>
              <p:nvPr/>
            </p:nvSpPr>
            <p:spPr>
              <a:xfrm>
                <a:off x="608005" y="318930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693;p38">
                <a:extLst>
                  <a:ext uri="{FF2B5EF4-FFF2-40B4-BE49-F238E27FC236}">
                    <a16:creationId xmlns:a16="http://schemas.microsoft.com/office/drawing/2014/main" id="{45ECBC77-92EE-9278-C99B-7389628FEA9C}"/>
                  </a:ext>
                </a:extLst>
              </p:cNvPr>
              <p:cNvSpPr/>
              <p:nvPr/>
            </p:nvSpPr>
            <p:spPr>
              <a:xfrm>
                <a:off x="608005"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694;p38">
                <a:extLst>
                  <a:ext uri="{FF2B5EF4-FFF2-40B4-BE49-F238E27FC236}">
                    <a16:creationId xmlns:a16="http://schemas.microsoft.com/office/drawing/2014/main" id="{C0125121-644C-E171-3C37-88829C6E61AC}"/>
                  </a:ext>
                </a:extLst>
              </p:cNvPr>
              <p:cNvSpPr/>
              <p:nvPr/>
            </p:nvSpPr>
            <p:spPr>
              <a:xfrm>
                <a:off x="720378"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695;p38">
                <a:extLst>
                  <a:ext uri="{FF2B5EF4-FFF2-40B4-BE49-F238E27FC236}">
                    <a16:creationId xmlns:a16="http://schemas.microsoft.com/office/drawing/2014/main" id="{8B7D98AE-AE92-F7EC-EE15-425C48451E31}"/>
                  </a:ext>
                </a:extLst>
              </p:cNvPr>
              <p:cNvSpPr/>
              <p:nvPr/>
            </p:nvSpPr>
            <p:spPr>
              <a:xfrm>
                <a:off x="831796"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696;p38">
                <a:extLst>
                  <a:ext uri="{FF2B5EF4-FFF2-40B4-BE49-F238E27FC236}">
                    <a16:creationId xmlns:a16="http://schemas.microsoft.com/office/drawing/2014/main" id="{F9D6D080-2C27-60C9-9CC8-69181DC82248}"/>
                  </a:ext>
                </a:extLst>
              </p:cNvPr>
              <p:cNvSpPr/>
              <p:nvPr/>
            </p:nvSpPr>
            <p:spPr>
              <a:xfrm>
                <a:off x="944139"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697;p38">
                <a:extLst>
                  <a:ext uri="{FF2B5EF4-FFF2-40B4-BE49-F238E27FC236}">
                    <a16:creationId xmlns:a16="http://schemas.microsoft.com/office/drawing/2014/main" id="{DEF01BE1-80BE-E71E-98FC-1094800F8564}"/>
                  </a:ext>
                </a:extLst>
              </p:cNvPr>
              <p:cNvSpPr/>
              <p:nvPr/>
            </p:nvSpPr>
            <p:spPr>
              <a:xfrm>
                <a:off x="1054633"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698;p38">
                <a:extLst>
                  <a:ext uri="{FF2B5EF4-FFF2-40B4-BE49-F238E27FC236}">
                    <a16:creationId xmlns:a16="http://schemas.microsoft.com/office/drawing/2014/main" id="{FAB8B3DF-D197-111B-D58D-A53896950217}"/>
                  </a:ext>
                </a:extLst>
              </p:cNvPr>
              <p:cNvSpPr/>
              <p:nvPr/>
            </p:nvSpPr>
            <p:spPr>
              <a:xfrm>
                <a:off x="1167931"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699;p38">
                <a:extLst>
                  <a:ext uri="{FF2B5EF4-FFF2-40B4-BE49-F238E27FC236}">
                    <a16:creationId xmlns:a16="http://schemas.microsoft.com/office/drawing/2014/main" id="{F03F8658-C0D6-3437-7FF4-B5741E38F28E}"/>
                  </a:ext>
                </a:extLst>
              </p:cNvPr>
              <p:cNvSpPr/>
              <p:nvPr/>
            </p:nvSpPr>
            <p:spPr>
              <a:xfrm>
                <a:off x="1278425"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700;p38">
                <a:extLst>
                  <a:ext uri="{FF2B5EF4-FFF2-40B4-BE49-F238E27FC236}">
                    <a16:creationId xmlns:a16="http://schemas.microsoft.com/office/drawing/2014/main" id="{203455B1-3917-361D-63A6-887DF3CBE02D}"/>
                  </a:ext>
                </a:extLst>
              </p:cNvPr>
              <p:cNvSpPr/>
              <p:nvPr/>
            </p:nvSpPr>
            <p:spPr>
              <a:xfrm>
                <a:off x="1390768" y="318930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701;p38">
                <a:extLst>
                  <a:ext uri="{FF2B5EF4-FFF2-40B4-BE49-F238E27FC236}">
                    <a16:creationId xmlns:a16="http://schemas.microsoft.com/office/drawing/2014/main" id="{B844D64B-D3D0-E7D9-6F5D-B31788BF32FD}"/>
                  </a:ext>
                </a:extLst>
              </p:cNvPr>
              <p:cNvSpPr/>
              <p:nvPr/>
            </p:nvSpPr>
            <p:spPr>
              <a:xfrm>
                <a:off x="1503110" y="318930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702;p38">
                <a:extLst>
                  <a:ext uri="{FF2B5EF4-FFF2-40B4-BE49-F238E27FC236}">
                    <a16:creationId xmlns:a16="http://schemas.microsoft.com/office/drawing/2014/main" id="{C14C6C30-75BF-2289-12AF-6B5233E92BD4}"/>
                  </a:ext>
                </a:extLst>
              </p:cNvPr>
              <p:cNvSpPr/>
              <p:nvPr/>
            </p:nvSpPr>
            <p:spPr>
              <a:xfrm>
                <a:off x="1614560"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703;p38">
                <a:extLst>
                  <a:ext uri="{FF2B5EF4-FFF2-40B4-BE49-F238E27FC236}">
                    <a16:creationId xmlns:a16="http://schemas.microsoft.com/office/drawing/2014/main" id="{A60371AB-EB01-B1A5-3BBD-24B71C68B071}"/>
                  </a:ext>
                </a:extLst>
              </p:cNvPr>
              <p:cNvSpPr/>
              <p:nvPr/>
            </p:nvSpPr>
            <p:spPr>
              <a:xfrm>
                <a:off x="1726902"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704;p38">
                <a:extLst>
                  <a:ext uri="{FF2B5EF4-FFF2-40B4-BE49-F238E27FC236}">
                    <a16:creationId xmlns:a16="http://schemas.microsoft.com/office/drawing/2014/main" id="{FB2322F5-0DDF-6BA9-3E61-D6AC39509E3B}"/>
                  </a:ext>
                </a:extLst>
              </p:cNvPr>
              <p:cNvSpPr/>
              <p:nvPr/>
            </p:nvSpPr>
            <p:spPr>
              <a:xfrm>
                <a:off x="1838321"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705;p38">
                <a:extLst>
                  <a:ext uri="{FF2B5EF4-FFF2-40B4-BE49-F238E27FC236}">
                    <a16:creationId xmlns:a16="http://schemas.microsoft.com/office/drawing/2014/main" id="{E4F2D63D-BEAF-AB8D-BC80-807648468771}"/>
                  </a:ext>
                </a:extLst>
              </p:cNvPr>
              <p:cNvSpPr/>
              <p:nvPr/>
            </p:nvSpPr>
            <p:spPr>
              <a:xfrm>
                <a:off x="2145827"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170487950"/>
      </p:ext>
    </p:extLst>
  </p:cSld>
  <p:clrMapOvr>
    <a:masterClrMapping/>
  </p:clrMapOvr>
</p:sld>
</file>

<file path=ppt/theme/theme1.xml><?xml version="1.0" encoding="utf-8"?>
<a:theme xmlns:a="http://schemas.openxmlformats.org/drawingml/2006/main" name="Cryptocurrency Today by Slidesgo">
  <a:themeElements>
    <a:clrScheme name="Simple Light">
      <a:dk1>
        <a:srgbClr val="F1E8DC"/>
      </a:dk1>
      <a:lt1>
        <a:srgbClr val="FFFFFF"/>
      </a:lt1>
      <a:dk2>
        <a:srgbClr val="FBBF60"/>
      </a:dk2>
      <a:lt2>
        <a:srgbClr val="39B0D1"/>
      </a:lt2>
      <a:accent1>
        <a:srgbClr val="66B888"/>
      </a:accent1>
      <a:accent2>
        <a:srgbClr val="FE98B0"/>
      </a:accent2>
      <a:accent3>
        <a:srgbClr val="383838"/>
      </a:accent3>
      <a:accent4>
        <a:srgbClr val="D7A350"/>
      </a:accent4>
      <a:accent5>
        <a:srgbClr val="E8B15A"/>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10672</TotalTime>
  <Words>1909</Words>
  <Application>Microsoft Office PowerPoint</Application>
  <PresentationFormat>On-screen Show (16:9)</PresentationFormat>
  <Paragraphs>149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Nunito</vt:lpstr>
      <vt:lpstr>Arial</vt:lpstr>
      <vt:lpstr>Ubuntu</vt:lpstr>
      <vt:lpstr>Chewy</vt:lpstr>
      <vt:lpstr>Cryptocurrency Today by Slidesgo</vt:lpstr>
      <vt:lpstr>Company Bankruptcy Prediction</vt:lpstr>
      <vt:lpstr>Problem Statement</vt:lpstr>
      <vt:lpstr>Data Set Information</vt:lpstr>
      <vt:lpstr>Data Cleaning &amp; Exploratory Data Analysis (EDA)</vt:lpstr>
      <vt:lpstr>Challenge</vt:lpstr>
      <vt:lpstr>Methodology Overview</vt:lpstr>
      <vt:lpstr>Methodology-Decision Tree</vt:lpstr>
      <vt:lpstr>Business Analysis</vt:lpstr>
      <vt:lpstr>Business Impact</vt:lpstr>
      <vt:lpstr>Recommendations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Xinrui Shen</dc:creator>
  <cp:lastModifiedBy>Xinrui Shen (Student)</cp:lastModifiedBy>
  <cp:revision>22</cp:revision>
  <dcterms:modified xsi:type="dcterms:W3CDTF">2025-12-10T21:58:31Z</dcterms:modified>
</cp:coreProperties>
</file>